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487" r:id="rId5"/>
    <p:sldId id="2147483587" r:id="rId6"/>
    <p:sldId id="2147483604" r:id="rId7"/>
    <p:sldId id="2147483588" r:id="rId8"/>
    <p:sldId id="2147483609" r:id="rId9"/>
    <p:sldId id="2147483590" r:id="rId10"/>
    <p:sldId id="2147483596" r:id="rId11"/>
    <p:sldId id="2147483599" r:id="rId12"/>
    <p:sldId id="2147483607" r:id="rId13"/>
    <p:sldId id="2147483617" r:id="rId14"/>
    <p:sldId id="2147483591" r:id="rId15"/>
    <p:sldId id="2147483610" r:id="rId16"/>
    <p:sldId id="2147483614" r:id="rId17"/>
    <p:sldId id="2147483612" r:id="rId18"/>
    <p:sldId id="2147483615" r:id="rId19"/>
    <p:sldId id="2147483616" r:id="rId20"/>
    <p:sldId id="2147483618" r:id="rId21"/>
    <p:sldId id="2147483602"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BDFC62B-1413-407E-85ED-016D9DD35FEB}">
          <p14:sldIdLst>
            <p14:sldId id="487"/>
            <p14:sldId id="2147483587"/>
            <p14:sldId id="2147483604"/>
            <p14:sldId id="2147483588"/>
            <p14:sldId id="2147483609"/>
            <p14:sldId id="2147483590"/>
            <p14:sldId id="2147483596"/>
            <p14:sldId id="2147483599"/>
            <p14:sldId id="2147483607"/>
          </p14:sldIdLst>
        </p14:section>
        <p14:section name="Equipe A - Apps Fiori" id="{D92214E6-EF57-4AE7-B081-7E1B0DA7EEE3}">
          <p14:sldIdLst>
            <p14:sldId id="2147483617"/>
            <p14:sldId id="2147483591"/>
            <p14:sldId id="2147483610"/>
            <p14:sldId id="2147483614"/>
            <p14:sldId id="2147483612"/>
            <p14:sldId id="2147483615"/>
            <p14:sldId id="2147483616"/>
          </p14:sldIdLst>
        </p14:section>
        <p14:section name="Equipe B - Joule Skill &amp; Agent" id="{2657FAAE-EDAE-4828-BBAD-1F0D20F5F1FD}">
          <p14:sldIdLst>
            <p14:sldId id="2147483618"/>
            <p14:sldId id="21474836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3ED"/>
    <a:srgbClr val="FCFCFB"/>
    <a:srgbClr val="F8F3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5AD03-5E69-4575-86B0-390D47F5A977}" v="472" dt="2026-04-01T15:59:58.3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29" autoAdjust="0"/>
    <p:restoredTop sz="91554" autoAdjust="0"/>
  </p:normalViewPr>
  <p:slideViewPr>
    <p:cSldViewPr snapToGrid="0">
      <p:cViewPr>
        <p:scale>
          <a:sx n="100" d="100"/>
          <a:sy n="100" d="100"/>
        </p:scale>
        <p:origin x="1158" y="10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ement GUEGAN" userId="d23a0f27-fa23-4b58-8580-62884001917f" providerId="ADAL" clId="{E7C8A129-D09B-4155-913D-62838B3E3521}"/>
    <pc:docChg chg="undo custSel addSld delSld modSld sldOrd addSection modSection">
      <pc:chgData name="Clement GUEGAN" userId="d23a0f27-fa23-4b58-8580-62884001917f" providerId="ADAL" clId="{E7C8A129-D09B-4155-913D-62838B3E3521}" dt="2026-04-01T16:00:30.099" v="7489" actId="17846"/>
      <pc:docMkLst>
        <pc:docMk/>
      </pc:docMkLst>
      <pc:sldChg chg="addSp modSp">
        <pc:chgData name="Clement GUEGAN" userId="d23a0f27-fa23-4b58-8580-62884001917f" providerId="ADAL" clId="{E7C8A129-D09B-4155-913D-62838B3E3521}" dt="2026-04-01T08:21:15.681" v="1"/>
        <pc:sldMkLst>
          <pc:docMk/>
          <pc:sldMk cId="1173485293" sldId="487"/>
        </pc:sldMkLst>
        <pc:graphicFrameChg chg="add mod">
          <ac:chgData name="Clement GUEGAN" userId="d23a0f27-fa23-4b58-8580-62884001917f" providerId="ADAL" clId="{E7C8A129-D09B-4155-913D-62838B3E3521}" dt="2026-04-01T08:21:15.681" v="1"/>
          <ac:graphicFrameMkLst>
            <pc:docMk/>
            <pc:sldMk cId="1173485293" sldId="487"/>
            <ac:graphicFrameMk id="2" creationId="{61414C13-B055-59BE-BB05-8FA6FE019A3B}"/>
          </ac:graphicFrameMkLst>
        </pc:graphicFrameChg>
      </pc:sldChg>
      <pc:sldChg chg="addSp delSp modSp mod modNotesTx">
        <pc:chgData name="Clement GUEGAN" userId="d23a0f27-fa23-4b58-8580-62884001917f" providerId="ADAL" clId="{E7C8A129-D09B-4155-913D-62838B3E3521}" dt="2026-04-01T14:02:47.575" v="5298" actId="5793"/>
        <pc:sldMkLst>
          <pc:docMk/>
          <pc:sldMk cId="549821758" sldId="2147483591"/>
        </pc:sldMkLst>
        <pc:spChg chg="del">
          <ac:chgData name="Clement GUEGAN" userId="d23a0f27-fa23-4b58-8580-62884001917f" providerId="ADAL" clId="{E7C8A129-D09B-4155-913D-62838B3E3521}" dt="2026-04-01T09:11:20.180" v="1599" actId="478"/>
          <ac:spMkLst>
            <pc:docMk/>
            <pc:sldMk cId="549821758" sldId="2147483591"/>
            <ac:spMk id="2" creationId="{9A12E73A-3B3D-D797-008A-AD3C8A140884}"/>
          </ac:spMkLst>
        </pc:spChg>
        <pc:spChg chg="mod">
          <ac:chgData name="Clement GUEGAN" userId="d23a0f27-fa23-4b58-8580-62884001917f" providerId="ADAL" clId="{E7C8A129-D09B-4155-913D-62838B3E3521}" dt="2026-04-01T14:02:16.392" v="5277" actId="20577"/>
          <ac:spMkLst>
            <pc:docMk/>
            <pc:sldMk cId="549821758" sldId="2147483591"/>
            <ac:spMk id="3" creationId="{F8BBEAB8-3611-4B59-9F11-4DE29C00757F}"/>
          </ac:spMkLst>
        </pc:spChg>
        <pc:spChg chg="add mod">
          <ac:chgData name="Clement GUEGAN" userId="d23a0f27-fa23-4b58-8580-62884001917f" providerId="ADAL" clId="{E7C8A129-D09B-4155-913D-62838B3E3521}" dt="2026-04-01T09:21:57.337" v="2282" actId="20577"/>
          <ac:spMkLst>
            <pc:docMk/>
            <pc:sldMk cId="549821758" sldId="2147483591"/>
            <ac:spMk id="5" creationId="{96D91BD4-BFBF-2B85-5259-DA0A75C0AC84}"/>
          </ac:spMkLst>
        </pc:spChg>
        <pc:spChg chg="add del mod">
          <ac:chgData name="Clement GUEGAN" userId="d23a0f27-fa23-4b58-8580-62884001917f" providerId="ADAL" clId="{E7C8A129-D09B-4155-913D-62838B3E3521}" dt="2026-04-01T13:22:47.067" v="3049" actId="478"/>
          <ac:spMkLst>
            <pc:docMk/>
            <pc:sldMk cId="549821758" sldId="2147483591"/>
            <ac:spMk id="6" creationId="{83D0905A-4D63-54A6-1E2E-26C6F2369D56}"/>
          </ac:spMkLst>
        </pc:spChg>
        <pc:graphicFrameChg chg="mod modGraphic">
          <ac:chgData name="Clement GUEGAN" userId="d23a0f27-fa23-4b58-8580-62884001917f" providerId="ADAL" clId="{E7C8A129-D09B-4155-913D-62838B3E3521}" dt="2026-04-01T13:23:27.309" v="3185" actId="115"/>
          <ac:graphicFrameMkLst>
            <pc:docMk/>
            <pc:sldMk cId="549821758" sldId="2147483591"/>
            <ac:graphicFrameMk id="24" creationId="{577BD708-8334-4A73-3434-29E675BE8679}"/>
          </ac:graphicFrameMkLst>
        </pc:graphicFrameChg>
      </pc:sldChg>
      <pc:sldChg chg="modSp mod">
        <pc:chgData name="Clement GUEGAN" userId="d23a0f27-fa23-4b58-8580-62884001917f" providerId="ADAL" clId="{E7C8A129-D09B-4155-913D-62838B3E3521}" dt="2026-04-01T09:49:16.148" v="2593" actId="20577"/>
        <pc:sldMkLst>
          <pc:docMk/>
          <pc:sldMk cId="1861788918" sldId="2147483596"/>
        </pc:sldMkLst>
        <pc:spChg chg="mod">
          <ac:chgData name="Clement GUEGAN" userId="d23a0f27-fa23-4b58-8580-62884001917f" providerId="ADAL" clId="{E7C8A129-D09B-4155-913D-62838B3E3521}" dt="2026-04-01T09:49:16.148" v="2593" actId="20577"/>
          <ac:spMkLst>
            <pc:docMk/>
            <pc:sldMk cId="1861788918" sldId="2147483596"/>
            <ac:spMk id="7" creationId="{E3511C3D-E94E-FCC1-4685-F02AD1B76BC5}"/>
          </ac:spMkLst>
        </pc:spChg>
        <pc:cxnChg chg="mod">
          <ac:chgData name="Clement GUEGAN" userId="d23a0f27-fa23-4b58-8580-62884001917f" providerId="ADAL" clId="{E7C8A129-D09B-4155-913D-62838B3E3521}" dt="2026-04-01T09:20:01.283" v="1948" actId="1035"/>
          <ac:cxnSpMkLst>
            <pc:docMk/>
            <pc:sldMk cId="1861788918" sldId="2147483596"/>
            <ac:cxnSpMk id="2" creationId="{19FE085C-386D-6CF6-49F6-E2FED139D5EB}"/>
          </ac:cxnSpMkLst>
        </pc:cxnChg>
      </pc:sldChg>
      <pc:sldChg chg="modSp mod">
        <pc:chgData name="Clement GUEGAN" userId="d23a0f27-fa23-4b58-8580-62884001917f" providerId="ADAL" clId="{E7C8A129-D09B-4155-913D-62838B3E3521}" dt="2026-04-01T09:51:02.428" v="2620" actId="20577"/>
        <pc:sldMkLst>
          <pc:docMk/>
          <pc:sldMk cId="1576446455" sldId="2147483599"/>
        </pc:sldMkLst>
        <pc:spChg chg="mod">
          <ac:chgData name="Clement GUEGAN" userId="d23a0f27-fa23-4b58-8580-62884001917f" providerId="ADAL" clId="{E7C8A129-D09B-4155-913D-62838B3E3521}" dt="2026-04-01T09:51:02.428" v="2620" actId="20577"/>
          <ac:spMkLst>
            <pc:docMk/>
            <pc:sldMk cId="1576446455" sldId="2147483599"/>
            <ac:spMk id="2" creationId="{A80F6172-E4F7-8224-05C7-CA7A38DF67ED}"/>
          </ac:spMkLst>
        </pc:spChg>
        <pc:cxnChg chg="mod">
          <ac:chgData name="Clement GUEGAN" userId="d23a0f27-fa23-4b58-8580-62884001917f" providerId="ADAL" clId="{E7C8A129-D09B-4155-913D-62838B3E3521}" dt="2026-04-01T09:50:15.474" v="2604" actId="1035"/>
          <ac:cxnSpMkLst>
            <pc:docMk/>
            <pc:sldMk cId="1576446455" sldId="2147483599"/>
            <ac:cxnSpMk id="6" creationId="{57F372FD-2BD2-3D1E-1AD8-E33FB9311F2F}"/>
          </ac:cxnSpMkLst>
        </pc:cxnChg>
      </pc:sldChg>
      <pc:sldChg chg="addSp delSp modSp mod ord">
        <pc:chgData name="Clement GUEGAN" userId="d23a0f27-fa23-4b58-8580-62884001917f" providerId="ADAL" clId="{E7C8A129-D09B-4155-913D-62838B3E3521}" dt="2026-04-01T13:43:04.139" v="4156" actId="478"/>
        <pc:sldMkLst>
          <pc:docMk/>
          <pc:sldMk cId="1745693555" sldId="2147483602"/>
        </pc:sldMkLst>
        <pc:spChg chg="mod">
          <ac:chgData name="Clement GUEGAN" userId="d23a0f27-fa23-4b58-8580-62884001917f" providerId="ADAL" clId="{E7C8A129-D09B-4155-913D-62838B3E3521}" dt="2026-04-01T09:58:51.419" v="2702" actId="1076"/>
          <ac:spMkLst>
            <pc:docMk/>
            <pc:sldMk cId="1745693555" sldId="2147483602"/>
            <ac:spMk id="4" creationId="{8A3341E0-6A85-EFA4-A98E-3B3752995B4F}"/>
          </ac:spMkLst>
        </pc:spChg>
        <pc:spChg chg="add del mod">
          <ac:chgData name="Clement GUEGAN" userId="d23a0f27-fa23-4b58-8580-62884001917f" providerId="ADAL" clId="{E7C8A129-D09B-4155-913D-62838B3E3521}" dt="2026-04-01T13:43:04.139" v="4156" actId="478"/>
          <ac:spMkLst>
            <pc:docMk/>
            <pc:sldMk cId="1745693555" sldId="2147483602"/>
            <ac:spMk id="5" creationId="{280ED74C-B43D-6D51-7BCC-934996403C88}"/>
          </ac:spMkLst>
        </pc:spChg>
        <pc:graphicFrameChg chg="del mod modGraphic">
          <ac:chgData name="Clement GUEGAN" userId="d23a0f27-fa23-4b58-8580-62884001917f" providerId="ADAL" clId="{E7C8A129-D09B-4155-913D-62838B3E3521}" dt="2026-04-01T13:30:51.584" v="3412" actId="478"/>
          <ac:graphicFrameMkLst>
            <pc:docMk/>
            <pc:sldMk cId="1745693555" sldId="2147483602"/>
            <ac:graphicFrameMk id="2" creationId="{173B61B7-877D-FDBC-AB32-44CBB12836B7}"/>
          </ac:graphicFrameMkLst>
        </pc:graphicFrameChg>
        <pc:graphicFrameChg chg="add mod ord modGraphic">
          <ac:chgData name="Clement GUEGAN" userId="d23a0f27-fa23-4b58-8580-62884001917f" providerId="ADAL" clId="{E7C8A129-D09B-4155-913D-62838B3E3521}" dt="2026-04-01T13:42:59.196" v="4153" actId="14734"/>
          <ac:graphicFrameMkLst>
            <pc:docMk/>
            <pc:sldMk cId="1745693555" sldId="2147483602"/>
            <ac:graphicFrameMk id="6" creationId="{5A6C8A97-487F-FDBC-A320-CB64CA56FD00}"/>
          </ac:graphicFrameMkLst>
        </pc:graphicFrameChg>
        <pc:picChg chg="add del mod">
          <ac:chgData name="Clement GUEGAN" userId="d23a0f27-fa23-4b58-8580-62884001917f" providerId="ADAL" clId="{E7C8A129-D09B-4155-913D-62838B3E3521}" dt="2026-04-01T13:28:31.838" v="3189" actId="478"/>
          <ac:picMkLst>
            <pc:docMk/>
            <pc:sldMk cId="1745693555" sldId="2147483602"/>
            <ac:picMk id="1026" creationId="{608DE409-8F65-0842-D86F-5C01DA27CDB4}"/>
          </ac:picMkLst>
        </pc:picChg>
      </pc:sldChg>
      <pc:sldChg chg="del">
        <pc:chgData name="Clement GUEGAN" userId="d23a0f27-fa23-4b58-8580-62884001917f" providerId="ADAL" clId="{E7C8A129-D09B-4155-913D-62838B3E3521}" dt="2026-04-01T14:02:07.509" v="5264" actId="47"/>
        <pc:sldMkLst>
          <pc:docMk/>
          <pc:sldMk cId="3648391839" sldId="2147483603"/>
        </pc:sldMkLst>
      </pc:sldChg>
      <pc:sldChg chg="addSp delSp modSp add del mod modShow modNotesTx">
        <pc:chgData name="Clement GUEGAN" userId="d23a0f27-fa23-4b58-8580-62884001917f" providerId="ADAL" clId="{E7C8A129-D09B-4155-913D-62838B3E3521}" dt="2026-04-01T15:51:55.115" v="7308" actId="47"/>
        <pc:sldMkLst>
          <pc:docMk/>
          <pc:sldMk cId="2465267500" sldId="2147483605"/>
        </pc:sldMkLst>
        <pc:spChg chg="mod">
          <ac:chgData name="Clement GUEGAN" userId="d23a0f27-fa23-4b58-8580-62884001917f" providerId="ADAL" clId="{E7C8A129-D09B-4155-913D-62838B3E3521}" dt="2026-04-01T10:21:02.953" v="2850" actId="20577"/>
          <ac:spMkLst>
            <pc:docMk/>
            <pc:sldMk cId="2465267500" sldId="2147483605"/>
            <ac:spMk id="2" creationId="{6E5A8AE4-2B58-65D8-65C1-5F2C616124E8}"/>
          </ac:spMkLst>
        </pc:spChg>
        <pc:spChg chg="mod">
          <ac:chgData name="Clement GUEGAN" userId="d23a0f27-fa23-4b58-8580-62884001917f" providerId="ADAL" clId="{E7C8A129-D09B-4155-913D-62838B3E3521}" dt="2026-04-01T10:09:12.174" v="2819"/>
          <ac:spMkLst>
            <pc:docMk/>
            <pc:sldMk cId="2465267500" sldId="2147483605"/>
            <ac:spMk id="3" creationId="{6BCB022B-5081-A9E1-F125-365408BE48F9}"/>
          </ac:spMkLst>
        </pc:spChg>
        <pc:spChg chg="add mod">
          <ac:chgData name="Clement GUEGAN" userId="d23a0f27-fa23-4b58-8580-62884001917f" providerId="ADAL" clId="{E7C8A129-D09B-4155-913D-62838B3E3521}" dt="2026-04-01T10:35:39.820" v="2894" actId="255"/>
          <ac:spMkLst>
            <pc:docMk/>
            <pc:sldMk cId="2465267500" sldId="2147483605"/>
            <ac:spMk id="5" creationId="{930EF74A-3753-4FB2-AD69-125BA621E0A3}"/>
          </ac:spMkLst>
        </pc:spChg>
        <pc:spChg chg="add mod">
          <ac:chgData name="Clement GUEGAN" userId="d23a0f27-fa23-4b58-8580-62884001917f" providerId="ADAL" clId="{E7C8A129-D09B-4155-913D-62838B3E3521}" dt="2026-04-01T10:36:01.353" v="2914" actId="242"/>
          <ac:spMkLst>
            <pc:docMk/>
            <pc:sldMk cId="2465267500" sldId="2147483605"/>
            <ac:spMk id="6" creationId="{0D72EEAD-5305-C623-DB99-549712E1BA98}"/>
          </ac:spMkLst>
        </pc:spChg>
        <pc:spChg chg="add mod">
          <ac:chgData name="Clement GUEGAN" userId="d23a0f27-fa23-4b58-8580-62884001917f" providerId="ADAL" clId="{E7C8A129-D09B-4155-913D-62838B3E3521}" dt="2026-04-01T10:36:27.752" v="2940" actId="1076"/>
          <ac:spMkLst>
            <pc:docMk/>
            <pc:sldMk cId="2465267500" sldId="2147483605"/>
            <ac:spMk id="7" creationId="{73725F5D-6C7F-B63A-EF8F-4B39F99BE0E7}"/>
          </ac:spMkLst>
        </pc:spChg>
        <pc:spChg chg="add mod">
          <ac:chgData name="Clement GUEGAN" userId="d23a0f27-fa23-4b58-8580-62884001917f" providerId="ADAL" clId="{E7C8A129-D09B-4155-913D-62838B3E3521}" dt="2026-04-01T10:39:10.742" v="2998" actId="1076"/>
          <ac:spMkLst>
            <pc:docMk/>
            <pc:sldMk cId="2465267500" sldId="2147483605"/>
            <ac:spMk id="8" creationId="{9F9947BE-8701-0752-6B80-AD1B815E0A59}"/>
          </ac:spMkLst>
        </pc:spChg>
        <pc:graphicFrameChg chg="del">
          <ac:chgData name="Clement GUEGAN" userId="d23a0f27-fa23-4b58-8580-62884001917f" providerId="ADAL" clId="{E7C8A129-D09B-4155-913D-62838B3E3521}" dt="2026-04-01T10:09:14.740" v="2820" actId="478"/>
          <ac:graphicFrameMkLst>
            <pc:docMk/>
            <pc:sldMk cId="2465267500" sldId="2147483605"/>
            <ac:graphicFrameMk id="24" creationId="{A43BE54D-952A-9422-FEF6-3593DFF76C96}"/>
          </ac:graphicFrameMkLst>
        </pc:graphicFrameChg>
      </pc:sldChg>
      <pc:sldChg chg="addSp delSp modSp add del mod">
        <pc:chgData name="Clement GUEGAN" userId="d23a0f27-fa23-4b58-8580-62884001917f" providerId="ADAL" clId="{E7C8A129-D09B-4155-913D-62838B3E3521}" dt="2026-04-01T09:12:09.023" v="1620" actId="47"/>
        <pc:sldMkLst>
          <pc:docMk/>
          <pc:sldMk cId="936272099" sldId="2147483606"/>
        </pc:sldMkLst>
        <pc:spChg chg="add mod">
          <ac:chgData name="Clement GUEGAN" userId="d23a0f27-fa23-4b58-8580-62884001917f" providerId="ADAL" clId="{E7C8A129-D09B-4155-913D-62838B3E3521}" dt="2026-04-01T09:11:48.762" v="1613" actId="20577"/>
          <ac:spMkLst>
            <pc:docMk/>
            <pc:sldMk cId="936272099" sldId="2147483606"/>
            <ac:spMk id="2" creationId="{7179A4C9-602F-80DF-2B8C-A2C64BF70B70}"/>
          </ac:spMkLst>
        </pc:spChg>
        <pc:graphicFrameChg chg="del">
          <ac:chgData name="Clement GUEGAN" userId="d23a0f27-fa23-4b58-8580-62884001917f" providerId="ADAL" clId="{E7C8A129-D09B-4155-913D-62838B3E3521}" dt="2026-04-01T09:11:31.397" v="1601" actId="478"/>
          <ac:graphicFrameMkLst>
            <pc:docMk/>
            <pc:sldMk cId="936272099" sldId="2147483606"/>
            <ac:graphicFrameMk id="24" creationId="{049B109F-2661-CD7D-3499-7562D83A60D4}"/>
          </ac:graphicFrameMkLst>
        </pc:graphicFrameChg>
      </pc:sldChg>
      <pc:sldChg chg="addSp delSp modSp add mod ord">
        <pc:chgData name="Clement GUEGAN" userId="d23a0f27-fa23-4b58-8580-62884001917f" providerId="ADAL" clId="{E7C8A129-D09B-4155-913D-62838B3E3521}" dt="2026-04-01T09:50:31.443" v="2611" actId="20577"/>
        <pc:sldMkLst>
          <pc:docMk/>
          <pc:sldMk cId="2634915885" sldId="2147483607"/>
        </pc:sldMkLst>
        <pc:spChg chg="del">
          <ac:chgData name="Clement GUEGAN" userId="d23a0f27-fa23-4b58-8580-62884001917f" providerId="ADAL" clId="{E7C8A129-D09B-4155-913D-62838B3E3521}" dt="2026-04-01T09:11:57.970" v="1617" actId="478"/>
          <ac:spMkLst>
            <pc:docMk/>
            <pc:sldMk cId="2634915885" sldId="2147483607"/>
            <ac:spMk id="2" creationId="{0F5EDD5F-B782-CC5C-5E12-81678A801EE9}"/>
          </ac:spMkLst>
        </pc:spChg>
        <pc:spChg chg="add mod">
          <ac:chgData name="Clement GUEGAN" userId="d23a0f27-fa23-4b58-8580-62884001917f" providerId="ADAL" clId="{E7C8A129-D09B-4155-913D-62838B3E3521}" dt="2026-04-01T09:50:31.443" v="2611" actId="20577"/>
          <ac:spMkLst>
            <pc:docMk/>
            <pc:sldMk cId="2634915885" sldId="2147483607"/>
            <ac:spMk id="5" creationId="{9FA4DAE5-BBAD-02A6-FDE8-2A9D6083A4AE}"/>
          </ac:spMkLst>
        </pc:spChg>
        <pc:cxnChg chg="mod">
          <ac:chgData name="Clement GUEGAN" userId="d23a0f27-fa23-4b58-8580-62884001917f" providerId="ADAL" clId="{E7C8A129-D09B-4155-913D-62838B3E3521}" dt="2026-04-01T09:19:57.256" v="1939" actId="1036"/>
          <ac:cxnSpMkLst>
            <pc:docMk/>
            <pc:sldMk cId="2634915885" sldId="2147483607"/>
            <ac:cxnSpMk id="6" creationId="{CE7AB1DD-A89E-27D9-F2A8-00D862807D54}"/>
          </ac:cxnSpMkLst>
        </pc:cxnChg>
      </pc:sldChg>
      <pc:sldChg chg="add del mod modShow">
        <pc:chgData name="Clement GUEGAN" userId="d23a0f27-fa23-4b58-8580-62884001917f" providerId="ADAL" clId="{E7C8A129-D09B-4155-913D-62838B3E3521}" dt="2026-04-01T14:02:09.224" v="5265" actId="47"/>
        <pc:sldMkLst>
          <pc:docMk/>
          <pc:sldMk cId="332507703" sldId="2147483608"/>
        </pc:sldMkLst>
      </pc:sldChg>
      <pc:sldChg chg="addSp delSp modSp add mod">
        <pc:chgData name="Clement GUEGAN" userId="d23a0f27-fa23-4b58-8580-62884001917f" providerId="ADAL" clId="{E7C8A129-D09B-4155-913D-62838B3E3521}" dt="2026-04-01T14:01:43.729" v="5263" actId="2711"/>
        <pc:sldMkLst>
          <pc:docMk/>
          <pc:sldMk cId="2067432377" sldId="2147483609"/>
        </pc:sldMkLst>
        <pc:spChg chg="mod">
          <ac:chgData name="Clement GUEGAN" userId="d23a0f27-fa23-4b58-8580-62884001917f" providerId="ADAL" clId="{E7C8A129-D09B-4155-913D-62838B3E3521}" dt="2026-04-01T13:43:26.170" v="4198" actId="20577"/>
          <ac:spMkLst>
            <pc:docMk/>
            <pc:sldMk cId="2067432377" sldId="2147483609"/>
            <ac:spMk id="3" creationId="{0D8BC4DE-7170-8264-9C01-4A76C299A527}"/>
          </ac:spMkLst>
        </pc:spChg>
        <pc:spChg chg="add del mod">
          <ac:chgData name="Clement GUEGAN" userId="d23a0f27-fa23-4b58-8580-62884001917f" providerId="ADAL" clId="{E7C8A129-D09B-4155-913D-62838B3E3521}" dt="2026-04-01T13:43:28.916" v="4199" actId="478"/>
          <ac:spMkLst>
            <pc:docMk/>
            <pc:sldMk cId="2067432377" sldId="2147483609"/>
            <ac:spMk id="5" creationId="{2A2A65CE-9870-40D1-2780-865A0A14DF1C}"/>
          </ac:spMkLst>
        </pc:spChg>
        <pc:spChg chg="add mod">
          <ac:chgData name="Clement GUEGAN" userId="d23a0f27-fa23-4b58-8580-62884001917f" providerId="ADAL" clId="{E7C8A129-D09B-4155-913D-62838B3E3521}" dt="2026-04-01T14:01:29.873" v="5261" actId="12788"/>
          <ac:spMkLst>
            <pc:docMk/>
            <pc:sldMk cId="2067432377" sldId="2147483609"/>
            <ac:spMk id="9" creationId="{D9348089-176E-19EB-23FD-DA6A2B87874F}"/>
          </ac:spMkLst>
        </pc:spChg>
        <pc:spChg chg="add mod ord">
          <ac:chgData name="Clement GUEGAN" userId="d23a0f27-fa23-4b58-8580-62884001917f" providerId="ADAL" clId="{E7C8A129-D09B-4155-913D-62838B3E3521}" dt="2026-04-01T14:01:43.729" v="5263" actId="2711"/>
          <ac:spMkLst>
            <pc:docMk/>
            <pc:sldMk cId="2067432377" sldId="2147483609"/>
            <ac:spMk id="10" creationId="{80FC8664-F6AA-2DA8-391E-0C0DDA1DCA33}"/>
          </ac:spMkLst>
        </pc:spChg>
        <pc:spChg chg="add mod">
          <ac:chgData name="Clement GUEGAN" userId="d23a0f27-fa23-4b58-8580-62884001917f" providerId="ADAL" clId="{E7C8A129-D09B-4155-913D-62838B3E3521}" dt="2026-04-01T14:01:29.873" v="5261" actId="12788"/>
          <ac:spMkLst>
            <pc:docMk/>
            <pc:sldMk cId="2067432377" sldId="2147483609"/>
            <ac:spMk id="11" creationId="{99ADD8F1-C2AA-CE8A-E1DD-681985EE8B04}"/>
          </ac:spMkLst>
        </pc:spChg>
        <pc:spChg chg="add mod">
          <ac:chgData name="Clement GUEGAN" userId="d23a0f27-fa23-4b58-8580-62884001917f" providerId="ADAL" clId="{E7C8A129-D09B-4155-913D-62838B3E3521}" dt="2026-04-01T14:01:29.873" v="5261" actId="12788"/>
          <ac:spMkLst>
            <pc:docMk/>
            <pc:sldMk cId="2067432377" sldId="2147483609"/>
            <ac:spMk id="12" creationId="{76EB58F7-40DF-50C6-20EC-964FD7BA8FA6}"/>
          </ac:spMkLst>
        </pc:spChg>
        <pc:spChg chg="add mod">
          <ac:chgData name="Clement GUEGAN" userId="d23a0f27-fa23-4b58-8580-62884001917f" providerId="ADAL" clId="{E7C8A129-D09B-4155-913D-62838B3E3521}" dt="2026-04-01T14:01:29.873" v="5261" actId="12788"/>
          <ac:spMkLst>
            <pc:docMk/>
            <pc:sldMk cId="2067432377" sldId="2147483609"/>
            <ac:spMk id="13" creationId="{20D92C49-0E71-ECD7-CBF2-1511C6A9D303}"/>
          </ac:spMkLst>
        </pc:spChg>
        <pc:spChg chg="add mod">
          <ac:chgData name="Clement GUEGAN" userId="d23a0f27-fa23-4b58-8580-62884001917f" providerId="ADAL" clId="{E7C8A129-D09B-4155-913D-62838B3E3521}" dt="2026-04-01T14:01:29.873" v="5261" actId="12788"/>
          <ac:spMkLst>
            <pc:docMk/>
            <pc:sldMk cId="2067432377" sldId="2147483609"/>
            <ac:spMk id="14" creationId="{B1A13755-0AB4-1CE7-383D-11D1B7F0F43C}"/>
          </ac:spMkLst>
        </pc:spChg>
        <pc:spChg chg="add mod">
          <ac:chgData name="Clement GUEGAN" userId="d23a0f27-fa23-4b58-8580-62884001917f" providerId="ADAL" clId="{E7C8A129-D09B-4155-913D-62838B3E3521}" dt="2026-04-01T14:01:29.873" v="5261" actId="12788"/>
          <ac:spMkLst>
            <pc:docMk/>
            <pc:sldMk cId="2067432377" sldId="2147483609"/>
            <ac:spMk id="15" creationId="{12A63C5D-488E-5E41-A0D4-8B9CDA8088CE}"/>
          </ac:spMkLst>
        </pc:spChg>
        <pc:spChg chg="add mod">
          <ac:chgData name="Clement GUEGAN" userId="d23a0f27-fa23-4b58-8580-62884001917f" providerId="ADAL" clId="{E7C8A129-D09B-4155-913D-62838B3E3521}" dt="2026-04-01T14:01:29.873" v="5261" actId="12788"/>
          <ac:spMkLst>
            <pc:docMk/>
            <pc:sldMk cId="2067432377" sldId="2147483609"/>
            <ac:spMk id="16" creationId="{6F5E08E0-7D6D-0FAE-1A24-F54EC7D2B152}"/>
          </ac:spMkLst>
        </pc:spChg>
        <pc:graphicFrameChg chg="del">
          <ac:chgData name="Clement GUEGAN" userId="d23a0f27-fa23-4b58-8580-62884001917f" providerId="ADAL" clId="{E7C8A129-D09B-4155-913D-62838B3E3521}" dt="2026-04-01T13:43:14.716" v="4158" actId="478"/>
          <ac:graphicFrameMkLst>
            <pc:docMk/>
            <pc:sldMk cId="2067432377" sldId="2147483609"/>
            <ac:graphicFrameMk id="6" creationId="{FC5A1E51-D159-64CD-985E-4617736CB077}"/>
          </ac:graphicFrameMkLst>
        </pc:graphicFrameChg>
        <pc:cxnChg chg="add mod">
          <ac:chgData name="Clement GUEGAN" userId="d23a0f27-fa23-4b58-8580-62884001917f" providerId="ADAL" clId="{E7C8A129-D09B-4155-913D-62838B3E3521}" dt="2026-04-01T14:01:29.873" v="5261" actId="12788"/>
          <ac:cxnSpMkLst>
            <pc:docMk/>
            <pc:sldMk cId="2067432377" sldId="2147483609"/>
            <ac:cxnSpMk id="8" creationId="{FF69444E-4958-B742-4108-27E4BEF5EE33}"/>
          </ac:cxnSpMkLst>
        </pc:cxnChg>
      </pc:sldChg>
      <pc:sldChg chg="new del">
        <pc:chgData name="Clement GUEGAN" userId="d23a0f27-fa23-4b58-8580-62884001917f" providerId="ADAL" clId="{E7C8A129-D09B-4155-913D-62838B3E3521}" dt="2026-04-01T13:51:00.614" v="4897" actId="680"/>
        <pc:sldMkLst>
          <pc:docMk/>
          <pc:sldMk cId="2728127601" sldId="2147483610"/>
        </pc:sldMkLst>
      </pc:sldChg>
      <pc:sldChg chg="addSp delSp modSp add mod modNotesTx">
        <pc:chgData name="Clement GUEGAN" userId="d23a0f27-fa23-4b58-8580-62884001917f" providerId="ADAL" clId="{E7C8A129-D09B-4155-913D-62838B3E3521}" dt="2026-04-01T15:58:28.049" v="7395" actId="1036"/>
        <pc:sldMkLst>
          <pc:docMk/>
          <pc:sldMk cId="4080478651" sldId="2147483610"/>
        </pc:sldMkLst>
        <pc:spChg chg="add">
          <ac:chgData name="Clement GUEGAN" userId="d23a0f27-fa23-4b58-8580-62884001917f" providerId="ADAL" clId="{E7C8A129-D09B-4155-913D-62838B3E3521}" dt="2026-04-01T15:53:33.040" v="7309"/>
          <ac:spMkLst>
            <pc:docMk/>
            <pc:sldMk cId="4080478651" sldId="2147483610"/>
            <ac:spMk id="2" creationId="{98F70899-EDC6-380C-AE0B-D9B80B9D16F2}"/>
          </ac:spMkLst>
        </pc:spChg>
        <pc:spChg chg="mod">
          <ac:chgData name="Clement GUEGAN" userId="d23a0f27-fa23-4b58-8580-62884001917f" providerId="ADAL" clId="{E7C8A129-D09B-4155-913D-62838B3E3521}" dt="2026-04-01T14:13:35.696" v="5314" actId="20577"/>
          <ac:spMkLst>
            <pc:docMk/>
            <pc:sldMk cId="4080478651" sldId="2147483610"/>
            <ac:spMk id="3" creationId="{DA75FAE6-78A7-7F93-48FE-2CA0A8DE199D}"/>
          </ac:spMkLst>
        </pc:spChg>
        <pc:spChg chg="del">
          <ac:chgData name="Clement GUEGAN" userId="d23a0f27-fa23-4b58-8580-62884001917f" providerId="ADAL" clId="{E7C8A129-D09B-4155-913D-62838B3E3521}" dt="2026-04-01T14:02:43.160" v="5294" actId="478"/>
          <ac:spMkLst>
            <pc:docMk/>
            <pc:sldMk cId="4080478651" sldId="2147483610"/>
            <ac:spMk id="5" creationId="{8EBA634C-9632-4FB9-6586-5ABCC4B6C11D}"/>
          </ac:spMkLst>
        </pc:spChg>
        <pc:spChg chg="mod">
          <ac:chgData name="Clement GUEGAN" userId="d23a0f27-fa23-4b58-8580-62884001917f" providerId="ADAL" clId="{E7C8A129-D09B-4155-913D-62838B3E3521}" dt="2026-04-01T15:55:57.457" v="7312"/>
          <ac:spMkLst>
            <pc:docMk/>
            <pc:sldMk cId="4080478651" sldId="2147483610"/>
            <ac:spMk id="10" creationId="{6E5D1B91-5FBB-DF31-7A22-878A63E1474E}"/>
          </ac:spMkLst>
        </pc:spChg>
        <pc:spChg chg="add mod">
          <ac:chgData name="Clement GUEGAN" userId="d23a0f27-fa23-4b58-8580-62884001917f" providerId="ADAL" clId="{E7C8A129-D09B-4155-913D-62838B3E3521}" dt="2026-04-01T15:58:28.049" v="7395" actId="1036"/>
          <ac:spMkLst>
            <pc:docMk/>
            <pc:sldMk cId="4080478651" sldId="2147483610"/>
            <ac:spMk id="11" creationId="{90698D59-06A8-52E3-234E-EAC1ADB98820}"/>
          </ac:spMkLst>
        </pc:spChg>
        <pc:grpChg chg="add mod">
          <ac:chgData name="Clement GUEGAN" userId="d23a0f27-fa23-4b58-8580-62884001917f" providerId="ADAL" clId="{E7C8A129-D09B-4155-913D-62838B3E3521}" dt="2026-04-01T15:58:28.049" v="7395" actId="1036"/>
          <ac:grpSpMkLst>
            <pc:docMk/>
            <pc:sldMk cId="4080478651" sldId="2147483610"/>
            <ac:grpSpMk id="8" creationId="{B762374A-A2DD-7971-D817-3A8B1B1DAA4F}"/>
          </ac:grpSpMkLst>
        </pc:grpChg>
        <pc:graphicFrameChg chg="del">
          <ac:chgData name="Clement GUEGAN" userId="d23a0f27-fa23-4b58-8580-62884001917f" providerId="ADAL" clId="{E7C8A129-D09B-4155-913D-62838B3E3521}" dt="2026-04-01T14:02:40.706" v="5293" actId="478"/>
          <ac:graphicFrameMkLst>
            <pc:docMk/>
            <pc:sldMk cId="4080478651" sldId="2147483610"/>
            <ac:graphicFrameMk id="24" creationId="{0F0E797A-85CE-5EC0-ED43-4BF82D0B2DAC}"/>
          </ac:graphicFrameMkLst>
        </pc:graphicFrameChg>
        <pc:picChg chg="add mod">
          <ac:chgData name="Clement GUEGAN" userId="d23a0f27-fa23-4b58-8580-62884001917f" providerId="ADAL" clId="{E7C8A129-D09B-4155-913D-62838B3E3521}" dt="2026-04-01T15:56:23.795" v="7322" actId="1076"/>
          <ac:picMkLst>
            <pc:docMk/>
            <pc:sldMk cId="4080478651" sldId="2147483610"/>
            <ac:picMk id="7" creationId="{742588E1-F69B-33CC-0E34-DCD36E81A6DC}"/>
          </ac:picMkLst>
        </pc:picChg>
        <pc:picChg chg="mod">
          <ac:chgData name="Clement GUEGAN" userId="d23a0f27-fa23-4b58-8580-62884001917f" providerId="ADAL" clId="{E7C8A129-D09B-4155-913D-62838B3E3521}" dt="2026-04-01T15:55:57.457" v="7312"/>
          <ac:picMkLst>
            <pc:docMk/>
            <pc:sldMk cId="4080478651" sldId="2147483610"/>
            <ac:picMk id="9" creationId="{81374BD2-FFE0-5554-DFDE-8717F4DA35BD}"/>
          </ac:picMkLst>
        </pc:picChg>
        <pc:picChg chg="add mod">
          <ac:chgData name="Clement GUEGAN" userId="d23a0f27-fa23-4b58-8580-62884001917f" providerId="ADAL" clId="{E7C8A129-D09B-4155-913D-62838B3E3521}" dt="2026-04-01T15:58:28.049" v="7395" actId="1036"/>
          <ac:picMkLst>
            <pc:docMk/>
            <pc:sldMk cId="4080478651" sldId="2147483610"/>
            <ac:picMk id="13" creationId="{111AE017-4BFB-86BB-6334-DDFB74409D35}"/>
          </ac:picMkLst>
        </pc:picChg>
        <pc:picChg chg="add del mod">
          <ac:chgData name="Clement GUEGAN" userId="d23a0f27-fa23-4b58-8580-62884001917f" providerId="ADAL" clId="{E7C8A129-D09B-4155-913D-62838B3E3521}" dt="2026-04-01T15:58:10.563" v="7364" actId="478"/>
          <ac:picMkLst>
            <pc:docMk/>
            <pc:sldMk cId="4080478651" sldId="2147483610"/>
            <ac:picMk id="15" creationId="{D90896FF-5961-82D2-4BDF-5B0A876064CB}"/>
          </ac:picMkLst>
        </pc:picChg>
        <pc:picChg chg="add mod">
          <ac:chgData name="Clement GUEGAN" userId="d23a0f27-fa23-4b58-8580-62884001917f" providerId="ADAL" clId="{E7C8A129-D09B-4155-913D-62838B3E3521}" dt="2026-04-01T15:58:28.049" v="7395" actId="1036"/>
          <ac:picMkLst>
            <pc:docMk/>
            <pc:sldMk cId="4080478651" sldId="2147483610"/>
            <ac:picMk id="17" creationId="{4B9332E2-C5DE-2A25-DFEE-041F0860D0A5}"/>
          </ac:picMkLst>
        </pc:picChg>
        <pc:picChg chg="add del mod">
          <ac:chgData name="Clement GUEGAN" userId="d23a0f27-fa23-4b58-8580-62884001917f" providerId="ADAL" clId="{E7C8A129-D09B-4155-913D-62838B3E3521}" dt="2026-04-01T15:41:39.989" v="6993" actId="478"/>
          <ac:picMkLst>
            <pc:docMk/>
            <pc:sldMk cId="4080478651" sldId="2147483610"/>
            <ac:picMk id="2050" creationId="{C938A381-76F8-51A8-14E0-5CAAF2058A12}"/>
          </ac:picMkLst>
        </pc:picChg>
      </pc:sldChg>
      <pc:sldChg chg="addSp delSp modSp add del mod">
        <pc:chgData name="Clement GUEGAN" userId="d23a0f27-fa23-4b58-8580-62884001917f" providerId="ADAL" clId="{E7C8A129-D09B-4155-913D-62838B3E3521}" dt="2026-04-01T15:12:46.406" v="6410" actId="47"/>
        <pc:sldMkLst>
          <pc:docMk/>
          <pc:sldMk cId="2631118681" sldId="2147483611"/>
        </pc:sldMkLst>
        <pc:spChg chg="add del mod">
          <ac:chgData name="Clement GUEGAN" userId="d23a0f27-fa23-4b58-8580-62884001917f" providerId="ADAL" clId="{E7C8A129-D09B-4155-913D-62838B3E3521}" dt="2026-04-01T14:18:06.979" v="5333" actId="478"/>
          <ac:spMkLst>
            <pc:docMk/>
            <pc:sldMk cId="2631118681" sldId="2147483611"/>
            <ac:spMk id="2" creationId="{45FD917D-B06C-0314-C56E-377CC585612D}"/>
          </ac:spMkLst>
        </pc:spChg>
        <pc:spChg chg="mod">
          <ac:chgData name="Clement GUEGAN" userId="d23a0f27-fa23-4b58-8580-62884001917f" providerId="ADAL" clId="{E7C8A129-D09B-4155-913D-62838B3E3521}" dt="2026-04-01T14:15:06.124" v="5327" actId="20577"/>
          <ac:spMkLst>
            <pc:docMk/>
            <pc:sldMk cId="2631118681" sldId="2147483611"/>
            <ac:spMk id="3" creationId="{ABFC3F05-5C01-2479-00E2-1F2ACD7D7F6F}"/>
          </ac:spMkLst>
        </pc:spChg>
        <pc:spChg chg="add mod topLvl">
          <ac:chgData name="Clement GUEGAN" userId="d23a0f27-fa23-4b58-8580-62884001917f" providerId="ADAL" clId="{E7C8A129-D09B-4155-913D-62838B3E3521}" dt="2026-04-01T14:43:48.967" v="5802" actId="1037"/>
          <ac:spMkLst>
            <pc:docMk/>
            <pc:sldMk cId="2631118681" sldId="2147483611"/>
            <ac:spMk id="10" creationId="{F01320BB-0FDD-AA0E-4CE4-5B12259DD36D}"/>
          </ac:spMkLst>
        </pc:spChg>
        <pc:spChg chg="add mod">
          <ac:chgData name="Clement GUEGAN" userId="d23a0f27-fa23-4b58-8580-62884001917f" providerId="ADAL" clId="{E7C8A129-D09B-4155-913D-62838B3E3521}" dt="2026-04-01T14:47:45.938" v="5856" actId="1035"/>
          <ac:spMkLst>
            <pc:docMk/>
            <pc:sldMk cId="2631118681" sldId="2147483611"/>
            <ac:spMk id="12" creationId="{D432271B-2FA5-B8BD-898C-F3F359A03AA5}"/>
          </ac:spMkLst>
        </pc:spChg>
        <pc:spChg chg="add mod">
          <ac:chgData name="Clement GUEGAN" userId="d23a0f27-fa23-4b58-8580-62884001917f" providerId="ADAL" clId="{E7C8A129-D09B-4155-913D-62838B3E3521}" dt="2026-04-01T14:49:23.264" v="5909" actId="1036"/>
          <ac:spMkLst>
            <pc:docMk/>
            <pc:sldMk cId="2631118681" sldId="2147483611"/>
            <ac:spMk id="17" creationId="{7AF6DBA7-43C4-6C4D-2A2D-5061CD827536}"/>
          </ac:spMkLst>
        </pc:spChg>
        <pc:spChg chg="add mod">
          <ac:chgData name="Clement GUEGAN" userId="d23a0f27-fa23-4b58-8580-62884001917f" providerId="ADAL" clId="{E7C8A129-D09B-4155-913D-62838B3E3521}" dt="2026-04-01T14:44:56.572" v="5839" actId="1076"/>
          <ac:spMkLst>
            <pc:docMk/>
            <pc:sldMk cId="2631118681" sldId="2147483611"/>
            <ac:spMk id="19" creationId="{C46F822B-1C9D-8840-BD96-EF96AB27DC18}"/>
          </ac:spMkLst>
        </pc:spChg>
        <pc:grpChg chg="add del mod">
          <ac:chgData name="Clement GUEGAN" userId="d23a0f27-fa23-4b58-8580-62884001917f" providerId="ADAL" clId="{E7C8A129-D09B-4155-913D-62838B3E3521}" dt="2026-04-01T14:33:28.127" v="5505" actId="165"/>
          <ac:grpSpMkLst>
            <pc:docMk/>
            <pc:sldMk cId="2631118681" sldId="2147483611"/>
            <ac:grpSpMk id="13" creationId="{1C84D6EF-66B8-6D2B-2E11-0AA5679D8B16}"/>
          </ac:grpSpMkLst>
        </pc:grpChg>
        <pc:grpChg chg="add mod">
          <ac:chgData name="Clement GUEGAN" userId="d23a0f27-fa23-4b58-8580-62884001917f" providerId="ADAL" clId="{E7C8A129-D09B-4155-913D-62838B3E3521}" dt="2026-04-01T14:47:57.475" v="5868" actId="1036"/>
          <ac:grpSpMkLst>
            <pc:docMk/>
            <pc:sldMk cId="2631118681" sldId="2147483611"/>
            <ac:grpSpMk id="14" creationId="{E6D552FE-A765-776C-A677-9C397B83D921}"/>
          </ac:grpSpMkLst>
        </pc:grpChg>
        <pc:picChg chg="add del mod">
          <ac:chgData name="Clement GUEGAN" userId="d23a0f27-fa23-4b58-8580-62884001917f" providerId="ADAL" clId="{E7C8A129-D09B-4155-913D-62838B3E3521}" dt="2026-04-01T14:22:59.645" v="5347" actId="478"/>
          <ac:picMkLst>
            <pc:docMk/>
            <pc:sldMk cId="2631118681" sldId="2147483611"/>
            <ac:picMk id="6" creationId="{A0D6A5FE-0673-A89C-7417-9AC5E35F96B7}"/>
          </ac:picMkLst>
        </pc:picChg>
        <pc:picChg chg="add mod topLvl">
          <ac:chgData name="Clement GUEGAN" userId="d23a0f27-fa23-4b58-8580-62884001917f" providerId="ADAL" clId="{E7C8A129-D09B-4155-913D-62838B3E3521}" dt="2026-04-01T14:43:48.967" v="5802" actId="1037"/>
          <ac:picMkLst>
            <pc:docMk/>
            <pc:sldMk cId="2631118681" sldId="2147483611"/>
            <ac:picMk id="8" creationId="{EC4715CE-EB6D-D8EF-3E0E-617B06F686A9}"/>
          </ac:picMkLst>
        </pc:picChg>
        <pc:picChg chg="add del mod">
          <ac:chgData name="Clement GUEGAN" userId="d23a0f27-fa23-4b58-8580-62884001917f" providerId="ADAL" clId="{E7C8A129-D09B-4155-913D-62838B3E3521}" dt="2026-04-01T14:33:05.432" v="5501" actId="478"/>
          <ac:picMkLst>
            <pc:docMk/>
            <pc:sldMk cId="2631118681" sldId="2147483611"/>
            <ac:picMk id="11" creationId="{FD672267-0E27-CBAF-1231-87D16DA9BEE1}"/>
          </ac:picMkLst>
        </pc:picChg>
        <pc:picChg chg="add del mod modCrop">
          <ac:chgData name="Clement GUEGAN" userId="d23a0f27-fa23-4b58-8580-62884001917f" providerId="ADAL" clId="{E7C8A129-D09B-4155-913D-62838B3E3521}" dt="2026-04-01T14:48:19.754" v="5872"/>
          <ac:picMkLst>
            <pc:docMk/>
            <pc:sldMk cId="2631118681" sldId="2147483611"/>
            <ac:picMk id="16" creationId="{BAB84170-D66A-CAD2-CAD8-30464C5F6F5D}"/>
          </ac:picMkLst>
        </pc:picChg>
        <pc:picChg chg="mod">
          <ac:chgData name="Clement GUEGAN" userId="d23a0f27-fa23-4b58-8580-62884001917f" providerId="ADAL" clId="{E7C8A129-D09B-4155-913D-62838B3E3521}" dt="2026-04-01T14:45:09.067" v="5844" actId="1076"/>
          <ac:picMkLst>
            <pc:docMk/>
            <pc:sldMk cId="2631118681" sldId="2147483611"/>
            <ac:picMk id="2050" creationId="{913D6A4C-B987-4DD5-1473-23AF545F6D6E}"/>
          </ac:picMkLst>
        </pc:picChg>
        <pc:picChg chg="add del mod">
          <ac:chgData name="Clement GUEGAN" userId="d23a0f27-fa23-4b58-8580-62884001917f" providerId="ADAL" clId="{E7C8A129-D09B-4155-913D-62838B3E3521}" dt="2026-04-01T14:18:31.592" v="5338" actId="478"/>
          <ac:picMkLst>
            <pc:docMk/>
            <pc:sldMk cId="2631118681" sldId="2147483611"/>
            <ac:picMk id="3074" creationId="{4C318C2E-2E8C-079A-D496-B6AA4DC62516}"/>
          </ac:picMkLst>
        </pc:picChg>
      </pc:sldChg>
      <pc:sldChg chg="addSp delSp modSp add mod">
        <pc:chgData name="Clement GUEGAN" userId="d23a0f27-fa23-4b58-8580-62884001917f" providerId="ADAL" clId="{E7C8A129-D09B-4155-913D-62838B3E3521}" dt="2026-04-01T15:24:12.111" v="6565"/>
        <pc:sldMkLst>
          <pc:docMk/>
          <pc:sldMk cId="593417704" sldId="2147483612"/>
        </pc:sldMkLst>
        <pc:spChg chg="mod">
          <ac:chgData name="Clement GUEGAN" userId="d23a0f27-fa23-4b58-8580-62884001917f" providerId="ADAL" clId="{E7C8A129-D09B-4155-913D-62838B3E3521}" dt="2026-04-01T14:50:28.023" v="5912" actId="20577"/>
          <ac:spMkLst>
            <pc:docMk/>
            <pc:sldMk cId="593417704" sldId="2147483612"/>
            <ac:spMk id="3" creationId="{B33720E1-A189-0A14-EC9D-EDFCD560AF71}"/>
          </ac:spMkLst>
        </pc:spChg>
        <pc:spChg chg="mod">
          <ac:chgData name="Clement GUEGAN" userId="d23a0f27-fa23-4b58-8580-62884001917f" providerId="ADAL" clId="{E7C8A129-D09B-4155-913D-62838B3E3521}" dt="2026-04-01T15:11:42.177" v="6398" actId="1076"/>
          <ac:spMkLst>
            <pc:docMk/>
            <pc:sldMk cId="593417704" sldId="2147483612"/>
            <ac:spMk id="12" creationId="{5E176F19-66A3-CEB1-D8AE-01F523EE0738}"/>
          </ac:spMkLst>
        </pc:spChg>
        <pc:spChg chg="mod">
          <ac:chgData name="Clement GUEGAN" userId="d23a0f27-fa23-4b58-8580-62884001917f" providerId="ADAL" clId="{E7C8A129-D09B-4155-913D-62838B3E3521}" dt="2026-04-01T15:12:31.317" v="6403" actId="1076"/>
          <ac:spMkLst>
            <pc:docMk/>
            <pc:sldMk cId="593417704" sldId="2147483612"/>
            <ac:spMk id="17" creationId="{34F50AE1-2F23-A7B7-94FB-C540DDF971AA}"/>
          </ac:spMkLst>
        </pc:spChg>
        <pc:spChg chg="mod">
          <ac:chgData name="Clement GUEGAN" userId="d23a0f27-fa23-4b58-8580-62884001917f" providerId="ADAL" clId="{E7C8A129-D09B-4155-913D-62838B3E3521}" dt="2026-04-01T15:11:30.197" v="6396" actId="1037"/>
          <ac:spMkLst>
            <pc:docMk/>
            <pc:sldMk cId="593417704" sldId="2147483612"/>
            <ac:spMk id="19" creationId="{F8F20C99-C4D5-D752-A808-8B8E21BF4F3B}"/>
          </ac:spMkLst>
        </pc:spChg>
        <pc:grpChg chg="mod">
          <ac:chgData name="Clement GUEGAN" userId="d23a0f27-fa23-4b58-8580-62884001917f" providerId="ADAL" clId="{E7C8A129-D09B-4155-913D-62838B3E3521}" dt="2026-04-01T15:11:52.214" v="6399" actId="196"/>
          <ac:grpSpMkLst>
            <pc:docMk/>
            <pc:sldMk cId="593417704" sldId="2147483612"/>
            <ac:grpSpMk id="14" creationId="{DE43CC56-66E6-09FB-E1FD-3207C6CFDF18}"/>
          </ac:grpSpMkLst>
        </pc:grpChg>
        <pc:picChg chg="add mod">
          <ac:chgData name="Clement GUEGAN" userId="d23a0f27-fa23-4b58-8580-62884001917f" providerId="ADAL" clId="{E7C8A129-D09B-4155-913D-62838B3E3521}" dt="2026-04-01T15:12:41.070" v="6409" actId="14100"/>
          <ac:picMkLst>
            <pc:docMk/>
            <pc:sldMk cId="593417704" sldId="2147483612"/>
            <ac:picMk id="2" creationId="{03944FC3-69F2-84C0-1416-7CEC414641E4}"/>
          </ac:picMkLst>
        </pc:picChg>
        <pc:picChg chg="add mod">
          <ac:chgData name="Clement GUEGAN" userId="d23a0f27-fa23-4b58-8580-62884001917f" providerId="ADAL" clId="{E7C8A129-D09B-4155-913D-62838B3E3521}" dt="2026-04-01T15:24:12.111" v="6565"/>
          <ac:picMkLst>
            <pc:docMk/>
            <pc:sldMk cId="593417704" sldId="2147483612"/>
            <ac:picMk id="5" creationId="{7247B986-54A7-F065-35D4-8BD5EC1BAB63}"/>
          </ac:picMkLst>
        </pc:picChg>
        <pc:picChg chg="del mod">
          <ac:chgData name="Clement GUEGAN" userId="d23a0f27-fa23-4b58-8580-62884001917f" providerId="ADAL" clId="{E7C8A129-D09B-4155-913D-62838B3E3521}" dt="2026-04-01T15:10:44.569" v="6167" actId="478"/>
          <ac:picMkLst>
            <pc:docMk/>
            <pc:sldMk cId="593417704" sldId="2147483612"/>
            <ac:picMk id="16" creationId="{A619042D-A84B-3253-4E34-3E4EA5459D90}"/>
          </ac:picMkLst>
        </pc:picChg>
        <pc:picChg chg="del">
          <ac:chgData name="Clement GUEGAN" userId="d23a0f27-fa23-4b58-8580-62884001917f" providerId="ADAL" clId="{E7C8A129-D09B-4155-913D-62838B3E3521}" dt="2026-04-01T14:50:56.981" v="5940" actId="478"/>
          <ac:picMkLst>
            <pc:docMk/>
            <pc:sldMk cId="593417704" sldId="2147483612"/>
            <ac:picMk id="2050" creationId="{5B454C17-EBB5-1CA8-4B05-1B5C514BAF6C}"/>
          </ac:picMkLst>
        </pc:picChg>
        <pc:picChg chg="add mod">
          <ac:chgData name="Clement GUEGAN" userId="d23a0f27-fa23-4b58-8580-62884001917f" providerId="ADAL" clId="{E7C8A129-D09B-4155-913D-62838B3E3521}" dt="2026-04-01T15:11:27.505" v="6375" actId="1038"/>
          <ac:picMkLst>
            <pc:docMk/>
            <pc:sldMk cId="593417704" sldId="2147483612"/>
            <ac:picMk id="4098" creationId="{57095DC3-99F6-0CF9-1906-65D496E4FB60}"/>
          </ac:picMkLst>
        </pc:picChg>
        <pc:picChg chg="add del mod">
          <ac:chgData name="Clement GUEGAN" userId="d23a0f27-fa23-4b58-8580-62884001917f" providerId="ADAL" clId="{E7C8A129-D09B-4155-913D-62838B3E3521}" dt="2026-04-01T15:14:52.612" v="6428" actId="21"/>
          <ac:picMkLst>
            <pc:docMk/>
            <pc:sldMk cId="593417704" sldId="2147483612"/>
            <ac:picMk id="4100" creationId="{917136E8-08B5-C221-5977-5758C3947C4B}"/>
          </ac:picMkLst>
        </pc:picChg>
      </pc:sldChg>
      <pc:sldChg chg="addSp delSp modSp add del mod">
        <pc:chgData name="Clement GUEGAN" userId="d23a0f27-fa23-4b58-8580-62884001917f" providerId="ADAL" clId="{E7C8A129-D09B-4155-913D-62838B3E3521}" dt="2026-04-01T15:19:22.837" v="6525" actId="47"/>
        <pc:sldMkLst>
          <pc:docMk/>
          <pc:sldMk cId="2039238798" sldId="2147483613"/>
        </pc:sldMkLst>
        <pc:spChg chg="add">
          <ac:chgData name="Clement GUEGAN" userId="d23a0f27-fa23-4b58-8580-62884001917f" providerId="ADAL" clId="{E7C8A129-D09B-4155-913D-62838B3E3521}" dt="2026-04-01T15:03:12.545" v="6098"/>
          <ac:spMkLst>
            <pc:docMk/>
            <pc:sldMk cId="2039238798" sldId="2147483613"/>
            <ac:spMk id="2" creationId="{002D1B23-23C0-20B6-37FB-4721D9ACF87B}"/>
          </ac:spMkLst>
        </pc:spChg>
        <pc:spChg chg="add">
          <ac:chgData name="Clement GUEGAN" userId="d23a0f27-fa23-4b58-8580-62884001917f" providerId="ADAL" clId="{E7C8A129-D09B-4155-913D-62838B3E3521}" dt="2026-04-01T15:05:50.406" v="6111"/>
          <ac:spMkLst>
            <pc:docMk/>
            <pc:sldMk cId="2039238798" sldId="2147483613"/>
            <ac:spMk id="7" creationId="{1D282294-E180-5FB1-3CB4-7288A56E50D9}"/>
          </ac:spMkLst>
        </pc:spChg>
        <pc:spChg chg="mod">
          <ac:chgData name="Clement GUEGAN" userId="d23a0f27-fa23-4b58-8580-62884001917f" providerId="ADAL" clId="{E7C8A129-D09B-4155-913D-62838B3E3521}" dt="2026-04-01T15:10:17.572" v="6165" actId="1076"/>
          <ac:spMkLst>
            <pc:docMk/>
            <pc:sldMk cId="2039238798" sldId="2147483613"/>
            <ac:spMk id="17" creationId="{E175408F-DDC5-4AEF-8795-B04A54D4D1C2}"/>
          </ac:spMkLst>
        </pc:spChg>
        <pc:grpChg chg="mod">
          <ac:chgData name="Clement GUEGAN" userId="d23a0f27-fa23-4b58-8580-62884001917f" providerId="ADAL" clId="{E7C8A129-D09B-4155-913D-62838B3E3521}" dt="2026-04-01T15:09:45.756" v="6161"/>
          <ac:grpSpMkLst>
            <pc:docMk/>
            <pc:sldMk cId="2039238798" sldId="2147483613"/>
            <ac:grpSpMk id="14" creationId="{E0B19D75-6EE6-D447-01DD-062B8C88735F}"/>
          </ac:grpSpMkLst>
        </pc:grpChg>
        <pc:picChg chg="add del mod">
          <ac:chgData name="Clement GUEGAN" userId="d23a0f27-fa23-4b58-8580-62884001917f" providerId="ADAL" clId="{E7C8A129-D09B-4155-913D-62838B3E3521}" dt="2026-04-01T15:03:35.270" v="6110" actId="478"/>
          <ac:picMkLst>
            <pc:docMk/>
            <pc:sldMk cId="2039238798" sldId="2147483613"/>
            <ac:picMk id="6" creationId="{A63B7EB1-FF40-5995-14B5-EC6EAC8A28A5}"/>
          </ac:picMkLst>
        </pc:picChg>
        <pc:picChg chg="add del mod">
          <ac:chgData name="Clement GUEGAN" userId="d23a0f27-fa23-4b58-8580-62884001917f" providerId="ADAL" clId="{E7C8A129-D09B-4155-913D-62838B3E3521}" dt="2026-04-01T15:07:47.624" v="6132" actId="478"/>
          <ac:picMkLst>
            <pc:docMk/>
            <pc:sldMk cId="2039238798" sldId="2147483613"/>
            <ac:picMk id="11" creationId="{FD0C6893-792E-74CD-7714-4DC561FA77AE}"/>
          </ac:picMkLst>
        </pc:picChg>
        <pc:picChg chg="del">
          <ac:chgData name="Clement GUEGAN" userId="d23a0f27-fa23-4b58-8580-62884001917f" providerId="ADAL" clId="{E7C8A129-D09B-4155-913D-62838B3E3521}" dt="2026-04-01T15:03:11.411" v="6097" actId="478"/>
          <ac:picMkLst>
            <pc:docMk/>
            <pc:sldMk cId="2039238798" sldId="2147483613"/>
            <ac:picMk id="16" creationId="{8DEF9C21-6135-514A-7E91-A083E50A5B5C}"/>
          </ac:picMkLst>
        </pc:picChg>
        <pc:picChg chg="add mod">
          <ac:chgData name="Clement GUEGAN" userId="d23a0f27-fa23-4b58-8580-62884001917f" providerId="ADAL" clId="{E7C8A129-D09B-4155-913D-62838B3E3521}" dt="2026-04-01T15:10:14.235" v="6164" actId="1076"/>
          <ac:picMkLst>
            <pc:docMk/>
            <pc:sldMk cId="2039238798" sldId="2147483613"/>
            <ac:picMk id="5126" creationId="{B17B746A-6935-4EF6-2B18-F00913E10ABE}"/>
          </ac:picMkLst>
        </pc:picChg>
      </pc:sldChg>
      <pc:sldChg chg="addSp delSp modSp add mod">
        <pc:chgData name="Clement GUEGAN" userId="d23a0f27-fa23-4b58-8580-62884001917f" providerId="ADAL" clId="{E7C8A129-D09B-4155-913D-62838B3E3521}" dt="2026-04-01T15:23:55.472" v="6564" actId="1076"/>
        <pc:sldMkLst>
          <pc:docMk/>
          <pc:sldMk cId="1849659006" sldId="2147483614"/>
        </pc:sldMkLst>
        <pc:spChg chg="mod ord">
          <ac:chgData name="Clement GUEGAN" userId="d23a0f27-fa23-4b58-8580-62884001917f" providerId="ADAL" clId="{E7C8A129-D09B-4155-913D-62838B3E3521}" dt="2026-04-01T15:19:09.185" v="6524" actId="14100"/>
          <ac:spMkLst>
            <pc:docMk/>
            <pc:sldMk cId="1849659006" sldId="2147483614"/>
            <ac:spMk id="17" creationId="{E807922C-B758-F34A-785F-D298C09FCEB9}"/>
          </ac:spMkLst>
        </pc:spChg>
        <pc:picChg chg="add mod ord">
          <ac:chgData name="Clement GUEGAN" userId="d23a0f27-fa23-4b58-8580-62884001917f" providerId="ADAL" clId="{E7C8A129-D09B-4155-913D-62838B3E3521}" dt="2026-04-01T15:18:56.436" v="6498" actId="1076"/>
          <ac:picMkLst>
            <pc:docMk/>
            <pc:sldMk cId="1849659006" sldId="2147483614"/>
            <ac:picMk id="5" creationId="{9FDFBA4F-8A2F-2D49-C2A5-E6FC9EACAE1F}"/>
          </ac:picMkLst>
        </pc:picChg>
        <pc:picChg chg="add del mod">
          <ac:chgData name="Clement GUEGAN" userId="d23a0f27-fa23-4b58-8580-62884001917f" providerId="ADAL" clId="{E7C8A129-D09B-4155-913D-62838B3E3521}" dt="2026-04-01T15:16:35.872" v="6466" actId="478"/>
          <ac:picMkLst>
            <pc:docMk/>
            <pc:sldMk cId="1849659006" sldId="2147483614"/>
            <ac:picMk id="7" creationId="{BEAEBB96-074C-56A6-1832-9D84D270F128}"/>
          </ac:picMkLst>
        </pc:picChg>
        <pc:picChg chg="add mod ord">
          <ac:chgData name="Clement GUEGAN" userId="d23a0f27-fa23-4b58-8580-62884001917f" providerId="ADAL" clId="{E7C8A129-D09B-4155-913D-62838B3E3521}" dt="2026-04-01T15:23:55.472" v="6564" actId="1076"/>
          <ac:picMkLst>
            <pc:docMk/>
            <pc:sldMk cId="1849659006" sldId="2147483614"/>
            <ac:picMk id="11" creationId="{FAA357B6-773F-10E3-04A9-AC04FCAECF2A}"/>
          </ac:picMkLst>
        </pc:picChg>
        <pc:picChg chg="add del mod">
          <ac:chgData name="Clement GUEGAN" userId="d23a0f27-fa23-4b58-8580-62884001917f" providerId="ADAL" clId="{E7C8A129-D09B-4155-913D-62838B3E3521}" dt="2026-04-01T15:16:30.605" v="6463" actId="478"/>
          <ac:picMkLst>
            <pc:docMk/>
            <pc:sldMk cId="1849659006" sldId="2147483614"/>
            <ac:picMk id="4100" creationId="{917136E8-08B5-C221-5977-5758C3947C4B}"/>
          </ac:picMkLst>
        </pc:picChg>
        <pc:picChg chg="del">
          <ac:chgData name="Clement GUEGAN" userId="d23a0f27-fa23-4b58-8580-62884001917f" providerId="ADAL" clId="{E7C8A129-D09B-4155-913D-62838B3E3521}" dt="2026-04-01T15:14:58.995" v="6430" actId="478"/>
          <ac:picMkLst>
            <pc:docMk/>
            <pc:sldMk cId="1849659006" sldId="2147483614"/>
            <ac:picMk id="5126" creationId="{9040D40E-7EFB-DD31-E367-50DBD1175B47}"/>
          </ac:picMkLst>
        </pc:picChg>
      </pc:sldChg>
      <pc:sldChg chg="addSp delSp modSp add mod ord">
        <pc:chgData name="Clement GUEGAN" userId="d23a0f27-fa23-4b58-8580-62884001917f" providerId="ADAL" clId="{E7C8A129-D09B-4155-913D-62838B3E3521}" dt="2026-04-01T15:41:29.630" v="6992" actId="14100"/>
        <pc:sldMkLst>
          <pc:docMk/>
          <pc:sldMk cId="2309374906" sldId="2147483615"/>
        </pc:sldMkLst>
        <pc:spChg chg="mod ord">
          <ac:chgData name="Clement GUEGAN" userId="d23a0f27-fa23-4b58-8580-62884001917f" providerId="ADAL" clId="{E7C8A129-D09B-4155-913D-62838B3E3521}" dt="2026-04-01T15:39:39.840" v="6927" actId="167"/>
          <ac:spMkLst>
            <pc:docMk/>
            <pc:sldMk cId="2309374906" sldId="2147483615"/>
            <ac:spMk id="3" creationId="{3556DEBA-1192-19EC-731E-E8BE821286A1}"/>
          </ac:spMkLst>
        </pc:spChg>
        <pc:spChg chg="add">
          <ac:chgData name="Clement GUEGAN" userId="d23a0f27-fa23-4b58-8580-62884001917f" providerId="ADAL" clId="{E7C8A129-D09B-4155-913D-62838B3E3521}" dt="2026-04-01T15:25:03.562" v="6573"/>
          <ac:spMkLst>
            <pc:docMk/>
            <pc:sldMk cId="2309374906" sldId="2147483615"/>
            <ac:spMk id="9" creationId="{2D14D4EB-CFC5-5EAA-8B0C-794C3209113E}"/>
          </ac:spMkLst>
        </pc:spChg>
        <pc:spChg chg="del">
          <ac:chgData name="Clement GUEGAN" userId="d23a0f27-fa23-4b58-8580-62884001917f" providerId="ADAL" clId="{E7C8A129-D09B-4155-913D-62838B3E3521}" dt="2026-04-01T15:24:23.975" v="6570" actId="478"/>
          <ac:spMkLst>
            <pc:docMk/>
            <pc:sldMk cId="2309374906" sldId="2147483615"/>
            <ac:spMk id="12" creationId="{6FA57571-C17A-CE35-D860-1E05A6DBAF1D}"/>
          </ac:spMkLst>
        </pc:spChg>
        <pc:spChg chg="del">
          <ac:chgData name="Clement GUEGAN" userId="d23a0f27-fa23-4b58-8580-62884001917f" providerId="ADAL" clId="{E7C8A129-D09B-4155-913D-62838B3E3521}" dt="2026-04-01T15:24:19.437" v="6568" actId="478"/>
          <ac:spMkLst>
            <pc:docMk/>
            <pc:sldMk cId="2309374906" sldId="2147483615"/>
            <ac:spMk id="17" creationId="{13472318-405D-064B-90B4-05BE6F9BA7FD}"/>
          </ac:spMkLst>
        </pc:spChg>
        <pc:spChg chg="mod">
          <ac:chgData name="Clement GUEGAN" userId="d23a0f27-fa23-4b58-8580-62884001917f" providerId="ADAL" clId="{E7C8A129-D09B-4155-913D-62838B3E3521}" dt="2026-04-01T15:26:09.123" v="6659"/>
          <ac:spMkLst>
            <pc:docMk/>
            <pc:sldMk cId="2309374906" sldId="2147483615"/>
            <ac:spMk id="18" creationId="{1C8DE2C3-E41F-7DF7-CCB4-BFF8487D4BCF}"/>
          </ac:spMkLst>
        </pc:spChg>
        <pc:spChg chg="mod">
          <ac:chgData name="Clement GUEGAN" userId="d23a0f27-fa23-4b58-8580-62884001917f" providerId="ADAL" clId="{E7C8A129-D09B-4155-913D-62838B3E3521}" dt="2026-04-01T15:26:03.468" v="6657" actId="1037"/>
          <ac:spMkLst>
            <pc:docMk/>
            <pc:sldMk cId="2309374906" sldId="2147483615"/>
            <ac:spMk id="19" creationId="{2D0425B7-4B18-AFC7-6F71-B4993D3510F9}"/>
          </ac:spMkLst>
        </pc:spChg>
        <pc:spChg chg="add mod">
          <ac:chgData name="Clement GUEGAN" userId="d23a0f27-fa23-4b58-8580-62884001917f" providerId="ADAL" clId="{E7C8A129-D09B-4155-913D-62838B3E3521}" dt="2026-04-01T15:40:05.347" v="6935" actId="1076"/>
          <ac:spMkLst>
            <pc:docMk/>
            <pc:sldMk cId="2309374906" sldId="2147483615"/>
            <ac:spMk id="20" creationId="{B60704B3-D821-6279-0554-13128839E6B5}"/>
          </ac:spMkLst>
        </pc:spChg>
        <pc:spChg chg="add mod">
          <ac:chgData name="Clement GUEGAN" userId="d23a0f27-fa23-4b58-8580-62884001917f" providerId="ADAL" clId="{E7C8A129-D09B-4155-913D-62838B3E3521}" dt="2026-04-01T15:41:29.630" v="6992" actId="14100"/>
          <ac:spMkLst>
            <pc:docMk/>
            <pc:sldMk cId="2309374906" sldId="2147483615"/>
            <ac:spMk id="22" creationId="{D568CFA3-362A-B219-F682-05971BA86F0C}"/>
          </ac:spMkLst>
        </pc:spChg>
        <pc:grpChg chg="del mod">
          <ac:chgData name="Clement GUEGAN" userId="d23a0f27-fa23-4b58-8580-62884001917f" providerId="ADAL" clId="{E7C8A129-D09B-4155-913D-62838B3E3521}" dt="2026-04-01T15:24:23.975" v="6570" actId="478"/>
          <ac:grpSpMkLst>
            <pc:docMk/>
            <pc:sldMk cId="2309374906" sldId="2147483615"/>
            <ac:grpSpMk id="14" creationId="{E60B1FFB-3F63-298A-1A20-457425629D58}"/>
          </ac:grpSpMkLst>
        </pc:grpChg>
        <pc:grpChg chg="add mod">
          <ac:chgData name="Clement GUEGAN" userId="d23a0f27-fa23-4b58-8580-62884001917f" providerId="ADAL" clId="{E7C8A129-D09B-4155-913D-62838B3E3521}" dt="2026-04-01T15:40:05.347" v="6935" actId="1076"/>
          <ac:grpSpMkLst>
            <pc:docMk/>
            <pc:sldMk cId="2309374906" sldId="2147483615"/>
            <ac:grpSpMk id="15" creationId="{9E8180B9-62B9-1514-2AEC-7A205C7FDD02}"/>
          </ac:grpSpMkLst>
        </pc:grpChg>
        <pc:picChg chg="del">
          <ac:chgData name="Clement GUEGAN" userId="d23a0f27-fa23-4b58-8580-62884001917f" providerId="ADAL" clId="{E7C8A129-D09B-4155-913D-62838B3E3521}" dt="2026-04-01T15:24:21.391" v="6569" actId="478"/>
          <ac:picMkLst>
            <pc:docMk/>
            <pc:sldMk cId="2309374906" sldId="2147483615"/>
            <ac:picMk id="2" creationId="{454BCB24-957F-FDE9-9501-76FBB080620B}"/>
          </ac:picMkLst>
        </pc:picChg>
        <pc:picChg chg="add del mod ord">
          <ac:chgData name="Clement GUEGAN" userId="d23a0f27-fa23-4b58-8580-62884001917f" providerId="ADAL" clId="{E7C8A129-D09B-4155-913D-62838B3E3521}" dt="2026-04-01T15:24:19.437" v="6568" actId="478"/>
          <ac:picMkLst>
            <pc:docMk/>
            <pc:sldMk cId="2309374906" sldId="2147483615"/>
            <ac:picMk id="6" creationId="{8D856641-8668-96D4-E152-A44B152533B4}"/>
          </ac:picMkLst>
        </pc:picChg>
        <pc:picChg chg="add mod">
          <ac:chgData name="Clement GUEGAN" userId="d23a0f27-fa23-4b58-8580-62884001917f" providerId="ADAL" clId="{E7C8A129-D09B-4155-913D-62838B3E3521}" dt="2026-04-01T15:24:28.240" v="6572" actId="571"/>
          <ac:picMkLst>
            <pc:docMk/>
            <pc:sldMk cId="2309374906" sldId="2147483615"/>
            <ac:picMk id="7" creationId="{D39463C4-D572-E6CE-5822-D7D85CFF01E5}"/>
          </ac:picMkLst>
        </pc:picChg>
        <pc:picChg chg="add mod ord">
          <ac:chgData name="Clement GUEGAN" userId="d23a0f27-fa23-4b58-8580-62884001917f" providerId="ADAL" clId="{E7C8A129-D09B-4155-913D-62838B3E3521}" dt="2026-04-01T15:40:07.529" v="6936" actId="166"/>
          <ac:picMkLst>
            <pc:docMk/>
            <pc:sldMk cId="2309374906" sldId="2147483615"/>
            <ac:picMk id="13" creationId="{8B856F64-BC35-6A91-0BCF-4B15529C2F36}"/>
          </ac:picMkLst>
        </pc:picChg>
        <pc:picChg chg="mod">
          <ac:chgData name="Clement GUEGAN" userId="d23a0f27-fa23-4b58-8580-62884001917f" providerId="ADAL" clId="{E7C8A129-D09B-4155-913D-62838B3E3521}" dt="2026-04-01T15:26:09.123" v="6659"/>
          <ac:picMkLst>
            <pc:docMk/>
            <pc:sldMk cId="2309374906" sldId="2147483615"/>
            <ac:picMk id="16" creationId="{96FAEC64-F1EE-C0EA-D658-94C1B480E15D}"/>
          </ac:picMkLst>
        </pc:picChg>
        <pc:picChg chg="add mod">
          <ac:chgData name="Clement GUEGAN" userId="d23a0f27-fa23-4b58-8580-62884001917f" providerId="ADAL" clId="{E7C8A129-D09B-4155-913D-62838B3E3521}" dt="2026-04-01T15:41:18.775" v="6988" actId="1076"/>
          <ac:picMkLst>
            <pc:docMk/>
            <pc:sldMk cId="2309374906" sldId="2147483615"/>
            <ac:picMk id="21" creationId="{4780F10D-668E-52B2-6A74-74E7CE9D222F}"/>
          </ac:picMkLst>
        </pc:picChg>
        <pc:picChg chg="add mod ord">
          <ac:chgData name="Clement GUEGAN" userId="d23a0f27-fa23-4b58-8580-62884001917f" providerId="ADAL" clId="{E7C8A129-D09B-4155-913D-62838B3E3521}" dt="2026-04-01T15:40:58.731" v="6974" actId="167"/>
          <ac:picMkLst>
            <pc:docMk/>
            <pc:sldMk cId="2309374906" sldId="2147483615"/>
            <ac:picMk id="24" creationId="{9C27F52E-ABFE-61DA-8C52-2F9219DCB6CE}"/>
          </ac:picMkLst>
        </pc:picChg>
        <pc:picChg chg="del">
          <ac:chgData name="Clement GUEGAN" userId="d23a0f27-fa23-4b58-8580-62884001917f" providerId="ADAL" clId="{E7C8A129-D09B-4155-913D-62838B3E3521}" dt="2026-04-01T15:26:04.656" v="6658" actId="478"/>
          <ac:picMkLst>
            <pc:docMk/>
            <pc:sldMk cId="2309374906" sldId="2147483615"/>
            <ac:picMk id="4098" creationId="{067354A5-BF7A-3B52-8316-3121556BBFA0}"/>
          </ac:picMkLst>
        </pc:picChg>
      </pc:sldChg>
      <pc:sldChg chg="add del">
        <pc:chgData name="Clement GUEGAN" userId="d23a0f27-fa23-4b58-8580-62884001917f" providerId="ADAL" clId="{E7C8A129-D09B-4155-913D-62838B3E3521}" dt="2026-04-01T15:42:39.937" v="6995" actId="2890"/>
        <pc:sldMkLst>
          <pc:docMk/>
          <pc:sldMk cId="855724407" sldId="2147483616"/>
        </pc:sldMkLst>
      </pc:sldChg>
      <pc:sldChg chg="addSp delSp modSp add mod ord">
        <pc:chgData name="Clement GUEGAN" userId="d23a0f27-fa23-4b58-8580-62884001917f" providerId="ADAL" clId="{E7C8A129-D09B-4155-913D-62838B3E3521}" dt="2026-04-01T15:51:34.098" v="7307" actId="167"/>
        <pc:sldMkLst>
          <pc:docMk/>
          <pc:sldMk cId="2093032458" sldId="2147483616"/>
        </pc:sldMkLst>
        <pc:spChg chg="add">
          <ac:chgData name="Clement GUEGAN" userId="d23a0f27-fa23-4b58-8580-62884001917f" providerId="ADAL" clId="{E7C8A129-D09B-4155-913D-62838B3E3521}" dt="2026-04-01T15:46:09.287" v="7035"/>
          <ac:spMkLst>
            <pc:docMk/>
            <pc:sldMk cId="2093032458" sldId="2147483616"/>
            <ac:spMk id="6" creationId="{283FF21B-84C0-EEC6-A3C6-E7D4C8C23463}"/>
          </ac:spMkLst>
        </pc:spChg>
        <pc:spChg chg="mod">
          <ac:chgData name="Clement GUEGAN" userId="d23a0f27-fa23-4b58-8580-62884001917f" providerId="ADAL" clId="{E7C8A129-D09B-4155-913D-62838B3E3521}" dt="2026-04-01T15:48:22.930" v="7098" actId="1076"/>
          <ac:spMkLst>
            <pc:docMk/>
            <pc:sldMk cId="2093032458" sldId="2147483616"/>
            <ac:spMk id="12" creationId="{761DE2D8-74B2-628F-30B7-26677590FD95}"/>
          </ac:spMkLst>
        </pc:spChg>
        <pc:spChg chg="mod">
          <ac:chgData name="Clement GUEGAN" userId="d23a0f27-fa23-4b58-8580-62884001917f" providerId="ADAL" clId="{E7C8A129-D09B-4155-913D-62838B3E3521}" dt="2026-04-01T15:50:46.991" v="7300" actId="14100"/>
          <ac:spMkLst>
            <pc:docMk/>
            <pc:sldMk cId="2093032458" sldId="2147483616"/>
            <ac:spMk id="17" creationId="{0F1C6938-381F-E7ED-2838-A478F4A15974}"/>
          </ac:spMkLst>
        </pc:spChg>
        <pc:spChg chg="mod">
          <ac:chgData name="Clement GUEGAN" userId="d23a0f27-fa23-4b58-8580-62884001917f" providerId="ADAL" clId="{E7C8A129-D09B-4155-913D-62838B3E3521}" dt="2026-04-01T15:46:47.496" v="7067" actId="1037"/>
          <ac:spMkLst>
            <pc:docMk/>
            <pc:sldMk cId="2093032458" sldId="2147483616"/>
            <ac:spMk id="19" creationId="{92A595C5-8B9F-4699-493D-9B40F3A0DED0}"/>
          </ac:spMkLst>
        </pc:spChg>
        <pc:picChg chg="mod">
          <ac:chgData name="Clement GUEGAN" userId="d23a0f27-fa23-4b58-8580-62884001917f" providerId="ADAL" clId="{E7C8A129-D09B-4155-913D-62838B3E3521}" dt="2026-04-01T15:50:40.217" v="7299" actId="1076"/>
          <ac:picMkLst>
            <pc:docMk/>
            <pc:sldMk cId="2093032458" sldId="2147483616"/>
            <ac:picMk id="2" creationId="{EC615D7A-B28E-73E1-5656-1D4923D756F8}"/>
          </ac:picMkLst>
        </pc:picChg>
        <pc:picChg chg="del">
          <ac:chgData name="Clement GUEGAN" userId="d23a0f27-fa23-4b58-8580-62884001917f" providerId="ADAL" clId="{E7C8A129-D09B-4155-913D-62838B3E3521}" dt="2026-04-01T15:51:07.680" v="7301" actId="478"/>
          <ac:picMkLst>
            <pc:docMk/>
            <pc:sldMk cId="2093032458" sldId="2147483616"/>
            <ac:picMk id="5" creationId="{E6B7B769-CDAD-BDC9-6B2A-D36299C2EF1C}"/>
          </ac:picMkLst>
        </pc:picChg>
        <pc:picChg chg="add mod">
          <ac:chgData name="Clement GUEGAN" userId="d23a0f27-fa23-4b58-8580-62884001917f" providerId="ADAL" clId="{E7C8A129-D09B-4155-913D-62838B3E3521}" dt="2026-04-01T15:46:39.737" v="7047" actId="1076"/>
          <ac:picMkLst>
            <pc:docMk/>
            <pc:sldMk cId="2093032458" sldId="2147483616"/>
            <ac:picMk id="9" creationId="{02B6D854-A5EE-476F-C5C5-825EB513DC6B}"/>
          </ac:picMkLst>
        </pc:picChg>
        <pc:picChg chg="add mod ord">
          <ac:chgData name="Clement GUEGAN" userId="d23a0f27-fa23-4b58-8580-62884001917f" providerId="ADAL" clId="{E7C8A129-D09B-4155-913D-62838B3E3521}" dt="2026-04-01T15:51:34.098" v="7307" actId="167"/>
          <ac:picMkLst>
            <pc:docMk/>
            <pc:sldMk cId="2093032458" sldId="2147483616"/>
            <ac:picMk id="11" creationId="{4F743C7B-0F93-F309-A56C-D3B138050051}"/>
          </ac:picMkLst>
        </pc:picChg>
        <pc:picChg chg="del">
          <ac:chgData name="Clement GUEGAN" userId="d23a0f27-fa23-4b58-8580-62884001917f" providerId="ADAL" clId="{E7C8A129-D09B-4155-913D-62838B3E3521}" dt="2026-04-01T15:46:35.450" v="7046" actId="478"/>
          <ac:picMkLst>
            <pc:docMk/>
            <pc:sldMk cId="2093032458" sldId="2147483616"/>
            <ac:picMk id="4098" creationId="{62DD509C-CA01-F354-CF8B-5C48D0F4274E}"/>
          </ac:picMkLst>
        </pc:picChg>
      </pc:sldChg>
      <pc:sldChg chg="modSp add mod">
        <pc:chgData name="Clement GUEGAN" userId="d23a0f27-fa23-4b58-8580-62884001917f" providerId="ADAL" clId="{E7C8A129-D09B-4155-913D-62838B3E3521}" dt="2026-04-01T15:59:39.007" v="7421" actId="20577"/>
        <pc:sldMkLst>
          <pc:docMk/>
          <pc:sldMk cId="4148616359" sldId="2147483617"/>
        </pc:sldMkLst>
        <pc:spChg chg="mod">
          <ac:chgData name="Clement GUEGAN" userId="d23a0f27-fa23-4b58-8580-62884001917f" providerId="ADAL" clId="{E7C8A129-D09B-4155-913D-62838B3E3521}" dt="2026-04-01T15:59:39.007" v="7421" actId="20577"/>
          <ac:spMkLst>
            <pc:docMk/>
            <pc:sldMk cId="4148616359" sldId="2147483617"/>
            <ac:spMk id="3" creationId="{830B683C-A196-394C-7171-0E82CEEB0A75}"/>
          </ac:spMkLst>
        </pc:spChg>
      </pc:sldChg>
      <pc:sldChg chg="modSp add mod">
        <pc:chgData name="Clement GUEGAN" userId="d23a0f27-fa23-4b58-8580-62884001917f" providerId="ADAL" clId="{E7C8A129-D09B-4155-913D-62838B3E3521}" dt="2026-04-01T16:00:13.766" v="7487" actId="20577"/>
        <pc:sldMkLst>
          <pc:docMk/>
          <pc:sldMk cId="2574129185" sldId="2147483618"/>
        </pc:sldMkLst>
        <pc:spChg chg="mod">
          <ac:chgData name="Clement GUEGAN" userId="d23a0f27-fa23-4b58-8580-62884001917f" providerId="ADAL" clId="{E7C8A129-D09B-4155-913D-62838B3E3521}" dt="2026-04-01T16:00:13.766" v="7487" actId="20577"/>
          <ac:spMkLst>
            <pc:docMk/>
            <pc:sldMk cId="2574129185" sldId="2147483618"/>
            <ac:spMk id="3" creationId="{3F2A3723-5960-6EBB-9BC3-AE2B04B99B4E}"/>
          </ac:spMkLst>
        </pc:spChg>
      </pc:sldChg>
    </pc:docChg>
  </pc:docChgLst>
  <pc:docChgLst>
    <pc:chgData name="Clement GUEGAN" userId="d23a0f27-fa23-4b58-8580-62884001917f" providerId="ADAL" clId="{5C6B7516-0FCC-4F61-870B-713D117E3277}"/>
    <pc:docChg chg="undo custSel addSld delSld modSld sldOrd">
      <pc:chgData name="Clement GUEGAN" userId="d23a0f27-fa23-4b58-8580-62884001917f" providerId="ADAL" clId="{5C6B7516-0FCC-4F61-870B-713D117E3277}" dt="2026-03-31T14:02:10.866" v="1506"/>
      <pc:docMkLst>
        <pc:docMk/>
      </pc:docMkLst>
      <pc:sldChg chg="del">
        <pc:chgData name="Clement GUEGAN" userId="d23a0f27-fa23-4b58-8580-62884001917f" providerId="ADAL" clId="{5C6B7516-0FCC-4F61-870B-713D117E3277}" dt="2026-03-31T09:48:02.838" v="1282" actId="47"/>
        <pc:sldMkLst>
          <pc:docMk/>
          <pc:sldMk cId="3631740315" sldId="2147483585"/>
        </pc:sldMkLst>
      </pc:sldChg>
      <pc:sldChg chg="del">
        <pc:chgData name="Clement GUEGAN" userId="d23a0f27-fa23-4b58-8580-62884001917f" providerId="ADAL" clId="{5C6B7516-0FCC-4F61-870B-713D117E3277}" dt="2026-03-31T09:48:02.838" v="1282" actId="47"/>
        <pc:sldMkLst>
          <pc:docMk/>
          <pc:sldMk cId="359831008" sldId="2147483586"/>
        </pc:sldMkLst>
      </pc:sldChg>
      <pc:sldChg chg="del">
        <pc:chgData name="Clement GUEGAN" userId="d23a0f27-fa23-4b58-8580-62884001917f" providerId="ADAL" clId="{5C6B7516-0FCC-4F61-870B-713D117E3277}" dt="2026-03-31T09:48:02.838" v="1282" actId="47"/>
        <pc:sldMkLst>
          <pc:docMk/>
          <pc:sldMk cId="2224685967" sldId="2147483589"/>
        </pc:sldMkLst>
      </pc:sldChg>
      <pc:sldChg chg="addSp modSp mod">
        <pc:chgData name="Clement GUEGAN" userId="d23a0f27-fa23-4b58-8580-62884001917f" providerId="ADAL" clId="{5C6B7516-0FCC-4F61-870B-713D117E3277}" dt="2026-03-31T13:46:30.899" v="1452" actId="20577"/>
        <pc:sldMkLst>
          <pc:docMk/>
          <pc:sldMk cId="549821758" sldId="2147483591"/>
        </pc:sldMkLst>
        <pc:spChg chg="add mod">
          <ac:chgData name="Clement GUEGAN" userId="d23a0f27-fa23-4b58-8580-62884001917f" providerId="ADAL" clId="{5C6B7516-0FCC-4F61-870B-713D117E3277}" dt="2026-03-31T10:09:03.966" v="1390" actId="20577"/>
          <ac:spMkLst>
            <pc:docMk/>
            <pc:sldMk cId="549821758" sldId="2147483591"/>
            <ac:spMk id="2" creationId="{9A12E73A-3B3D-D797-008A-AD3C8A140884}"/>
          </ac:spMkLst>
        </pc:spChg>
        <pc:graphicFrameChg chg="mod modGraphic">
          <ac:chgData name="Clement GUEGAN" userId="d23a0f27-fa23-4b58-8580-62884001917f" providerId="ADAL" clId="{5C6B7516-0FCC-4F61-870B-713D117E3277}" dt="2026-03-31T13:46:30.899" v="1452" actId="20577"/>
          <ac:graphicFrameMkLst>
            <pc:docMk/>
            <pc:sldMk cId="549821758" sldId="2147483591"/>
            <ac:graphicFrameMk id="24" creationId="{577BD708-8334-4A73-3434-29E675BE8679}"/>
          </ac:graphicFrameMkLst>
        </pc:graphicFrameChg>
      </pc:sldChg>
      <pc:sldChg chg="del">
        <pc:chgData name="Clement GUEGAN" userId="d23a0f27-fa23-4b58-8580-62884001917f" providerId="ADAL" clId="{5C6B7516-0FCC-4F61-870B-713D117E3277}" dt="2026-03-31T09:48:02.838" v="1282" actId="47"/>
        <pc:sldMkLst>
          <pc:docMk/>
          <pc:sldMk cId="2186116944" sldId="2147483592"/>
        </pc:sldMkLst>
      </pc:sldChg>
      <pc:sldChg chg="del">
        <pc:chgData name="Clement GUEGAN" userId="d23a0f27-fa23-4b58-8580-62884001917f" providerId="ADAL" clId="{5C6B7516-0FCC-4F61-870B-713D117E3277}" dt="2026-03-31T09:48:02.838" v="1282" actId="47"/>
        <pc:sldMkLst>
          <pc:docMk/>
          <pc:sldMk cId="3083498986" sldId="2147483593"/>
        </pc:sldMkLst>
      </pc:sldChg>
      <pc:sldChg chg="del">
        <pc:chgData name="Clement GUEGAN" userId="d23a0f27-fa23-4b58-8580-62884001917f" providerId="ADAL" clId="{5C6B7516-0FCC-4F61-870B-713D117E3277}" dt="2026-03-31T09:48:02.838" v="1282" actId="47"/>
        <pc:sldMkLst>
          <pc:docMk/>
          <pc:sldMk cId="3404957370" sldId="2147483594"/>
        </pc:sldMkLst>
      </pc:sldChg>
      <pc:sldChg chg="modSp mod modNotesTx">
        <pc:chgData name="Clement GUEGAN" userId="d23a0f27-fa23-4b58-8580-62884001917f" providerId="ADAL" clId="{5C6B7516-0FCC-4F61-870B-713D117E3277}" dt="2026-03-31T09:46:55.718" v="1218" actId="20577"/>
        <pc:sldMkLst>
          <pc:docMk/>
          <pc:sldMk cId="1861788918" sldId="2147483596"/>
        </pc:sldMkLst>
        <pc:spChg chg="mod">
          <ac:chgData name="Clement GUEGAN" userId="d23a0f27-fa23-4b58-8580-62884001917f" providerId="ADAL" clId="{5C6B7516-0FCC-4F61-870B-713D117E3277}" dt="2026-03-31T07:58:37.871" v="295" actId="2711"/>
          <ac:spMkLst>
            <pc:docMk/>
            <pc:sldMk cId="1861788918" sldId="2147483596"/>
            <ac:spMk id="3" creationId="{CCFA2D70-42EE-68BE-BE0E-0434770D5427}"/>
          </ac:spMkLst>
        </pc:spChg>
        <pc:spChg chg="mod">
          <ac:chgData name="Clement GUEGAN" userId="d23a0f27-fa23-4b58-8580-62884001917f" providerId="ADAL" clId="{5C6B7516-0FCC-4F61-870B-713D117E3277}" dt="2026-03-31T09:46:55.718" v="1218" actId="20577"/>
          <ac:spMkLst>
            <pc:docMk/>
            <pc:sldMk cId="1861788918" sldId="2147483596"/>
            <ac:spMk id="7" creationId="{E3511C3D-E94E-FCC1-4685-F02AD1B76BC5}"/>
          </ac:spMkLst>
        </pc:spChg>
        <pc:cxnChg chg="mod">
          <ac:chgData name="Clement GUEGAN" userId="d23a0f27-fa23-4b58-8580-62884001917f" providerId="ADAL" clId="{5C6B7516-0FCC-4F61-870B-713D117E3277}" dt="2026-03-31T08:20:12.806" v="750" actId="1035"/>
          <ac:cxnSpMkLst>
            <pc:docMk/>
            <pc:sldMk cId="1861788918" sldId="2147483596"/>
            <ac:cxnSpMk id="2" creationId="{19FE085C-386D-6CF6-49F6-E2FED139D5EB}"/>
          </ac:cxnSpMkLst>
        </pc:cxnChg>
      </pc:sldChg>
      <pc:sldChg chg="modSp mod ord">
        <pc:chgData name="Clement GUEGAN" userId="d23a0f27-fa23-4b58-8580-62884001917f" providerId="ADAL" clId="{5C6B7516-0FCC-4F61-870B-713D117E3277}" dt="2026-03-31T13:23:34.477" v="1393"/>
        <pc:sldMkLst>
          <pc:docMk/>
          <pc:sldMk cId="1576446455" sldId="2147483599"/>
        </pc:sldMkLst>
        <pc:spChg chg="mod">
          <ac:chgData name="Clement GUEGAN" userId="d23a0f27-fa23-4b58-8580-62884001917f" providerId="ADAL" clId="{5C6B7516-0FCC-4F61-870B-713D117E3277}" dt="2026-03-31T09:47:49.223" v="1280" actId="20577"/>
          <ac:spMkLst>
            <pc:docMk/>
            <pc:sldMk cId="1576446455" sldId="2147483599"/>
            <ac:spMk id="2" creationId="{A80F6172-E4F7-8224-05C7-CA7A38DF67ED}"/>
          </ac:spMkLst>
        </pc:spChg>
        <pc:spChg chg="mod">
          <ac:chgData name="Clement GUEGAN" userId="d23a0f27-fa23-4b58-8580-62884001917f" providerId="ADAL" clId="{5C6B7516-0FCC-4F61-870B-713D117E3277}" dt="2026-03-31T13:23:34.477" v="1393"/>
          <ac:spMkLst>
            <pc:docMk/>
            <pc:sldMk cId="1576446455" sldId="2147483599"/>
            <ac:spMk id="3" creationId="{CA726D81-40CD-74EA-AB23-1E219170BF3E}"/>
          </ac:spMkLst>
        </pc:spChg>
      </pc:sldChg>
      <pc:sldChg chg="del">
        <pc:chgData name="Clement GUEGAN" userId="d23a0f27-fa23-4b58-8580-62884001917f" providerId="ADAL" clId="{5C6B7516-0FCC-4F61-870B-713D117E3277}" dt="2026-03-31T09:47:59.641" v="1281" actId="47"/>
        <pc:sldMkLst>
          <pc:docMk/>
          <pc:sldMk cId="1290157579" sldId="2147483600"/>
        </pc:sldMkLst>
      </pc:sldChg>
      <pc:sldChg chg="addSp delSp modSp mod">
        <pc:chgData name="Clement GUEGAN" userId="d23a0f27-fa23-4b58-8580-62884001917f" providerId="ADAL" clId="{5C6B7516-0FCC-4F61-870B-713D117E3277}" dt="2026-03-31T14:01:58.581" v="1504"/>
        <pc:sldMkLst>
          <pc:docMk/>
          <pc:sldMk cId="1745693555" sldId="2147483602"/>
        </pc:sldMkLst>
        <pc:graphicFrameChg chg="add mod">
          <ac:chgData name="Clement GUEGAN" userId="d23a0f27-fa23-4b58-8580-62884001917f" providerId="ADAL" clId="{5C6B7516-0FCC-4F61-870B-713D117E3277}" dt="2026-03-31T14:01:58.581" v="1504"/>
          <ac:graphicFrameMkLst>
            <pc:docMk/>
            <pc:sldMk cId="1745693555" sldId="2147483602"/>
            <ac:graphicFrameMk id="2" creationId="{173B61B7-877D-FDBC-AB32-44CBB12836B7}"/>
          </ac:graphicFrameMkLst>
        </pc:graphicFrameChg>
        <pc:graphicFrameChg chg="del">
          <ac:chgData name="Clement GUEGAN" userId="d23a0f27-fa23-4b58-8580-62884001917f" providerId="ADAL" clId="{5C6B7516-0FCC-4F61-870B-713D117E3277}" dt="2026-03-31T14:01:58.265" v="1503" actId="478"/>
          <ac:graphicFrameMkLst>
            <pc:docMk/>
            <pc:sldMk cId="1745693555" sldId="2147483602"/>
            <ac:graphicFrameMk id="24" creationId="{8AEE28B4-4C17-E653-E8C6-8496154D65AC}"/>
          </ac:graphicFrameMkLst>
        </pc:graphicFrameChg>
      </pc:sldChg>
      <pc:sldChg chg="modSp">
        <pc:chgData name="Clement GUEGAN" userId="d23a0f27-fa23-4b58-8580-62884001917f" providerId="ADAL" clId="{5C6B7516-0FCC-4F61-870B-713D117E3277}" dt="2026-03-31T14:02:10.866" v="1506"/>
        <pc:sldMkLst>
          <pc:docMk/>
          <pc:sldMk cId="3648391839" sldId="2147483603"/>
        </pc:sldMkLst>
        <pc:spChg chg="mod">
          <ac:chgData name="Clement GUEGAN" userId="d23a0f27-fa23-4b58-8580-62884001917f" providerId="ADAL" clId="{5C6B7516-0FCC-4F61-870B-713D117E3277}" dt="2026-03-31T14:02:10.866" v="1506"/>
          <ac:spMkLst>
            <pc:docMk/>
            <pc:sldMk cId="3648391839" sldId="2147483603"/>
            <ac:spMk id="3" creationId="{E6EF9738-26A9-424D-F011-33FE5B6C0CFA}"/>
          </ac:spMkLst>
        </pc:spChg>
      </pc:sldChg>
      <pc:sldChg chg="modSp add mod">
        <pc:chgData name="Clement GUEGAN" userId="d23a0f27-fa23-4b58-8580-62884001917f" providerId="ADAL" clId="{5C6B7516-0FCC-4F61-870B-713D117E3277}" dt="2026-03-30T12:31:25.076" v="21"/>
        <pc:sldMkLst>
          <pc:docMk/>
          <pc:sldMk cId="3953723628" sldId="2147483604"/>
        </pc:sldMkLst>
        <pc:graphicFrameChg chg="mod modGraphic">
          <ac:chgData name="Clement GUEGAN" userId="d23a0f27-fa23-4b58-8580-62884001917f" providerId="ADAL" clId="{5C6B7516-0FCC-4F61-870B-713D117E3277}" dt="2026-03-30T12:31:25.076" v="21"/>
          <ac:graphicFrameMkLst>
            <pc:docMk/>
            <pc:sldMk cId="3953723628" sldId="2147483604"/>
            <ac:graphicFrameMk id="6" creationId="{B777EE42-F8A8-C9A2-2C78-938A0E552FB9}"/>
          </ac:graphicFrameMkLst>
        </pc:graphicFrameChg>
      </pc:sldChg>
      <pc:sldChg chg="add del">
        <pc:chgData name="Clement GUEGAN" userId="d23a0f27-fa23-4b58-8580-62884001917f" providerId="ADAL" clId="{5C6B7516-0FCC-4F61-870B-713D117E3277}" dt="2026-03-31T09:46:51.578" v="1215" actId="47"/>
        <pc:sldMkLst>
          <pc:docMk/>
          <pc:sldMk cId="1593913471" sldId="2147483605"/>
        </pc:sldMkLst>
      </pc:sldChg>
      <pc:sldChg chg="delSp modSp add del mod">
        <pc:chgData name="Clement GUEGAN" userId="d23a0f27-fa23-4b58-8580-62884001917f" providerId="ADAL" clId="{5C6B7516-0FCC-4F61-870B-713D117E3277}" dt="2026-03-31T14:02:01.373" v="1505" actId="47"/>
        <pc:sldMkLst>
          <pc:docMk/>
          <pc:sldMk cId="3924888015" sldId="2147483605"/>
        </pc:sldMkLst>
        <pc:spChg chg="del">
          <ac:chgData name="Clement GUEGAN" userId="d23a0f27-fa23-4b58-8580-62884001917f" providerId="ADAL" clId="{5C6B7516-0FCC-4F61-870B-713D117E3277}" dt="2026-03-31T11:15:43.818" v="1392" actId="478"/>
          <ac:spMkLst>
            <pc:docMk/>
            <pc:sldMk cId="3924888015" sldId="2147483605"/>
            <ac:spMk id="2" creationId="{50E5FCC4-39AD-612F-7741-3471B7728353}"/>
          </ac:spMkLst>
        </pc:spChg>
        <pc:graphicFrameChg chg="mod modGraphic">
          <ac:chgData name="Clement GUEGAN" userId="d23a0f27-fa23-4b58-8580-62884001917f" providerId="ADAL" clId="{5C6B7516-0FCC-4F61-870B-713D117E3277}" dt="2026-03-31T14:01:31.670" v="1502"/>
          <ac:graphicFrameMkLst>
            <pc:docMk/>
            <pc:sldMk cId="3924888015" sldId="2147483605"/>
            <ac:graphicFrameMk id="24" creationId="{E62F6CC9-C7EC-5846-395F-90877454E236}"/>
          </ac:graphicFrameMkLst>
        </pc:graphicFrameChg>
      </pc:sldChg>
      <pc:sldChg chg="add del">
        <pc:chgData name="Clement GUEGAN" userId="d23a0f27-fa23-4b58-8580-62884001917f" providerId="ADAL" clId="{5C6B7516-0FCC-4F61-870B-713D117E3277}" dt="2026-03-31T09:46:47.126" v="1214" actId="47"/>
        <pc:sldMkLst>
          <pc:docMk/>
          <pc:sldMk cId="1439164025" sldId="21474836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3B99AE-3ACC-43AD-AD88-EBD969BDA1CE}" type="datetimeFigureOut">
              <a:rPr lang="fr-FR" smtClean="0"/>
              <a:t>01/04/2026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A950E7-0BA4-4011-A63E-84C2F469BF95}" type="slidenum">
              <a:rPr lang="fr-FR" smtClean="0"/>
              <a:t>‹#›</a:t>
            </a:fld>
            <a:endParaRPr lang="fr-FR"/>
          </a:p>
        </p:txBody>
      </p:sp>
    </p:spTree>
    <p:extLst>
      <p:ext uri="{BB962C8B-B14F-4D97-AF65-F5344CB8AC3E}">
        <p14:creationId xmlns:p14="http://schemas.microsoft.com/office/powerpoint/2010/main" val="48975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2AE093-07E4-4A08-9DFF-4A996E98E45F}" type="slidenum">
              <a:rPr kumimoji="0" lang="fr-FR" sz="1200" b="0" i="0" u="none" strike="noStrike" kern="1200" cap="none" spc="0" normalizeH="0" baseline="0" noProof="0" smtClean="0">
                <a:ln>
                  <a:noFill/>
                </a:ln>
                <a:solidFill>
                  <a:prstClr val="black"/>
                </a:solidFill>
                <a:effectLst/>
                <a:uLnTx/>
                <a:uFillTx/>
                <a:latin typeface="LVMH Sans Semi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LVMH Sans SemiLight" pitchFamily="2" charset="0"/>
              <a:ea typeface="+mn-ea"/>
              <a:cs typeface="+mn-cs"/>
            </a:endParaRPr>
          </a:p>
        </p:txBody>
      </p:sp>
    </p:spTree>
    <p:extLst>
      <p:ext uri="{BB962C8B-B14F-4D97-AF65-F5344CB8AC3E}">
        <p14:creationId xmlns:p14="http://schemas.microsoft.com/office/powerpoint/2010/main" val="4266521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18DC-8F16-A18F-F766-13873118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3AD1B-BCB2-BAF2-0774-B803AB519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B26F7-F002-99D9-B745-B2BD13C52254}"/>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DE650CD2-B59D-167E-14A9-A7916A7A89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7643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6720C-09E2-9CB8-33E9-0A7495536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D5FBB-D225-A35A-F739-62F831A35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B0160-9E4A-FCB0-6949-5EC0CD18D817}"/>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96BEFE76-64CC-A498-1FC5-3D0EC52DD6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5038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A950E7-0BA4-4011-A63E-84C2F469BF95}" type="slidenum">
              <a:rPr lang="fr-FR" smtClean="0"/>
              <a:t>5</a:t>
            </a:fld>
            <a:endParaRPr lang="fr-FR"/>
          </a:p>
        </p:txBody>
      </p:sp>
    </p:spTree>
    <p:extLst>
      <p:ext uri="{BB962C8B-B14F-4D97-AF65-F5344CB8AC3E}">
        <p14:creationId xmlns:p14="http://schemas.microsoft.com/office/powerpoint/2010/main" val="526147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CCAFF-7E04-455D-394F-084AABC02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B85F7-DC23-57A5-A525-CFB25D1E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CA2C5-A623-2262-F350-7C52FF36D691}"/>
              </a:ext>
            </a:extLst>
          </p:cNvPr>
          <p:cNvSpPr>
            <a:spLocks noGrp="1"/>
          </p:cNvSpPr>
          <p:nvPr>
            <p:ph type="body" idx="1"/>
          </p:nvPr>
        </p:nvSpPr>
        <p:spPr/>
        <p:txBody>
          <a:bodyPr/>
          <a:lstStyle/>
          <a:p>
            <a:pPr marL="171450" indent="-171450">
              <a:buFontTx/>
              <a:buChar char="-"/>
            </a:pPr>
            <a:endParaRPr lang="fr-FR" dirty="0"/>
          </a:p>
        </p:txBody>
      </p:sp>
      <p:sp>
        <p:nvSpPr>
          <p:cNvPr id="4" name="Slide Number Placeholder 3">
            <a:extLst>
              <a:ext uri="{FF2B5EF4-FFF2-40B4-BE49-F238E27FC236}">
                <a16:creationId xmlns:a16="http://schemas.microsoft.com/office/drawing/2014/main" id="{393F5B2B-2E8D-AC9F-E96E-3298A829EC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1835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ADEBC-0E17-E51F-7C7D-6CBB46F80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3855D7-E2D9-2171-FF63-D7E5BBC1B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66EFB-CCCB-D4D7-A8D7-B4948DEC196E}"/>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905DBE9-F007-C77E-9891-48DEA951D6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7582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C8F27-3166-7E9F-1E45-C972B7771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E0A2F-9B6E-A36D-17DA-F98481B50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D8735-DA2A-10C9-832F-755AC97E9C75}"/>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6E1627C-B626-0AAA-B6DC-90CB707B2F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8827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AF915-F923-3036-B3CC-EBDCF56AD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CCC89-8E20-AEB0-3A49-A94A6A944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F288C-87DD-F369-E7E8-60678723E6C9}"/>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C71D9365-ACC2-266F-8FC9-642E6FE2A0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4301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6BC82-5D78-EF60-4DC4-F386DAA32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B9569-CF03-95B7-45AB-ECC694233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0327E-3BC9-E6A8-DA0B-DB333DFD6F7F}"/>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7719AA4F-3674-E815-BFD1-64275501F7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1916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F78D-D821-EC2D-CC14-5123CF37C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A92A6-294B-0E67-4911-2290C2976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73B0E-B7AF-54D0-52C1-E4E1E3428CE1}"/>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B5D12C47-99F5-7FE2-1077-1BB805B908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2966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1476-4B1A-076A-3ADC-7FA9FBC4E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B3C8C-5B9C-0448-93A5-FC097FD58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786EE-E130-AEB3-3EDA-0B7BACAE7DB5}"/>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A08A954C-D2C3-A24D-9F31-C8AFD48C51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4204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F7DA1-0ED6-64EB-99A2-037C29F9B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0C42B-E6C8-CCC4-819B-B5450E6A1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3F453-2100-C5F0-E856-F0BC52B38EF9}"/>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FCB6A7AA-3E1A-9804-CE76-9032520F43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2588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33F13-130D-690C-A711-581FE13AB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A4A3E-874F-D44C-284A-34E41531F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9E937-2248-E0FA-79FA-87321E9055AE}"/>
              </a:ext>
            </a:extLst>
          </p:cNvPr>
          <p:cNvSpPr>
            <a:spLocks noGrp="1"/>
          </p:cNvSpPr>
          <p:nvPr>
            <p:ph type="body" idx="1"/>
          </p:nvPr>
        </p:nvSpPr>
        <p:spPr/>
        <p:txBody>
          <a:bodyPr/>
          <a:lstStyle/>
          <a:p>
            <a:pPr marL="0" indent="0">
              <a:buFontTx/>
              <a:buNone/>
            </a:pPr>
            <a:endParaRPr lang="fr-FR" dirty="0"/>
          </a:p>
        </p:txBody>
      </p:sp>
      <p:sp>
        <p:nvSpPr>
          <p:cNvPr id="4" name="Slide Number Placeholder 3">
            <a:extLst>
              <a:ext uri="{FF2B5EF4-FFF2-40B4-BE49-F238E27FC236}">
                <a16:creationId xmlns:a16="http://schemas.microsoft.com/office/drawing/2014/main" id="{015CCFE3-E292-BB82-7F48-872875CFD3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780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A950E7-0BA4-4011-A63E-84C2F469BF95}" type="slidenum">
              <a:rPr lang="fr-FR" smtClean="0"/>
              <a:t>17</a:t>
            </a:fld>
            <a:endParaRPr lang="fr-FR"/>
          </a:p>
        </p:txBody>
      </p:sp>
    </p:spTree>
    <p:extLst>
      <p:ext uri="{BB962C8B-B14F-4D97-AF65-F5344CB8AC3E}">
        <p14:creationId xmlns:p14="http://schemas.microsoft.com/office/powerpoint/2010/main" val="1301461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4154A-D26A-E53B-12AA-A71DB7622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1589B-9023-F380-5A97-0B09162FA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ECCBA-1C95-DA6F-EE1C-7B7BCF854C6D}"/>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DE50D8E3-CD13-71DE-D0FA-C186C5BFC9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C0079-CDA4-4893-BC92-CE340E3F0F91}"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7762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F6458AA-40F3-F3A5-213A-92A2C0A27005}"/>
              </a:ext>
            </a:extLst>
          </p:cNvPr>
          <p:cNvSpPr>
            <a:spLocks noGrp="1"/>
          </p:cNvSpPr>
          <p:nvPr>
            <p:ph type="pic" sz="quarter" idx="16"/>
          </p:nvPr>
        </p:nvSpPr>
        <p:spPr>
          <a:xfrm>
            <a:off x="7138988" y="-1"/>
            <a:ext cx="5053012" cy="6858001"/>
          </a:xfrm>
          <a:prstGeom prst="rect">
            <a:avLst/>
          </a:prstGeom>
          <a:noFill/>
        </p:spPr>
        <p:txBody>
          <a:bodyPr wrap="square" anchor="ctr" anchorCtr="0">
            <a:noAutofit/>
          </a:bodyPr>
          <a:lstStyle>
            <a:lvl1pPr algn="ctr">
              <a:defRPr sz="1200">
                <a:solidFill>
                  <a:schemeClr val="bg1"/>
                </a:solidFill>
              </a:defRPr>
            </a:lvl1pPr>
          </a:lstStyle>
          <a:p>
            <a:endParaRPr lang="en-US"/>
          </a:p>
        </p:txBody>
      </p:sp>
      <p:sp>
        <p:nvSpPr>
          <p:cNvPr id="10" name="Forme libre : forme 2">
            <a:extLst>
              <a:ext uri="{FF2B5EF4-FFF2-40B4-BE49-F238E27FC236}">
                <a16:creationId xmlns:a16="http://schemas.microsoft.com/office/drawing/2014/main" id="{02BE21BC-BCCC-532C-790F-3C6F387DC471}"/>
              </a:ext>
            </a:extLst>
          </p:cNvPr>
          <p:cNvSpPr/>
          <p:nvPr userDrawn="1"/>
        </p:nvSpPr>
        <p:spPr>
          <a:xfrm>
            <a:off x="2" y="1"/>
            <a:ext cx="12191999" cy="6858001"/>
          </a:xfrm>
          <a:custGeom>
            <a:avLst/>
            <a:gdLst>
              <a:gd name="connsiteX0" fmla="*/ 0 w 12191999"/>
              <a:gd name="connsiteY0" fmla="*/ 6075743 h 6858001"/>
              <a:gd name="connsiteX1" fmla="*/ 392619 w 12191999"/>
              <a:gd name="connsiteY1" fmla="*/ 6784024 h 6858001"/>
              <a:gd name="connsiteX2" fmla="*/ 375851 w 12191999"/>
              <a:gd name="connsiteY2" fmla="*/ 6793319 h 6858001"/>
              <a:gd name="connsiteX3" fmla="*/ 0 w 12191999"/>
              <a:gd name="connsiteY3" fmla="*/ 6115245 h 6858001"/>
              <a:gd name="connsiteX4" fmla="*/ 1063571 w 12191999"/>
              <a:gd name="connsiteY4" fmla="*/ 5867365 h 6858001"/>
              <a:gd name="connsiteX5" fmla="*/ 1080338 w 12191999"/>
              <a:gd name="connsiteY5" fmla="*/ 5876662 h 6858001"/>
              <a:gd name="connsiteX6" fmla="*/ 555494 w 12191999"/>
              <a:gd name="connsiteY6" fmla="*/ 6823585 h 6858001"/>
              <a:gd name="connsiteX7" fmla="*/ 555494 w 12191999"/>
              <a:gd name="connsiteY7" fmla="*/ 6823784 h 6858001"/>
              <a:gd name="connsiteX8" fmla="*/ 536528 w 12191999"/>
              <a:gd name="connsiteY8" fmla="*/ 6858001 h 6858001"/>
              <a:gd name="connsiteX9" fmla="*/ 514637 w 12191999"/>
              <a:gd name="connsiteY9" fmla="*/ 6858001 h 6858001"/>
              <a:gd name="connsiteX10" fmla="*/ 555494 w 12191999"/>
              <a:gd name="connsiteY10" fmla="*/ 6784315 h 6858001"/>
              <a:gd name="connsiteX11" fmla="*/ 555494 w 12191999"/>
              <a:gd name="connsiteY11" fmla="*/ 6784116 h 6858001"/>
              <a:gd name="connsiteX12" fmla="*/ 2439127 w 12191999"/>
              <a:gd name="connsiteY12" fmla="*/ 5867361 h 6858001"/>
              <a:gd name="connsiteX13" fmla="*/ 2455894 w 12191999"/>
              <a:gd name="connsiteY13" fmla="*/ 5876653 h 6858001"/>
              <a:gd name="connsiteX14" fmla="*/ 1931044 w 12191999"/>
              <a:gd name="connsiteY14" fmla="*/ 6823576 h 6858001"/>
              <a:gd name="connsiteX15" fmla="*/ 1931044 w 12191999"/>
              <a:gd name="connsiteY15" fmla="*/ 6823784 h 6858001"/>
              <a:gd name="connsiteX16" fmla="*/ 1912078 w 12191999"/>
              <a:gd name="connsiteY16" fmla="*/ 6858001 h 6858001"/>
              <a:gd name="connsiteX17" fmla="*/ 1890182 w 12191999"/>
              <a:gd name="connsiteY17" fmla="*/ 6858001 h 6858001"/>
              <a:gd name="connsiteX18" fmla="*/ 1931042 w 12191999"/>
              <a:gd name="connsiteY18" fmla="*/ 6784312 h 6858001"/>
              <a:gd name="connsiteX19" fmla="*/ 1931042 w 12191999"/>
              <a:gd name="connsiteY19" fmla="*/ 6784111 h 6858001"/>
              <a:gd name="connsiteX20" fmla="*/ 3814632 w 12191999"/>
              <a:gd name="connsiteY20" fmla="*/ 5867289 h 6858001"/>
              <a:gd name="connsiteX21" fmla="*/ 3831400 w 12191999"/>
              <a:gd name="connsiteY21" fmla="*/ 5876587 h 6858001"/>
              <a:gd name="connsiteX22" fmla="*/ 3306595 w 12191999"/>
              <a:gd name="connsiteY22" fmla="*/ 6823428 h 6858001"/>
              <a:gd name="connsiteX23" fmla="*/ 3306595 w 12191999"/>
              <a:gd name="connsiteY23" fmla="*/ 6823775 h 6858001"/>
              <a:gd name="connsiteX24" fmla="*/ 3287624 w 12191999"/>
              <a:gd name="connsiteY24" fmla="*/ 6858001 h 6858001"/>
              <a:gd name="connsiteX25" fmla="*/ 3265732 w 12191999"/>
              <a:gd name="connsiteY25" fmla="*/ 6858001 h 6858001"/>
              <a:gd name="connsiteX26" fmla="*/ 3306550 w 12191999"/>
              <a:gd name="connsiteY26" fmla="*/ 6784388 h 6858001"/>
              <a:gd name="connsiteX27" fmla="*/ 3306550 w 12191999"/>
              <a:gd name="connsiteY27" fmla="*/ 6784041 h 6858001"/>
              <a:gd name="connsiteX28" fmla="*/ 5190188 w 12191999"/>
              <a:gd name="connsiteY28" fmla="*/ 5867283 h 6858001"/>
              <a:gd name="connsiteX29" fmla="*/ 5206956 w 12191999"/>
              <a:gd name="connsiteY29" fmla="*/ 5876578 h 6858001"/>
              <a:gd name="connsiteX30" fmla="*/ 4682103 w 12191999"/>
              <a:gd name="connsiteY30" fmla="*/ 6823330 h 6858001"/>
              <a:gd name="connsiteX31" fmla="*/ 4682103 w 12191999"/>
              <a:gd name="connsiteY31" fmla="*/ 6823702 h 6858001"/>
              <a:gd name="connsiteX32" fmla="*/ 4663092 w 12191999"/>
              <a:gd name="connsiteY32" fmla="*/ 6858001 h 6858001"/>
              <a:gd name="connsiteX33" fmla="*/ 4641201 w 12191999"/>
              <a:gd name="connsiteY33" fmla="*/ 6858001 h 6858001"/>
              <a:gd name="connsiteX34" fmla="*/ 4682008 w 12191999"/>
              <a:gd name="connsiteY34" fmla="*/ 6784407 h 6858001"/>
              <a:gd name="connsiteX35" fmla="*/ 4682008 w 12191999"/>
              <a:gd name="connsiteY35" fmla="*/ 6784032 h 6858001"/>
              <a:gd name="connsiteX36" fmla="*/ 6566080 w 12191999"/>
              <a:gd name="connsiteY36" fmla="*/ 5867281 h 6858001"/>
              <a:gd name="connsiteX37" fmla="*/ 6582839 w 12191999"/>
              <a:gd name="connsiteY37" fmla="*/ 5876575 h 6858001"/>
              <a:gd name="connsiteX38" fmla="*/ 6057805 w 12191999"/>
              <a:gd name="connsiteY38" fmla="*/ 6823498 h 6858001"/>
              <a:gd name="connsiteX39" fmla="*/ 6057805 w 12191999"/>
              <a:gd name="connsiteY39" fmla="*/ 6823700 h 6858001"/>
              <a:gd name="connsiteX40" fmla="*/ 6038808 w 12191999"/>
              <a:gd name="connsiteY40" fmla="*/ 6858001 h 6858001"/>
              <a:gd name="connsiteX41" fmla="*/ 6016914 w 12191999"/>
              <a:gd name="connsiteY41" fmla="*/ 6858001 h 6858001"/>
              <a:gd name="connsiteX42" fmla="*/ 6057793 w 12191999"/>
              <a:gd name="connsiteY42" fmla="*/ 6784231 h 6858001"/>
              <a:gd name="connsiteX43" fmla="*/ 6057793 w 12191999"/>
              <a:gd name="connsiteY43" fmla="*/ 6784029 h 6858001"/>
              <a:gd name="connsiteX44" fmla="*/ 7941599 w 12191999"/>
              <a:gd name="connsiteY44" fmla="*/ 5867275 h 6858001"/>
              <a:gd name="connsiteX45" fmla="*/ 7958367 w 12191999"/>
              <a:gd name="connsiteY45" fmla="*/ 5876573 h 6858001"/>
              <a:gd name="connsiteX46" fmla="*/ 7433545 w 12191999"/>
              <a:gd name="connsiteY46" fmla="*/ 6823492 h 6858001"/>
              <a:gd name="connsiteX47" fmla="*/ 7433545 w 12191999"/>
              <a:gd name="connsiteY47" fmla="*/ 6823694 h 6858001"/>
              <a:gd name="connsiteX48" fmla="*/ 7414539 w 12191999"/>
              <a:gd name="connsiteY48" fmla="*/ 6858001 h 6858001"/>
              <a:gd name="connsiteX49" fmla="*/ 7392654 w 12191999"/>
              <a:gd name="connsiteY49" fmla="*/ 6858001 h 6858001"/>
              <a:gd name="connsiteX50" fmla="*/ 7433542 w 12191999"/>
              <a:gd name="connsiteY50" fmla="*/ 6784226 h 6858001"/>
              <a:gd name="connsiteX51" fmla="*/ 7433542 w 12191999"/>
              <a:gd name="connsiteY51" fmla="*/ 6784024 h 6858001"/>
              <a:gd name="connsiteX52" fmla="*/ 9317351 w 12191999"/>
              <a:gd name="connsiteY52" fmla="*/ 5867272 h 6858001"/>
              <a:gd name="connsiteX53" fmla="*/ 9334104 w 12191999"/>
              <a:gd name="connsiteY53" fmla="*/ 5876569 h 6858001"/>
              <a:gd name="connsiteX54" fmla="*/ 8808969 w 12191999"/>
              <a:gd name="connsiteY54" fmla="*/ 6823492 h 6858001"/>
              <a:gd name="connsiteX55" fmla="*/ 8808969 w 12191999"/>
              <a:gd name="connsiteY55" fmla="*/ 6823694 h 6858001"/>
              <a:gd name="connsiteX56" fmla="*/ 8789950 w 12191999"/>
              <a:gd name="connsiteY56" fmla="*/ 6858001 h 6858001"/>
              <a:gd name="connsiteX57" fmla="*/ 8768091 w 12191999"/>
              <a:gd name="connsiteY57" fmla="*/ 6858001 h 6858001"/>
              <a:gd name="connsiteX58" fmla="*/ 8808969 w 12191999"/>
              <a:gd name="connsiteY58" fmla="*/ 6784223 h 6858001"/>
              <a:gd name="connsiteX59" fmla="*/ 8808969 w 12191999"/>
              <a:gd name="connsiteY59" fmla="*/ 6784024 h 6858001"/>
              <a:gd name="connsiteX60" fmla="*/ 10692789 w 12191999"/>
              <a:gd name="connsiteY60" fmla="*/ 5867199 h 6858001"/>
              <a:gd name="connsiteX61" fmla="*/ 10709468 w 12191999"/>
              <a:gd name="connsiteY61" fmla="*/ 5876497 h 6858001"/>
              <a:gd name="connsiteX62" fmla="*/ 10184648 w 12191999"/>
              <a:gd name="connsiteY62" fmla="*/ 6823330 h 6858001"/>
              <a:gd name="connsiteX63" fmla="*/ 10184648 w 12191999"/>
              <a:gd name="connsiteY63" fmla="*/ 6823686 h 6858001"/>
              <a:gd name="connsiteX64" fmla="*/ 10165625 w 12191999"/>
              <a:gd name="connsiteY64" fmla="*/ 6858001 h 6858001"/>
              <a:gd name="connsiteX65" fmla="*/ 10143755 w 12191999"/>
              <a:gd name="connsiteY65" fmla="*/ 6858001 h 6858001"/>
              <a:gd name="connsiteX66" fmla="*/ 10184599 w 12191999"/>
              <a:gd name="connsiteY66" fmla="*/ 6784303 h 6858001"/>
              <a:gd name="connsiteX67" fmla="*/ 10184599 w 12191999"/>
              <a:gd name="connsiteY67" fmla="*/ 6783951 h 6858001"/>
              <a:gd name="connsiteX68" fmla="*/ 12068242 w 12191999"/>
              <a:gd name="connsiteY68" fmla="*/ 5867196 h 6858001"/>
              <a:gd name="connsiteX69" fmla="*/ 12085015 w 12191999"/>
              <a:gd name="connsiteY69" fmla="*/ 5876488 h 6858001"/>
              <a:gd name="connsiteX70" fmla="*/ 11560167 w 12191999"/>
              <a:gd name="connsiteY70" fmla="*/ 6823411 h 6858001"/>
              <a:gd name="connsiteX71" fmla="*/ 11560167 w 12191999"/>
              <a:gd name="connsiteY71" fmla="*/ 6823618 h 6858001"/>
              <a:gd name="connsiteX72" fmla="*/ 11541109 w 12191999"/>
              <a:gd name="connsiteY72" fmla="*/ 6858001 h 6858001"/>
              <a:gd name="connsiteX73" fmla="*/ 11519240 w 12191999"/>
              <a:gd name="connsiteY73" fmla="*/ 6858001 h 6858001"/>
              <a:gd name="connsiteX74" fmla="*/ 11560167 w 12191999"/>
              <a:gd name="connsiteY74" fmla="*/ 6784150 h 6858001"/>
              <a:gd name="connsiteX75" fmla="*/ 11560167 w 12191999"/>
              <a:gd name="connsiteY75" fmla="*/ 6783943 h 6858001"/>
              <a:gd name="connsiteX76" fmla="*/ 572180 w 12191999"/>
              <a:gd name="connsiteY76" fmla="*/ 4626494 h 6858001"/>
              <a:gd name="connsiteX77" fmla="*/ 577243 w 12191999"/>
              <a:gd name="connsiteY77" fmla="*/ 4635767 h 6858001"/>
              <a:gd name="connsiteX78" fmla="*/ 577335 w 12191999"/>
              <a:gd name="connsiteY78" fmla="*/ 4635767 h 6858001"/>
              <a:gd name="connsiteX79" fmla="*/ 1768164 w 12191999"/>
              <a:gd name="connsiteY79" fmla="*/ 6784015 h 6858001"/>
              <a:gd name="connsiteX80" fmla="*/ 1751399 w 12191999"/>
              <a:gd name="connsiteY80" fmla="*/ 6793310 h 6858001"/>
              <a:gd name="connsiteX81" fmla="*/ 555491 w 12191999"/>
              <a:gd name="connsiteY81" fmla="*/ 4635767 h 6858001"/>
              <a:gd name="connsiteX82" fmla="*/ 555545 w 12191999"/>
              <a:gd name="connsiteY82" fmla="*/ 4635767 h 6858001"/>
              <a:gd name="connsiteX83" fmla="*/ 1947725 w 12191999"/>
              <a:gd name="connsiteY83" fmla="*/ 4626489 h 6858001"/>
              <a:gd name="connsiteX84" fmla="*/ 1952791 w 12191999"/>
              <a:gd name="connsiteY84" fmla="*/ 4635764 h 6858001"/>
              <a:gd name="connsiteX85" fmla="*/ 1952883 w 12191999"/>
              <a:gd name="connsiteY85" fmla="*/ 4635764 h 6858001"/>
              <a:gd name="connsiteX86" fmla="*/ 3143619 w 12191999"/>
              <a:gd name="connsiteY86" fmla="*/ 6784013 h 6858001"/>
              <a:gd name="connsiteX87" fmla="*/ 3126852 w 12191999"/>
              <a:gd name="connsiteY87" fmla="*/ 6793307 h 6858001"/>
              <a:gd name="connsiteX88" fmla="*/ 1931039 w 12191999"/>
              <a:gd name="connsiteY88" fmla="*/ 4635764 h 6858001"/>
              <a:gd name="connsiteX89" fmla="*/ 1931092 w 12191999"/>
              <a:gd name="connsiteY89" fmla="*/ 4635764 h 6858001"/>
              <a:gd name="connsiteX90" fmla="*/ 3323231 w 12191999"/>
              <a:gd name="connsiteY90" fmla="*/ 4626421 h 6858001"/>
              <a:gd name="connsiteX91" fmla="*/ 3328297 w 12191999"/>
              <a:gd name="connsiteY91" fmla="*/ 4635691 h 6858001"/>
              <a:gd name="connsiteX92" fmla="*/ 3328392 w 12191999"/>
              <a:gd name="connsiteY92" fmla="*/ 4635691 h 6858001"/>
              <a:gd name="connsiteX93" fmla="*/ 4519130 w 12191999"/>
              <a:gd name="connsiteY93" fmla="*/ 6783940 h 6858001"/>
              <a:gd name="connsiteX94" fmla="*/ 4502363 w 12191999"/>
              <a:gd name="connsiteY94" fmla="*/ 6793235 h 6858001"/>
              <a:gd name="connsiteX95" fmla="*/ 3306547 w 12191999"/>
              <a:gd name="connsiteY95" fmla="*/ 4635691 h 6858001"/>
              <a:gd name="connsiteX96" fmla="*/ 3306597 w 12191999"/>
              <a:gd name="connsiteY96" fmla="*/ 4635691 h 6858001"/>
              <a:gd name="connsiteX97" fmla="*/ 4698692 w 12191999"/>
              <a:gd name="connsiteY97" fmla="*/ 4626413 h 6858001"/>
              <a:gd name="connsiteX98" fmla="*/ 4703855 w 12191999"/>
              <a:gd name="connsiteY98" fmla="*/ 4635688 h 6858001"/>
              <a:gd name="connsiteX99" fmla="*/ 4703948 w 12191999"/>
              <a:gd name="connsiteY99" fmla="*/ 4635688 h 6858001"/>
              <a:gd name="connsiteX100" fmla="*/ 5894966 w 12191999"/>
              <a:gd name="connsiteY100" fmla="*/ 6783937 h 6858001"/>
              <a:gd name="connsiteX101" fmla="*/ 5878198 w 12191999"/>
              <a:gd name="connsiteY101" fmla="*/ 6793232 h 6858001"/>
              <a:gd name="connsiteX102" fmla="*/ 4682008 w 12191999"/>
              <a:gd name="connsiteY102" fmla="*/ 4635688 h 6858001"/>
              <a:gd name="connsiteX103" fmla="*/ 4682056 w 12191999"/>
              <a:gd name="connsiteY103" fmla="*/ 4635688 h 6858001"/>
              <a:gd name="connsiteX104" fmla="*/ 6074477 w 12191999"/>
              <a:gd name="connsiteY104" fmla="*/ 4626410 h 6858001"/>
              <a:gd name="connsiteX105" fmla="*/ 6079652 w 12191999"/>
              <a:gd name="connsiteY105" fmla="*/ 4635683 h 6858001"/>
              <a:gd name="connsiteX106" fmla="*/ 6079730 w 12191999"/>
              <a:gd name="connsiteY106" fmla="*/ 4635683 h 6858001"/>
              <a:gd name="connsiteX107" fmla="*/ 7270659 w 12191999"/>
              <a:gd name="connsiteY107" fmla="*/ 6783932 h 6858001"/>
              <a:gd name="connsiteX108" fmla="*/ 7253889 w 12191999"/>
              <a:gd name="connsiteY108" fmla="*/ 6793229 h 6858001"/>
              <a:gd name="connsiteX109" fmla="*/ 6057793 w 12191999"/>
              <a:gd name="connsiteY109" fmla="*/ 4635683 h 6858001"/>
              <a:gd name="connsiteX110" fmla="*/ 6057847 w 12191999"/>
              <a:gd name="connsiteY110" fmla="*/ 4635683 h 6858001"/>
              <a:gd name="connsiteX111" fmla="*/ 7450229 w 12191999"/>
              <a:gd name="connsiteY111" fmla="*/ 4626405 h 6858001"/>
              <a:gd name="connsiteX112" fmla="*/ 7455384 w 12191999"/>
              <a:gd name="connsiteY112" fmla="*/ 4635683 h 6858001"/>
              <a:gd name="connsiteX113" fmla="*/ 7455476 w 12191999"/>
              <a:gd name="connsiteY113" fmla="*/ 4635683 h 6858001"/>
              <a:gd name="connsiteX114" fmla="*/ 8646070 w 12191999"/>
              <a:gd name="connsiteY114" fmla="*/ 6783932 h 6858001"/>
              <a:gd name="connsiteX115" fmla="*/ 8629357 w 12191999"/>
              <a:gd name="connsiteY115" fmla="*/ 6793220 h 6858001"/>
              <a:gd name="connsiteX116" fmla="*/ 7433542 w 12191999"/>
              <a:gd name="connsiteY116" fmla="*/ 4635683 h 6858001"/>
              <a:gd name="connsiteX117" fmla="*/ 7433596 w 12191999"/>
              <a:gd name="connsiteY117" fmla="*/ 4635683 h 6858001"/>
              <a:gd name="connsiteX118" fmla="*/ 8825656 w 12191999"/>
              <a:gd name="connsiteY118" fmla="*/ 4626402 h 6858001"/>
              <a:gd name="connsiteX119" fmla="*/ 8830817 w 12191999"/>
              <a:gd name="connsiteY119" fmla="*/ 4635674 h 6858001"/>
              <a:gd name="connsiteX120" fmla="*/ 8830907 w 12191999"/>
              <a:gd name="connsiteY120" fmla="*/ 4635674 h 6858001"/>
              <a:gd name="connsiteX121" fmla="*/ 10021750 w 12191999"/>
              <a:gd name="connsiteY121" fmla="*/ 6783923 h 6858001"/>
              <a:gd name="connsiteX122" fmla="*/ 10004992 w 12191999"/>
              <a:gd name="connsiteY122" fmla="*/ 6793218 h 6858001"/>
              <a:gd name="connsiteX123" fmla="*/ 8808969 w 12191999"/>
              <a:gd name="connsiteY123" fmla="*/ 4635674 h 6858001"/>
              <a:gd name="connsiteX124" fmla="*/ 8809030 w 12191999"/>
              <a:gd name="connsiteY124" fmla="*/ 4635674 h 6858001"/>
              <a:gd name="connsiteX125" fmla="*/ 10201271 w 12191999"/>
              <a:gd name="connsiteY125" fmla="*/ 4626329 h 6858001"/>
              <a:gd name="connsiteX126" fmla="*/ 10206435 w 12191999"/>
              <a:gd name="connsiteY126" fmla="*/ 4635604 h 6858001"/>
              <a:gd name="connsiteX127" fmla="*/ 10206521 w 12191999"/>
              <a:gd name="connsiteY127" fmla="*/ 4635604 h 6858001"/>
              <a:gd name="connsiteX128" fmla="*/ 11397288 w 12191999"/>
              <a:gd name="connsiteY128" fmla="*/ 6783850 h 6858001"/>
              <a:gd name="connsiteX129" fmla="*/ 11380522 w 12191999"/>
              <a:gd name="connsiteY129" fmla="*/ 6793148 h 6858001"/>
              <a:gd name="connsiteX130" fmla="*/ 10184592 w 12191999"/>
              <a:gd name="connsiteY130" fmla="*/ 4635604 h 6858001"/>
              <a:gd name="connsiteX131" fmla="*/ 10184648 w 12191999"/>
              <a:gd name="connsiteY131" fmla="*/ 4635604 h 6858001"/>
              <a:gd name="connsiteX132" fmla="*/ 11576877 w 12191999"/>
              <a:gd name="connsiteY132" fmla="*/ 4626326 h 6858001"/>
              <a:gd name="connsiteX133" fmla="*/ 11582029 w 12191999"/>
              <a:gd name="connsiteY133" fmla="*/ 4635598 h 6858001"/>
              <a:gd name="connsiteX134" fmla="*/ 11582125 w 12191999"/>
              <a:gd name="connsiteY134" fmla="*/ 4635598 h 6858001"/>
              <a:gd name="connsiteX135" fmla="*/ 12191999 w 12191999"/>
              <a:gd name="connsiteY135" fmla="*/ 5735833 h 6858001"/>
              <a:gd name="connsiteX136" fmla="*/ 12191999 w 12191999"/>
              <a:gd name="connsiteY136" fmla="*/ 5775414 h 6858001"/>
              <a:gd name="connsiteX137" fmla="*/ 11560167 w 12191999"/>
              <a:gd name="connsiteY137" fmla="*/ 4635598 h 6858001"/>
              <a:gd name="connsiteX138" fmla="*/ 11560222 w 12191999"/>
              <a:gd name="connsiteY138" fmla="*/ 4635598 h 6858001"/>
              <a:gd name="connsiteX139" fmla="*/ 0 w 12191999"/>
              <a:gd name="connsiteY139" fmla="*/ 3594086 h 6858001"/>
              <a:gd name="connsiteX140" fmla="*/ 392633 w 12191999"/>
              <a:gd name="connsiteY140" fmla="*/ 4302359 h 6858001"/>
              <a:gd name="connsiteX141" fmla="*/ 375865 w 12191999"/>
              <a:gd name="connsiteY141" fmla="*/ 4311657 h 6858001"/>
              <a:gd name="connsiteX142" fmla="*/ 0 w 12191999"/>
              <a:gd name="connsiteY142" fmla="*/ 3633586 h 6858001"/>
              <a:gd name="connsiteX143" fmla="*/ 1063587 w 12191999"/>
              <a:gd name="connsiteY143" fmla="*/ 3385705 h 6858001"/>
              <a:gd name="connsiteX144" fmla="*/ 1080355 w 12191999"/>
              <a:gd name="connsiteY144" fmla="*/ 3395000 h 6858001"/>
              <a:gd name="connsiteX145" fmla="*/ 555511 w 12191999"/>
              <a:gd name="connsiteY145" fmla="*/ 4341922 h 6858001"/>
              <a:gd name="connsiteX146" fmla="*/ 555511 w 12191999"/>
              <a:gd name="connsiteY146" fmla="*/ 4342121 h 6858001"/>
              <a:gd name="connsiteX147" fmla="*/ 392731 w 12191999"/>
              <a:gd name="connsiteY147" fmla="*/ 4635794 h 6858001"/>
              <a:gd name="connsiteX148" fmla="*/ 392608 w 12191999"/>
              <a:gd name="connsiteY148" fmla="*/ 4635794 h 6858001"/>
              <a:gd name="connsiteX149" fmla="*/ 0 w 12191999"/>
              <a:gd name="connsiteY149" fmla="*/ 5344059 h 6858001"/>
              <a:gd name="connsiteX150" fmla="*/ 0 w 12191999"/>
              <a:gd name="connsiteY150" fmla="*/ 5304509 h 6858001"/>
              <a:gd name="connsiteX151" fmla="*/ 370679 w 12191999"/>
              <a:gd name="connsiteY151" fmla="*/ 4635775 h 6858001"/>
              <a:gd name="connsiteX152" fmla="*/ 370797 w 12191999"/>
              <a:gd name="connsiteY152" fmla="*/ 4635775 h 6858001"/>
              <a:gd name="connsiteX153" fmla="*/ 555508 w 12191999"/>
              <a:gd name="connsiteY153" fmla="*/ 4302653 h 6858001"/>
              <a:gd name="connsiteX154" fmla="*/ 555508 w 12191999"/>
              <a:gd name="connsiteY154" fmla="*/ 4302454 h 6858001"/>
              <a:gd name="connsiteX155" fmla="*/ 2439140 w 12191999"/>
              <a:gd name="connsiteY155" fmla="*/ 3385700 h 6858001"/>
              <a:gd name="connsiteX156" fmla="*/ 2455908 w 12191999"/>
              <a:gd name="connsiteY156" fmla="*/ 3394997 h 6858001"/>
              <a:gd name="connsiteX157" fmla="*/ 1931058 w 12191999"/>
              <a:gd name="connsiteY157" fmla="*/ 4341920 h 6858001"/>
              <a:gd name="connsiteX158" fmla="*/ 1931058 w 12191999"/>
              <a:gd name="connsiteY158" fmla="*/ 4342119 h 6858001"/>
              <a:gd name="connsiteX159" fmla="*/ 1768276 w 12191999"/>
              <a:gd name="connsiteY159" fmla="*/ 4635792 h 6858001"/>
              <a:gd name="connsiteX160" fmla="*/ 1768155 w 12191999"/>
              <a:gd name="connsiteY160" fmla="*/ 4635792 h 6858001"/>
              <a:gd name="connsiteX161" fmla="*/ 1259986 w 12191999"/>
              <a:gd name="connsiteY161" fmla="*/ 5552518 h 6858001"/>
              <a:gd name="connsiteX162" fmla="*/ 1243219 w 12191999"/>
              <a:gd name="connsiteY162" fmla="*/ 5543226 h 6858001"/>
              <a:gd name="connsiteX163" fmla="*/ 1746227 w 12191999"/>
              <a:gd name="connsiteY163" fmla="*/ 4635770 h 6858001"/>
              <a:gd name="connsiteX164" fmla="*/ 1746345 w 12191999"/>
              <a:gd name="connsiteY164" fmla="*/ 4635770 h 6858001"/>
              <a:gd name="connsiteX165" fmla="*/ 1931055 w 12191999"/>
              <a:gd name="connsiteY165" fmla="*/ 4302650 h 6858001"/>
              <a:gd name="connsiteX166" fmla="*/ 1931055 w 12191999"/>
              <a:gd name="connsiteY166" fmla="*/ 4302449 h 6858001"/>
              <a:gd name="connsiteX167" fmla="*/ 3814646 w 12191999"/>
              <a:gd name="connsiteY167" fmla="*/ 3385629 h 6858001"/>
              <a:gd name="connsiteX168" fmla="*/ 3831413 w 12191999"/>
              <a:gd name="connsiteY168" fmla="*/ 3394924 h 6858001"/>
              <a:gd name="connsiteX169" fmla="*/ 3306608 w 12191999"/>
              <a:gd name="connsiteY169" fmla="*/ 4341766 h 6858001"/>
              <a:gd name="connsiteX170" fmla="*/ 3306608 w 12191999"/>
              <a:gd name="connsiteY170" fmla="*/ 4342113 h 6858001"/>
              <a:gd name="connsiteX171" fmla="*/ 3143829 w 12191999"/>
              <a:gd name="connsiteY171" fmla="*/ 4635786 h 6858001"/>
              <a:gd name="connsiteX172" fmla="*/ 3143706 w 12191999"/>
              <a:gd name="connsiteY172" fmla="*/ 4635786 h 6858001"/>
              <a:gd name="connsiteX173" fmla="*/ 2635539 w 12191999"/>
              <a:gd name="connsiteY173" fmla="*/ 5552512 h 6858001"/>
              <a:gd name="connsiteX174" fmla="*/ 2618772 w 12191999"/>
              <a:gd name="connsiteY174" fmla="*/ 5543226 h 6858001"/>
              <a:gd name="connsiteX175" fmla="*/ 3121777 w 12191999"/>
              <a:gd name="connsiteY175" fmla="*/ 4635767 h 6858001"/>
              <a:gd name="connsiteX176" fmla="*/ 3121898 w 12191999"/>
              <a:gd name="connsiteY176" fmla="*/ 4635767 h 6858001"/>
              <a:gd name="connsiteX177" fmla="*/ 3306561 w 12191999"/>
              <a:gd name="connsiteY177" fmla="*/ 4302723 h 6858001"/>
              <a:gd name="connsiteX178" fmla="*/ 3306561 w 12191999"/>
              <a:gd name="connsiteY178" fmla="*/ 4302379 h 6858001"/>
              <a:gd name="connsiteX179" fmla="*/ 5190202 w 12191999"/>
              <a:gd name="connsiteY179" fmla="*/ 3385627 h 6858001"/>
              <a:gd name="connsiteX180" fmla="*/ 5206970 w 12191999"/>
              <a:gd name="connsiteY180" fmla="*/ 3394919 h 6858001"/>
              <a:gd name="connsiteX181" fmla="*/ 4682120 w 12191999"/>
              <a:gd name="connsiteY181" fmla="*/ 4341670 h 6858001"/>
              <a:gd name="connsiteX182" fmla="*/ 4682120 w 12191999"/>
              <a:gd name="connsiteY182" fmla="*/ 4342045 h 6858001"/>
              <a:gd name="connsiteX183" fmla="*/ 4519337 w 12191999"/>
              <a:gd name="connsiteY183" fmla="*/ 4635719 h 6858001"/>
              <a:gd name="connsiteX184" fmla="*/ 4519214 w 12191999"/>
              <a:gd name="connsiteY184" fmla="*/ 4635719 h 6858001"/>
              <a:gd name="connsiteX185" fmla="*/ 4011048 w 12191999"/>
              <a:gd name="connsiteY185" fmla="*/ 5552443 h 6858001"/>
              <a:gd name="connsiteX186" fmla="*/ 3994283 w 12191999"/>
              <a:gd name="connsiteY186" fmla="*/ 5543154 h 6858001"/>
              <a:gd name="connsiteX187" fmla="*/ 4497288 w 12191999"/>
              <a:gd name="connsiteY187" fmla="*/ 4635693 h 6858001"/>
              <a:gd name="connsiteX188" fmla="*/ 4497406 w 12191999"/>
              <a:gd name="connsiteY188" fmla="*/ 4635693 h 6858001"/>
              <a:gd name="connsiteX189" fmla="*/ 4682022 w 12191999"/>
              <a:gd name="connsiteY189" fmla="*/ 4302745 h 6858001"/>
              <a:gd name="connsiteX190" fmla="*/ 4682022 w 12191999"/>
              <a:gd name="connsiteY190" fmla="*/ 4302373 h 6858001"/>
              <a:gd name="connsiteX191" fmla="*/ 6566097 w 12191999"/>
              <a:gd name="connsiteY191" fmla="*/ 3385621 h 6858001"/>
              <a:gd name="connsiteX192" fmla="*/ 6582853 w 12191999"/>
              <a:gd name="connsiteY192" fmla="*/ 3394916 h 6858001"/>
              <a:gd name="connsiteX193" fmla="*/ 6057813 w 12191999"/>
              <a:gd name="connsiteY193" fmla="*/ 4341839 h 6858001"/>
              <a:gd name="connsiteX194" fmla="*/ 6057813 w 12191999"/>
              <a:gd name="connsiteY194" fmla="*/ 4342037 h 6858001"/>
              <a:gd name="connsiteX195" fmla="*/ 5895162 w 12191999"/>
              <a:gd name="connsiteY195" fmla="*/ 4635711 h 6858001"/>
              <a:gd name="connsiteX196" fmla="*/ 5894944 w 12191999"/>
              <a:gd name="connsiteY196" fmla="*/ 4635711 h 6858001"/>
              <a:gd name="connsiteX197" fmla="*/ 5386601 w 12191999"/>
              <a:gd name="connsiteY197" fmla="*/ 5552437 h 6858001"/>
              <a:gd name="connsiteX198" fmla="*/ 5369834 w 12191999"/>
              <a:gd name="connsiteY198" fmla="*/ 5543148 h 6858001"/>
              <a:gd name="connsiteX199" fmla="*/ 5873111 w 12191999"/>
              <a:gd name="connsiteY199" fmla="*/ 4635691 h 6858001"/>
              <a:gd name="connsiteX200" fmla="*/ 5873247 w 12191999"/>
              <a:gd name="connsiteY200" fmla="*/ 4635691 h 6858001"/>
              <a:gd name="connsiteX201" fmla="*/ 6057810 w 12191999"/>
              <a:gd name="connsiteY201" fmla="*/ 4302569 h 6858001"/>
              <a:gd name="connsiteX202" fmla="*/ 6057810 w 12191999"/>
              <a:gd name="connsiteY202" fmla="*/ 4302370 h 6858001"/>
              <a:gd name="connsiteX203" fmla="*/ 7941611 w 12191999"/>
              <a:gd name="connsiteY203" fmla="*/ 3385615 h 6858001"/>
              <a:gd name="connsiteX204" fmla="*/ 7958384 w 12191999"/>
              <a:gd name="connsiteY204" fmla="*/ 3394910 h 6858001"/>
              <a:gd name="connsiteX205" fmla="*/ 7433562 w 12191999"/>
              <a:gd name="connsiteY205" fmla="*/ 4341833 h 6858001"/>
              <a:gd name="connsiteX206" fmla="*/ 7433562 w 12191999"/>
              <a:gd name="connsiteY206" fmla="*/ 4342031 h 6858001"/>
              <a:gd name="connsiteX207" fmla="*/ 7270866 w 12191999"/>
              <a:gd name="connsiteY207" fmla="*/ 4635705 h 6858001"/>
              <a:gd name="connsiteX208" fmla="*/ 7270648 w 12191999"/>
              <a:gd name="connsiteY208" fmla="*/ 4635705 h 6858001"/>
              <a:gd name="connsiteX209" fmla="*/ 6762479 w 12191999"/>
              <a:gd name="connsiteY209" fmla="*/ 5552435 h 6858001"/>
              <a:gd name="connsiteX210" fmla="*/ 6745717 w 12191999"/>
              <a:gd name="connsiteY210" fmla="*/ 5543143 h 6858001"/>
              <a:gd name="connsiteX211" fmla="*/ 7248812 w 12191999"/>
              <a:gd name="connsiteY211" fmla="*/ 4635685 h 6858001"/>
              <a:gd name="connsiteX212" fmla="*/ 7248932 w 12191999"/>
              <a:gd name="connsiteY212" fmla="*/ 4635685 h 6858001"/>
              <a:gd name="connsiteX213" fmla="*/ 7433562 w 12191999"/>
              <a:gd name="connsiteY213" fmla="*/ 4302564 h 6858001"/>
              <a:gd name="connsiteX214" fmla="*/ 7433562 w 12191999"/>
              <a:gd name="connsiteY214" fmla="*/ 4302364 h 6858001"/>
              <a:gd name="connsiteX215" fmla="*/ 9317362 w 12191999"/>
              <a:gd name="connsiteY215" fmla="*/ 3385610 h 6858001"/>
              <a:gd name="connsiteX216" fmla="*/ 9334119 w 12191999"/>
              <a:gd name="connsiteY216" fmla="*/ 3394907 h 6858001"/>
              <a:gd name="connsiteX217" fmla="*/ 8808998 w 12191999"/>
              <a:gd name="connsiteY217" fmla="*/ 4341830 h 6858001"/>
              <a:gd name="connsiteX218" fmla="*/ 8808998 w 12191999"/>
              <a:gd name="connsiteY218" fmla="*/ 4342029 h 6858001"/>
              <a:gd name="connsiteX219" fmla="*/ 8646184 w 12191999"/>
              <a:gd name="connsiteY219" fmla="*/ 4635702 h 6858001"/>
              <a:gd name="connsiteX220" fmla="*/ 8646061 w 12191999"/>
              <a:gd name="connsiteY220" fmla="*/ 4635702 h 6858001"/>
              <a:gd name="connsiteX221" fmla="*/ 8137996 w 12191999"/>
              <a:gd name="connsiteY221" fmla="*/ 5552431 h 6858001"/>
              <a:gd name="connsiteX222" fmla="*/ 8121237 w 12191999"/>
              <a:gd name="connsiteY222" fmla="*/ 5543139 h 6858001"/>
              <a:gd name="connsiteX223" fmla="*/ 8624283 w 12191999"/>
              <a:gd name="connsiteY223" fmla="*/ 4635683 h 6858001"/>
              <a:gd name="connsiteX224" fmla="*/ 8624403 w 12191999"/>
              <a:gd name="connsiteY224" fmla="*/ 4635683 h 6858001"/>
              <a:gd name="connsiteX225" fmla="*/ 8808998 w 12191999"/>
              <a:gd name="connsiteY225" fmla="*/ 4302560 h 6858001"/>
              <a:gd name="connsiteX226" fmla="*/ 8808998 w 12191999"/>
              <a:gd name="connsiteY226" fmla="*/ 4302362 h 6858001"/>
              <a:gd name="connsiteX227" fmla="*/ 10692814 w 12191999"/>
              <a:gd name="connsiteY227" fmla="*/ 3385540 h 6858001"/>
              <a:gd name="connsiteX228" fmla="*/ 10709486 w 12191999"/>
              <a:gd name="connsiteY228" fmla="*/ 3394835 h 6858001"/>
              <a:gd name="connsiteX229" fmla="*/ 10184660 w 12191999"/>
              <a:gd name="connsiteY229" fmla="*/ 4341674 h 6858001"/>
              <a:gd name="connsiteX230" fmla="*/ 10184660 w 12191999"/>
              <a:gd name="connsiteY230" fmla="*/ 4342023 h 6858001"/>
              <a:gd name="connsiteX231" fmla="*/ 10021861 w 12191999"/>
              <a:gd name="connsiteY231" fmla="*/ 4635697 h 6858001"/>
              <a:gd name="connsiteX232" fmla="*/ 10021748 w 12191999"/>
              <a:gd name="connsiteY232" fmla="*/ 4635697 h 6858001"/>
              <a:gd name="connsiteX233" fmla="*/ 9513721 w 12191999"/>
              <a:gd name="connsiteY233" fmla="*/ 5552426 h 6858001"/>
              <a:gd name="connsiteX234" fmla="*/ 9496951 w 12191999"/>
              <a:gd name="connsiteY234" fmla="*/ 5543134 h 6858001"/>
              <a:gd name="connsiteX235" fmla="*/ 9999915 w 12191999"/>
              <a:gd name="connsiteY235" fmla="*/ 4635677 h 6858001"/>
              <a:gd name="connsiteX236" fmla="*/ 10000040 w 12191999"/>
              <a:gd name="connsiteY236" fmla="*/ 4635677 h 6858001"/>
              <a:gd name="connsiteX237" fmla="*/ 10184612 w 12191999"/>
              <a:gd name="connsiteY237" fmla="*/ 4302639 h 6858001"/>
              <a:gd name="connsiteX238" fmla="*/ 10184612 w 12191999"/>
              <a:gd name="connsiteY238" fmla="*/ 4302289 h 6858001"/>
              <a:gd name="connsiteX239" fmla="*/ 12068258 w 12191999"/>
              <a:gd name="connsiteY239" fmla="*/ 3385537 h 6858001"/>
              <a:gd name="connsiteX240" fmla="*/ 12085027 w 12191999"/>
              <a:gd name="connsiteY240" fmla="*/ 3394832 h 6858001"/>
              <a:gd name="connsiteX241" fmla="*/ 11560185 w 12191999"/>
              <a:gd name="connsiteY241" fmla="*/ 4341755 h 6858001"/>
              <a:gd name="connsiteX242" fmla="*/ 11560185 w 12191999"/>
              <a:gd name="connsiteY242" fmla="*/ 4341956 h 6858001"/>
              <a:gd name="connsiteX243" fmla="*/ 11397403 w 12191999"/>
              <a:gd name="connsiteY243" fmla="*/ 4635627 h 6858001"/>
              <a:gd name="connsiteX244" fmla="*/ 11397282 w 12191999"/>
              <a:gd name="connsiteY244" fmla="*/ 4635627 h 6858001"/>
              <a:gd name="connsiteX245" fmla="*/ 10889231 w 12191999"/>
              <a:gd name="connsiteY245" fmla="*/ 5552353 h 6858001"/>
              <a:gd name="connsiteX246" fmla="*/ 10872465 w 12191999"/>
              <a:gd name="connsiteY246" fmla="*/ 5543064 h 6858001"/>
              <a:gd name="connsiteX247" fmla="*/ 11375358 w 12191999"/>
              <a:gd name="connsiteY247" fmla="*/ 4635610 h 6858001"/>
              <a:gd name="connsiteX248" fmla="*/ 11375578 w 12191999"/>
              <a:gd name="connsiteY248" fmla="*/ 4635610 h 6858001"/>
              <a:gd name="connsiteX249" fmla="*/ 11560173 w 12191999"/>
              <a:gd name="connsiteY249" fmla="*/ 4302485 h 6858001"/>
              <a:gd name="connsiteX250" fmla="*/ 11560173 w 12191999"/>
              <a:gd name="connsiteY250" fmla="*/ 4302286 h 6858001"/>
              <a:gd name="connsiteX251" fmla="*/ 370696 w 12191999"/>
              <a:gd name="connsiteY251" fmla="*/ 2154208 h 6858001"/>
              <a:gd name="connsiteX252" fmla="*/ 392636 w 12191999"/>
              <a:gd name="connsiteY252" fmla="*/ 2154208 h 6858001"/>
              <a:gd name="connsiteX253" fmla="*/ 0 w 12191999"/>
              <a:gd name="connsiteY253" fmla="*/ 2862444 h 6858001"/>
              <a:gd name="connsiteX254" fmla="*/ 0 w 12191999"/>
              <a:gd name="connsiteY254" fmla="*/ 2822967 h 6858001"/>
              <a:gd name="connsiteX255" fmla="*/ 3121791 w 12191999"/>
              <a:gd name="connsiteY255" fmla="*/ 2154203 h 6858001"/>
              <a:gd name="connsiteX256" fmla="*/ 3143731 w 12191999"/>
              <a:gd name="connsiteY256" fmla="*/ 2154203 h 6858001"/>
              <a:gd name="connsiteX257" fmla="*/ 2635553 w 12191999"/>
              <a:gd name="connsiteY257" fmla="*/ 3070851 h 6858001"/>
              <a:gd name="connsiteX258" fmla="*/ 2618786 w 12191999"/>
              <a:gd name="connsiteY258" fmla="*/ 3061657 h 6858001"/>
              <a:gd name="connsiteX259" fmla="*/ 1746241 w 12191999"/>
              <a:gd name="connsiteY259" fmla="*/ 2154203 h 6858001"/>
              <a:gd name="connsiteX260" fmla="*/ 1768183 w 12191999"/>
              <a:gd name="connsiteY260" fmla="*/ 2154203 h 6858001"/>
              <a:gd name="connsiteX261" fmla="*/ 1260000 w 12191999"/>
              <a:gd name="connsiteY261" fmla="*/ 3070856 h 6858001"/>
              <a:gd name="connsiteX262" fmla="*/ 1243233 w 12191999"/>
              <a:gd name="connsiteY262" fmla="*/ 3061659 h 6858001"/>
              <a:gd name="connsiteX263" fmla="*/ 555508 w 12191999"/>
              <a:gd name="connsiteY263" fmla="*/ 2154203 h 6858001"/>
              <a:gd name="connsiteX264" fmla="*/ 577352 w 12191999"/>
              <a:gd name="connsiteY264" fmla="*/ 2154203 h 6858001"/>
              <a:gd name="connsiteX265" fmla="*/ 1768180 w 12191999"/>
              <a:gd name="connsiteY265" fmla="*/ 4302354 h 6858001"/>
              <a:gd name="connsiteX266" fmla="*/ 1751413 w 12191999"/>
              <a:gd name="connsiteY266" fmla="*/ 4311648 h 6858001"/>
              <a:gd name="connsiteX267" fmla="*/ 1931055 w 12191999"/>
              <a:gd name="connsiteY267" fmla="*/ 2154197 h 6858001"/>
              <a:gd name="connsiteX268" fmla="*/ 1952900 w 12191999"/>
              <a:gd name="connsiteY268" fmla="*/ 2154197 h 6858001"/>
              <a:gd name="connsiteX269" fmla="*/ 3143633 w 12191999"/>
              <a:gd name="connsiteY269" fmla="*/ 4302348 h 6858001"/>
              <a:gd name="connsiteX270" fmla="*/ 3126868 w 12191999"/>
              <a:gd name="connsiteY270" fmla="*/ 4311642 h 6858001"/>
              <a:gd name="connsiteX271" fmla="*/ 4497300 w 12191999"/>
              <a:gd name="connsiteY271" fmla="*/ 2154127 h 6858001"/>
              <a:gd name="connsiteX272" fmla="*/ 4519239 w 12191999"/>
              <a:gd name="connsiteY272" fmla="*/ 2154127 h 6858001"/>
              <a:gd name="connsiteX273" fmla="*/ 4011062 w 12191999"/>
              <a:gd name="connsiteY273" fmla="*/ 3070781 h 6858001"/>
              <a:gd name="connsiteX274" fmla="*/ 3994294 w 12191999"/>
              <a:gd name="connsiteY274" fmla="*/ 3061584 h 6858001"/>
              <a:gd name="connsiteX275" fmla="*/ 5873130 w 12191999"/>
              <a:gd name="connsiteY275" fmla="*/ 2154124 h 6858001"/>
              <a:gd name="connsiteX276" fmla="*/ 5894983 w 12191999"/>
              <a:gd name="connsiteY276" fmla="*/ 2154124 h 6858001"/>
              <a:gd name="connsiteX277" fmla="*/ 5386612 w 12191999"/>
              <a:gd name="connsiteY277" fmla="*/ 3070775 h 6858001"/>
              <a:gd name="connsiteX278" fmla="*/ 5369848 w 12191999"/>
              <a:gd name="connsiteY278" fmla="*/ 3061581 h 6858001"/>
              <a:gd name="connsiteX279" fmla="*/ 3306559 w 12191999"/>
              <a:gd name="connsiteY279" fmla="*/ 2154124 h 6858001"/>
              <a:gd name="connsiteX280" fmla="*/ 3328408 w 12191999"/>
              <a:gd name="connsiteY280" fmla="*/ 2154124 h 6858001"/>
              <a:gd name="connsiteX281" fmla="*/ 4519141 w 12191999"/>
              <a:gd name="connsiteY281" fmla="*/ 4302278 h 6858001"/>
              <a:gd name="connsiteX282" fmla="*/ 4502377 w 12191999"/>
              <a:gd name="connsiteY282" fmla="*/ 4311572 h 6858001"/>
              <a:gd name="connsiteX283" fmla="*/ 4682022 w 12191999"/>
              <a:gd name="connsiteY283" fmla="*/ 2154121 h 6858001"/>
              <a:gd name="connsiteX284" fmla="*/ 4703962 w 12191999"/>
              <a:gd name="connsiteY284" fmla="*/ 2154121 h 6858001"/>
              <a:gd name="connsiteX285" fmla="*/ 5894983 w 12191999"/>
              <a:gd name="connsiteY285" fmla="*/ 4302272 h 6858001"/>
              <a:gd name="connsiteX286" fmla="*/ 5878212 w 12191999"/>
              <a:gd name="connsiteY286" fmla="*/ 4311567 h 6858001"/>
              <a:gd name="connsiteX287" fmla="*/ 7248831 w 12191999"/>
              <a:gd name="connsiteY287" fmla="*/ 2154118 h 6858001"/>
              <a:gd name="connsiteX288" fmla="*/ 7270679 w 12191999"/>
              <a:gd name="connsiteY288" fmla="*/ 2154118 h 6858001"/>
              <a:gd name="connsiteX289" fmla="*/ 6762496 w 12191999"/>
              <a:gd name="connsiteY289" fmla="*/ 3070772 h 6858001"/>
              <a:gd name="connsiteX290" fmla="*/ 6745731 w 12191999"/>
              <a:gd name="connsiteY290" fmla="*/ 3061575 h 6858001"/>
              <a:gd name="connsiteX291" fmla="*/ 8624295 w 12191999"/>
              <a:gd name="connsiteY291" fmla="*/ 2154116 h 6858001"/>
              <a:gd name="connsiteX292" fmla="*/ 8646089 w 12191999"/>
              <a:gd name="connsiteY292" fmla="*/ 2154116 h 6858001"/>
              <a:gd name="connsiteX293" fmla="*/ 8138010 w 12191999"/>
              <a:gd name="connsiteY293" fmla="*/ 3070767 h 6858001"/>
              <a:gd name="connsiteX294" fmla="*/ 8121253 w 12191999"/>
              <a:gd name="connsiteY294" fmla="*/ 3061570 h 6858001"/>
              <a:gd name="connsiteX295" fmla="*/ 6057810 w 12191999"/>
              <a:gd name="connsiteY295" fmla="*/ 2154116 h 6858001"/>
              <a:gd name="connsiteX296" fmla="*/ 6079750 w 12191999"/>
              <a:gd name="connsiteY296" fmla="*/ 2154116 h 6858001"/>
              <a:gd name="connsiteX297" fmla="*/ 7270676 w 12191999"/>
              <a:gd name="connsiteY297" fmla="*/ 4302270 h 6858001"/>
              <a:gd name="connsiteX298" fmla="*/ 7253903 w 12191999"/>
              <a:gd name="connsiteY298" fmla="*/ 4311564 h 6858001"/>
              <a:gd name="connsiteX299" fmla="*/ 7433559 w 12191999"/>
              <a:gd name="connsiteY299" fmla="*/ 2154113 h 6858001"/>
              <a:gd name="connsiteX300" fmla="*/ 7455493 w 12191999"/>
              <a:gd name="connsiteY300" fmla="*/ 2154113 h 6858001"/>
              <a:gd name="connsiteX301" fmla="*/ 8646089 w 12191999"/>
              <a:gd name="connsiteY301" fmla="*/ 4302266 h 6858001"/>
              <a:gd name="connsiteX302" fmla="*/ 8629372 w 12191999"/>
              <a:gd name="connsiteY302" fmla="*/ 4311558 h 6858001"/>
              <a:gd name="connsiteX303" fmla="*/ 9999926 w 12191999"/>
              <a:gd name="connsiteY303" fmla="*/ 2154110 h 6858001"/>
              <a:gd name="connsiteX304" fmla="*/ 10021771 w 12191999"/>
              <a:gd name="connsiteY304" fmla="*/ 2154110 h 6858001"/>
              <a:gd name="connsiteX305" fmla="*/ 9513733 w 12191999"/>
              <a:gd name="connsiteY305" fmla="*/ 3070764 h 6858001"/>
              <a:gd name="connsiteX306" fmla="*/ 9496971 w 12191999"/>
              <a:gd name="connsiteY306" fmla="*/ 3061567 h 6858001"/>
              <a:gd name="connsiteX307" fmla="*/ 8808969 w 12191999"/>
              <a:gd name="connsiteY307" fmla="*/ 2154107 h 6858001"/>
              <a:gd name="connsiteX308" fmla="*/ 8830925 w 12191999"/>
              <a:gd name="connsiteY308" fmla="*/ 2154107 h 6858001"/>
              <a:gd name="connsiteX309" fmla="*/ 10021771 w 12191999"/>
              <a:gd name="connsiteY309" fmla="*/ 4302261 h 6858001"/>
              <a:gd name="connsiteX310" fmla="*/ 10005012 w 12191999"/>
              <a:gd name="connsiteY310" fmla="*/ 4311556 h 6858001"/>
              <a:gd name="connsiteX311" fmla="*/ 11375379 w 12191999"/>
              <a:gd name="connsiteY311" fmla="*/ 2154040 h 6858001"/>
              <a:gd name="connsiteX312" fmla="*/ 11397301 w 12191999"/>
              <a:gd name="connsiteY312" fmla="*/ 2154040 h 6858001"/>
              <a:gd name="connsiteX313" fmla="*/ 10889252 w 12191999"/>
              <a:gd name="connsiteY313" fmla="*/ 3070691 h 6858001"/>
              <a:gd name="connsiteX314" fmla="*/ 10872480 w 12191999"/>
              <a:gd name="connsiteY314" fmla="*/ 3061494 h 6858001"/>
              <a:gd name="connsiteX315" fmla="*/ 10184610 w 12191999"/>
              <a:gd name="connsiteY315" fmla="*/ 2154037 h 6858001"/>
              <a:gd name="connsiteX316" fmla="*/ 10206540 w 12191999"/>
              <a:gd name="connsiteY316" fmla="*/ 2154037 h 6858001"/>
              <a:gd name="connsiteX317" fmla="*/ 11397301 w 12191999"/>
              <a:gd name="connsiteY317" fmla="*/ 4302188 h 6858001"/>
              <a:gd name="connsiteX318" fmla="*/ 11380543 w 12191999"/>
              <a:gd name="connsiteY318" fmla="*/ 4311483 h 6858001"/>
              <a:gd name="connsiteX319" fmla="*/ 11560173 w 12191999"/>
              <a:gd name="connsiteY319" fmla="*/ 2154032 h 6858001"/>
              <a:gd name="connsiteX320" fmla="*/ 11582139 w 12191999"/>
              <a:gd name="connsiteY320" fmla="*/ 2154032 h 6858001"/>
              <a:gd name="connsiteX321" fmla="*/ 12191999 w 12191999"/>
              <a:gd name="connsiteY321" fmla="*/ 3254182 h 6858001"/>
              <a:gd name="connsiteX322" fmla="*/ 12191999 w 12191999"/>
              <a:gd name="connsiteY322" fmla="*/ 3293779 h 6858001"/>
              <a:gd name="connsiteX323" fmla="*/ 572194 w 12191999"/>
              <a:gd name="connsiteY323" fmla="*/ 2144930 h 6858001"/>
              <a:gd name="connsiteX324" fmla="*/ 577271 w 12191999"/>
              <a:gd name="connsiteY324" fmla="*/ 2154127 h 6858001"/>
              <a:gd name="connsiteX325" fmla="*/ 555522 w 12191999"/>
              <a:gd name="connsiteY325" fmla="*/ 2154127 h 6858001"/>
              <a:gd name="connsiteX326" fmla="*/ 1947742 w 12191999"/>
              <a:gd name="connsiteY326" fmla="*/ 2144924 h 6858001"/>
              <a:gd name="connsiteX327" fmla="*/ 1952819 w 12191999"/>
              <a:gd name="connsiteY327" fmla="*/ 2154121 h 6858001"/>
              <a:gd name="connsiteX328" fmla="*/ 1931070 w 12191999"/>
              <a:gd name="connsiteY328" fmla="*/ 2154121 h 6858001"/>
              <a:gd name="connsiteX329" fmla="*/ 3323244 w 12191999"/>
              <a:gd name="connsiteY329" fmla="*/ 2144854 h 6858001"/>
              <a:gd name="connsiteX330" fmla="*/ 3328322 w 12191999"/>
              <a:gd name="connsiteY330" fmla="*/ 2154051 h 6858001"/>
              <a:gd name="connsiteX331" fmla="*/ 3306572 w 12191999"/>
              <a:gd name="connsiteY331" fmla="*/ 2154051 h 6858001"/>
              <a:gd name="connsiteX332" fmla="*/ 4698705 w 12191999"/>
              <a:gd name="connsiteY332" fmla="*/ 2144849 h 6858001"/>
              <a:gd name="connsiteX333" fmla="*/ 4703880 w 12191999"/>
              <a:gd name="connsiteY333" fmla="*/ 2154046 h 6858001"/>
              <a:gd name="connsiteX334" fmla="*/ 4682033 w 12191999"/>
              <a:gd name="connsiteY334" fmla="*/ 2154046 h 6858001"/>
              <a:gd name="connsiteX335" fmla="*/ 6074491 w 12191999"/>
              <a:gd name="connsiteY335" fmla="*/ 2144846 h 6858001"/>
              <a:gd name="connsiteX336" fmla="*/ 6079671 w 12191999"/>
              <a:gd name="connsiteY336" fmla="*/ 2154043 h 6858001"/>
              <a:gd name="connsiteX337" fmla="*/ 6057833 w 12191999"/>
              <a:gd name="connsiteY337" fmla="*/ 2154043 h 6858001"/>
              <a:gd name="connsiteX338" fmla="*/ 7450246 w 12191999"/>
              <a:gd name="connsiteY338" fmla="*/ 2144840 h 6858001"/>
              <a:gd name="connsiteX339" fmla="*/ 7455415 w 12191999"/>
              <a:gd name="connsiteY339" fmla="*/ 2154037 h 6858001"/>
              <a:gd name="connsiteX340" fmla="*/ 7433576 w 12191999"/>
              <a:gd name="connsiteY340" fmla="*/ 2154037 h 6858001"/>
              <a:gd name="connsiteX341" fmla="*/ 8825669 w 12191999"/>
              <a:gd name="connsiteY341" fmla="*/ 2144835 h 6858001"/>
              <a:gd name="connsiteX342" fmla="*/ 8830861 w 12191999"/>
              <a:gd name="connsiteY342" fmla="*/ 2154032 h 6858001"/>
              <a:gd name="connsiteX343" fmla="*/ 8808998 w 12191999"/>
              <a:gd name="connsiteY343" fmla="*/ 2154032 h 6858001"/>
              <a:gd name="connsiteX344" fmla="*/ 10201296 w 12191999"/>
              <a:gd name="connsiteY344" fmla="*/ 2144765 h 6858001"/>
              <a:gd name="connsiteX345" fmla="*/ 10206454 w 12191999"/>
              <a:gd name="connsiteY345" fmla="*/ 2153962 h 6858001"/>
              <a:gd name="connsiteX346" fmla="*/ 10184627 w 12191999"/>
              <a:gd name="connsiteY346" fmla="*/ 2153962 h 6858001"/>
              <a:gd name="connsiteX347" fmla="*/ 11576896 w 12191999"/>
              <a:gd name="connsiteY347" fmla="*/ 2144762 h 6858001"/>
              <a:gd name="connsiteX348" fmla="*/ 11582054 w 12191999"/>
              <a:gd name="connsiteY348" fmla="*/ 2153956 h 6858001"/>
              <a:gd name="connsiteX349" fmla="*/ 11560185 w 12191999"/>
              <a:gd name="connsiteY349" fmla="*/ 2153956 h 6858001"/>
              <a:gd name="connsiteX350" fmla="*/ 0 w 12191999"/>
              <a:gd name="connsiteY350" fmla="*/ 1112463 h 6858001"/>
              <a:gd name="connsiteX351" fmla="*/ 392650 w 12191999"/>
              <a:gd name="connsiteY351" fmla="*/ 1820797 h 6858001"/>
              <a:gd name="connsiteX352" fmla="*/ 375882 w 12191999"/>
              <a:gd name="connsiteY352" fmla="*/ 1830092 h 6858001"/>
              <a:gd name="connsiteX353" fmla="*/ 0 w 12191999"/>
              <a:gd name="connsiteY353" fmla="*/ 1151962 h 6858001"/>
              <a:gd name="connsiteX354" fmla="*/ 1063602 w 12191999"/>
              <a:gd name="connsiteY354" fmla="*/ 904138 h 6858001"/>
              <a:gd name="connsiteX355" fmla="*/ 1080369 w 12191999"/>
              <a:gd name="connsiteY355" fmla="*/ 913335 h 6858001"/>
              <a:gd name="connsiteX356" fmla="*/ 555525 w 12191999"/>
              <a:gd name="connsiteY356" fmla="*/ 1860355 h 6858001"/>
              <a:gd name="connsiteX357" fmla="*/ 555525 w 12191999"/>
              <a:gd name="connsiteY357" fmla="*/ 1860557 h 6858001"/>
              <a:gd name="connsiteX358" fmla="*/ 392745 w 12191999"/>
              <a:gd name="connsiteY358" fmla="*/ 2154135 h 6858001"/>
              <a:gd name="connsiteX359" fmla="*/ 370802 w 12191999"/>
              <a:gd name="connsiteY359" fmla="*/ 2154135 h 6858001"/>
              <a:gd name="connsiteX360" fmla="*/ 555525 w 12191999"/>
              <a:gd name="connsiteY360" fmla="*/ 1820991 h 6858001"/>
              <a:gd name="connsiteX361" fmla="*/ 555525 w 12191999"/>
              <a:gd name="connsiteY361" fmla="*/ 1820792 h 6858001"/>
              <a:gd name="connsiteX362" fmla="*/ 2439155 w 12191999"/>
              <a:gd name="connsiteY362" fmla="*/ 904132 h 6858001"/>
              <a:gd name="connsiteX363" fmla="*/ 2455922 w 12191999"/>
              <a:gd name="connsiteY363" fmla="*/ 913329 h 6858001"/>
              <a:gd name="connsiteX364" fmla="*/ 1931072 w 12191999"/>
              <a:gd name="connsiteY364" fmla="*/ 1860350 h 6858001"/>
              <a:gd name="connsiteX365" fmla="*/ 1931072 w 12191999"/>
              <a:gd name="connsiteY365" fmla="*/ 1860551 h 6858001"/>
              <a:gd name="connsiteX366" fmla="*/ 1768293 w 12191999"/>
              <a:gd name="connsiteY366" fmla="*/ 2154130 h 6858001"/>
              <a:gd name="connsiteX367" fmla="*/ 1746350 w 12191999"/>
              <a:gd name="connsiteY367" fmla="*/ 2154130 h 6858001"/>
              <a:gd name="connsiteX368" fmla="*/ 1931070 w 12191999"/>
              <a:gd name="connsiteY368" fmla="*/ 1820988 h 6858001"/>
              <a:gd name="connsiteX369" fmla="*/ 1931070 w 12191999"/>
              <a:gd name="connsiteY369" fmla="*/ 1820786 h 6858001"/>
              <a:gd name="connsiteX370" fmla="*/ 3814660 w 12191999"/>
              <a:gd name="connsiteY370" fmla="*/ 904063 h 6858001"/>
              <a:gd name="connsiteX371" fmla="*/ 3831428 w 12191999"/>
              <a:gd name="connsiteY371" fmla="*/ 913259 h 6858001"/>
              <a:gd name="connsiteX372" fmla="*/ 3306623 w 12191999"/>
              <a:gd name="connsiteY372" fmla="*/ 1860199 h 6858001"/>
              <a:gd name="connsiteX373" fmla="*/ 3306623 w 12191999"/>
              <a:gd name="connsiteY373" fmla="*/ 1860548 h 6858001"/>
              <a:gd name="connsiteX374" fmla="*/ 3143840 w 12191999"/>
              <a:gd name="connsiteY374" fmla="*/ 2154127 h 6858001"/>
              <a:gd name="connsiteX375" fmla="*/ 3121898 w 12191999"/>
              <a:gd name="connsiteY375" fmla="*/ 2154127 h 6858001"/>
              <a:gd name="connsiteX376" fmla="*/ 3306575 w 12191999"/>
              <a:gd name="connsiteY376" fmla="*/ 1821063 h 6858001"/>
              <a:gd name="connsiteX377" fmla="*/ 3306575 w 12191999"/>
              <a:gd name="connsiteY377" fmla="*/ 1820716 h 6858001"/>
              <a:gd name="connsiteX378" fmla="*/ 5190213 w 12191999"/>
              <a:gd name="connsiteY378" fmla="*/ 904057 h 6858001"/>
              <a:gd name="connsiteX379" fmla="*/ 5206981 w 12191999"/>
              <a:gd name="connsiteY379" fmla="*/ 913254 h 6858001"/>
              <a:gd name="connsiteX380" fmla="*/ 4682131 w 12191999"/>
              <a:gd name="connsiteY380" fmla="*/ 1860104 h 6858001"/>
              <a:gd name="connsiteX381" fmla="*/ 4682131 w 12191999"/>
              <a:gd name="connsiteY381" fmla="*/ 1860479 h 6858001"/>
              <a:gd name="connsiteX382" fmla="*/ 4519348 w 12191999"/>
              <a:gd name="connsiteY382" fmla="*/ 2154054 h 6858001"/>
              <a:gd name="connsiteX383" fmla="*/ 4497409 w 12191999"/>
              <a:gd name="connsiteY383" fmla="*/ 2154054 h 6858001"/>
              <a:gd name="connsiteX384" fmla="*/ 4682036 w 12191999"/>
              <a:gd name="connsiteY384" fmla="*/ 1821083 h 6858001"/>
              <a:gd name="connsiteX385" fmla="*/ 4682036 w 12191999"/>
              <a:gd name="connsiteY385" fmla="*/ 1820711 h 6858001"/>
              <a:gd name="connsiteX386" fmla="*/ 6566097 w 12191999"/>
              <a:gd name="connsiteY386" fmla="*/ 904054 h 6858001"/>
              <a:gd name="connsiteX387" fmla="*/ 6582875 w 12191999"/>
              <a:gd name="connsiteY387" fmla="*/ 913248 h 6858001"/>
              <a:gd name="connsiteX388" fmla="*/ 6057833 w 12191999"/>
              <a:gd name="connsiteY388" fmla="*/ 1860274 h 6858001"/>
              <a:gd name="connsiteX389" fmla="*/ 6057833 w 12191999"/>
              <a:gd name="connsiteY389" fmla="*/ 1860473 h 6858001"/>
              <a:gd name="connsiteX390" fmla="*/ 5895190 w 12191999"/>
              <a:gd name="connsiteY390" fmla="*/ 2154051 h 6858001"/>
              <a:gd name="connsiteX391" fmla="*/ 5873247 w 12191999"/>
              <a:gd name="connsiteY391" fmla="*/ 2154051 h 6858001"/>
              <a:gd name="connsiteX392" fmla="*/ 6057833 w 12191999"/>
              <a:gd name="connsiteY392" fmla="*/ 1820910 h 6858001"/>
              <a:gd name="connsiteX393" fmla="*/ 6057833 w 12191999"/>
              <a:gd name="connsiteY393" fmla="*/ 1820708 h 6858001"/>
              <a:gd name="connsiteX394" fmla="*/ 7941625 w 12191999"/>
              <a:gd name="connsiteY394" fmla="*/ 904049 h 6858001"/>
              <a:gd name="connsiteX395" fmla="*/ 7958392 w 12191999"/>
              <a:gd name="connsiteY395" fmla="*/ 913245 h 6858001"/>
              <a:gd name="connsiteX396" fmla="*/ 7433579 w 12191999"/>
              <a:gd name="connsiteY396" fmla="*/ 1860269 h 6858001"/>
              <a:gd name="connsiteX397" fmla="*/ 7433579 w 12191999"/>
              <a:gd name="connsiteY397" fmla="*/ 1860468 h 6858001"/>
              <a:gd name="connsiteX398" fmla="*/ 7270886 w 12191999"/>
              <a:gd name="connsiteY398" fmla="*/ 2154046 h 6858001"/>
              <a:gd name="connsiteX399" fmla="*/ 7248943 w 12191999"/>
              <a:gd name="connsiteY399" fmla="*/ 2154046 h 6858001"/>
              <a:gd name="connsiteX400" fmla="*/ 7433579 w 12191999"/>
              <a:gd name="connsiteY400" fmla="*/ 1820901 h 6858001"/>
              <a:gd name="connsiteX401" fmla="*/ 7433579 w 12191999"/>
              <a:gd name="connsiteY401" fmla="*/ 1820702 h 6858001"/>
              <a:gd name="connsiteX402" fmla="*/ 9317381 w 12191999"/>
              <a:gd name="connsiteY402" fmla="*/ 904043 h 6858001"/>
              <a:gd name="connsiteX403" fmla="*/ 9334138 w 12191999"/>
              <a:gd name="connsiteY403" fmla="*/ 913240 h 6858001"/>
              <a:gd name="connsiteX404" fmla="*/ 8809011 w 12191999"/>
              <a:gd name="connsiteY404" fmla="*/ 1860260 h 6858001"/>
              <a:gd name="connsiteX405" fmla="*/ 8809011 w 12191999"/>
              <a:gd name="connsiteY405" fmla="*/ 1860465 h 6858001"/>
              <a:gd name="connsiteX406" fmla="*/ 8646197 w 12191999"/>
              <a:gd name="connsiteY406" fmla="*/ 2154043 h 6858001"/>
              <a:gd name="connsiteX407" fmla="*/ 8624403 w 12191999"/>
              <a:gd name="connsiteY407" fmla="*/ 2154043 h 6858001"/>
              <a:gd name="connsiteX408" fmla="*/ 8809011 w 12191999"/>
              <a:gd name="connsiteY408" fmla="*/ 1820898 h 6858001"/>
              <a:gd name="connsiteX409" fmla="*/ 8809011 w 12191999"/>
              <a:gd name="connsiteY409" fmla="*/ 1820700 h 6858001"/>
              <a:gd name="connsiteX410" fmla="*/ 10692823 w 12191999"/>
              <a:gd name="connsiteY410" fmla="*/ 903973 h 6858001"/>
              <a:gd name="connsiteX411" fmla="*/ 10709501 w 12191999"/>
              <a:gd name="connsiteY411" fmla="*/ 913170 h 6858001"/>
              <a:gd name="connsiteX412" fmla="*/ 10184679 w 12191999"/>
              <a:gd name="connsiteY412" fmla="*/ 1860104 h 6858001"/>
              <a:gd name="connsiteX413" fmla="*/ 10184679 w 12191999"/>
              <a:gd name="connsiteY413" fmla="*/ 1860459 h 6858001"/>
              <a:gd name="connsiteX414" fmla="*/ 10021880 w 12191999"/>
              <a:gd name="connsiteY414" fmla="*/ 2154037 h 6858001"/>
              <a:gd name="connsiteX415" fmla="*/ 10000040 w 12191999"/>
              <a:gd name="connsiteY415" fmla="*/ 2154037 h 6858001"/>
              <a:gd name="connsiteX416" fmla="*/ 10184627 w 12191999"/>
              <a:gd name="connsiteY416" fmla="*/ 1820982 h 6858001"/>
              <a:gd name="connsiteX417" fmla="*/ 10184627 w 12191999"/>
              <a:gd name="connsiteY417" fmla="*/ 1820627 h 6858001"/>
              <a:gd name="connsiteX418" fmla="*/ 12068273 w 12191999"/>
              <a:gd name="connsiteY418" fmla="*/ 903967 h 6858001"/>
              <a:gd name="connsiteX419" fmla="*/ 12085046 w 12191999"/>
              <a:gd name="connsiteY419" fmla="*/ 913164 h 6858001"/>
              <a:gd name="connsiteX420" fmla="*/ 11560193 w 12191999"/>
              <a:gd name="connsiteY420" fmla="*/ 1860188 h 6858001"/>
              <a:gd name="connsiteX421" fmla="*/ 11560193 w 12191999"/>
              <a:gd name="connsiteY421" fmla="*/ 1860389 h 6858001"/>
              <a:gd name="connsiteX422" fmla="*/ 11397421 w 12191999"/>
              <a:gd name="connsiteY422" fmla="*/ 2153967 h 6858001"/>
              <a:gd name="connsiteX423" fmla="*/ 11375578 w 12191999"/>
              <a:gd name="connsiteY423" fmla="*/ 2153967 h 6858001"/>
              <a:gd name="connsiteX424" fmla="*/ 11560193 w 12191999"/>
              <a:gd name="connsiteY424" fmla="*/ 1820823 h 6858001"/>
              <a:gd name="connsiteX425" fmla="*/ 11560193 w 12191999"/>
              <a:gd name="connsiteY425" fmla="*/ 1820624 h 6858001"/>
              <a:gd name="connsiteX426" fmla="*/ 11741806 w 12191999"/>
              <a:gd name="connsiteY426" fmla="*/ 0 h 6858001"/>
              <a:gd name="connsiteX427" fmla="*/ 11763755 w 12191999"/>
              <a:gd name="connsiteY427" fmla="*/ 0 h 6858001"/>
              <a:gd name="connsiteX428" fmla="*/ 12191999 w 12191999"/>
              <a:gd name="connsiteY428" fmla="*/ 772556 h 6858001"/>
              <a:gd name="connsiteX429" fmla="*/ 12191999 w 12191999"/>
              <a:gd name="connsiteY429" fmla="*/ 812139 h 6858001"/>
              <a:gd name="connsiteX430" fmla="*/ 11193821 w 12191999"/>
              <a:gd name="connsiteY430" fmla="*/ 0 h 6858001"/>
              <a:gd name="connsiteX431" fmla="*/ 11215764 w 12191999"/>
              <a:gd name="connsiteY431" fmla="*/ 0 h 6858001"/>
              <a:gd name="connsiteX432" fmla="*/ 10889267 w 12191999"/>
              <a:gd name="connsiteY432" fmla="*/ 589130 h 6858001"/>
              <a:gd name="connsiteX433" fmla="*/ 10872493 w 12191999"/>
              <a:gd name="connsiteY433" fmla="*/ 579838 h 6858001"/>
              <a:gd name="connsiteX434" fmla="*/ 10366228 w 12191999"/>
              <a:gd name="connsiteY434" fmla="*/ 0 h 6858001"/>
              <a:gd name="connsiteX435" fmla="*/ 10388154 w 12191999"/>
              <a:gd name="connsiteY435" fmla="*/ 0 h 6858001"/>
              <a:gd name="connsiteX436" fmla="*/ 11397321 w 12191999"/>
              <a:gd name="connsiteY436" fmla="*/ 1820627 h 6858001"/>
              <a:gd name="connsiteX437" fmla="*/ 11380556 w 12191999"/>
              <a:gd name="connsiteY437" fmla="*/ 1829924 h 6858001"/>
              <a:gd name="connsiteX438" fmla="*/ 9818403 w 12191999"/>
              <a:gd name="connsiteY438" fmla="*/ 0 h 6858001"/>
              <a:gd name="connsiteX439" fmla="*/ 9840272 w 12191999"/>
              <a:gd name="connsiteY439" fmla="*/ 0 h 6858001"/>
              <a:gd name="connsiteX440" fmla="*/ 9513750 w 12191999"/>
              <a:gd name="connsiteY440" fmla="*/ 589202 h 6858001"/>
              <a:gd name="connsiteX441" fmla="*/ 9496982 w 12191999"/>
              <a:gd name="connsiteY441" fmla="*/ 579911 h 6858001"/>
              <a:gd name="connsiteX442" fmla="*/ 8990576 w 12191999"/>
              <a:gd name="connsiteY442" fmla="*/ 0 h 6858001"/>
              <a:gd name="connsiteX443" fmla="*/ 9012521 w 12191999"/>
              <a:gd name="connsiteY443" fmla="*/ 0 h 6858001"/>
              <a:gd name="connsiteX444" fmla="*/ 10021787 w 12191999"/>
              <a:gd name="connsiteY444" fmla="*/ 1820700 h 6858001"/>
              <a:gd name="connsiteX445" fmla="*/ 10005031 w 12191999"/>
              <a:gd name="connsiteY445" fmla="*/ 1829994 h 6858001"/>
              <a:gd name="connsiteX446" fmla="*/ 8442743 w 12191999"/>
              <a:gd name="connsiteY446" fmla="*/ 0 h 6858001"/>
              <a:gd name="connsiteX447" fmla="*/ 8464573 w 12191999"/>
              <a:gd name="connsiteY447" fmla="*/ 0 h 6858001"/>
              <a:gd name="connsiteX448" fmla="*/ 8138024 w 12191999"/>
              <a:gd name="connsiteY448" fmla="*/ 589205 h 6858001"/>
              <a:gd name="connsiteX449" fmla="*/ 8121278 w 12191999"/>
              <a:gd name="connsiteY449" fmla="*/ 579913 h 6858001"/>
              <a:gd name="connsiteX450" fmla="*/ 7615119 w 12191999"/>
              <a:gd name="connsiteY450" fmla="*/ 0 h 6858001"/>
              <a:gd name="connsiteX451" fmla="*/ 7637042 w 12191999"/>
              <a:gd name="connsiteY451" fmla="*/ 0 h 6858001"/>
              <a:gd name="connsiteX452" fmla="*/ 8646102 w 12191999"/>
              <a:gd name="connsiteY452" fmla="*/ 1820702 h 6858001"/>
              <a:gd name="connsiteX453" fmla="*/ 8629385 w 12191999"/>
              <a:gd name="connsiteY453" fmla="*/ 1829997 h 6858001"/>
              <a:gd name="connsiteX454" fmla="*/ 7067263 w 12191999"/>
              <a:gd name="connsiteY454" fmla="*/ 0 h 6858001"/>
              <a:gd name="connsiteX455" fmla="*/ 7089133 w 12191999"/>
              <a:gd name="connsiteY455" fmla="*/ 0 h 6858001"/>
              <a:gd name="connsiteX456" fmla="*/ 6762512 w 12191999"/>
              <a:gd name="connsiteY456" fmla="*/ 589211 h 6858001"/>
              <a:gd name="connsiteX457" fmla="*/ 6745750 w 12191999"/>
              <a:gd name="connsiteY457" fmla="*/ 579919 h 6858001"/>
              <a:gd name="connsiteX458" fmla="*/ 6239415 w 12191999"/>
              <a:gd name="connsiteY458" fmla="*/ 0 h 6858001"/>
              <a:gd name="connsiteX459" fmla="*/ 6261346 w 12191999"/>
              <a:gd name="connsiteY459" fmla="*/ 0 h 6858001"/>
              <a:gd name="connsiteX460" fmla="*/ 7270693 w 12191999"/>
              <a:gd name="connsiteY460" fmla="*/ 1820708 h 6858001"/>
              <a:gd name="connsiteX461" fmla="*/ 7253925 w 12191999"/>
              <a:gd name="connsiteY461" fmla="*/ 1830003 h 6858001"/>
              <a:gd name="connsiteX462" fmla="*/ 5691495 w 12191999"/>
              <a:gd name="connsiteY462" fmla="*/ 0 h 6858001"/>
              <a:gd name="connsiteX463" fmla="*/ 5713367 w 12191999"/>
              <a:gd name="connsiteY463" fmla="*/ 0 h 6858001"/>
              <a:gd name="connsiteX464" fmla="*/ 5386626 w 12191999"/>
              <a:gd name="connsiteY464" fmla="*/ 589216 h 6858001"/>
              <a:gd name="connsiteX465" fmla="*/ 5369862 w 12191999"/>
              <a:gd name="connsiteY465" fmla="*/ 579922 h 6858001"/>
              <a:gd name="connsiteX466" fmla="*/ 4863626 w 12191999"/>
              <a:gd name="connsiteY466" fmla="*/ 0 h 6858001"/>
              <a:gd name="connsiteX467" fmla="*/ 4885566 w 12191999"/>
              <a:gd name="connsiteY467" fmla="*/ 0 h 6858001"/>
              <a:gd name="connsiteX468" fmla="*/ 5894991 w 12191999"/>
              <a:gd name="connsiteY468" fmla="*/ 1820714 h 6858001"/>
              <a:gd name="connsiteX469" fmla="*/ 5878224 w 12191999"/>
              <a:gd name="connsiteY469" fmla="*/ 1830008 h 6858001"/>
              <a:gd name="connsiteX470" fmla="*/ 4315765 w 12191999"/>
              <a:gd name="connsiteY470" fmla="*/ 0 h 6858001"/>
              <a:gd name="connsiteX471" fmla="*/ 4337696 w 12191999"/>
              <a:gd name="connsiteY471" fmla="*/ 0 h 6858001"/>
              <a:gd name="connsiteX472" fmla="*/ 4011076 w 12191999"/>
              <a:gd name="connsiteY472" fmla="*/ 589219 h 6858001"/>
              <a:gd name="connsiteX473" fmla="*/ 3994308 w 12191999"/>
              <a:gd name="connsiteY473" fmla="*/ 579927 h 6858001"/>
              <a:gd name="connsiteX474" fmla="*/ 3488110 w 12191999"/>
              <a:gd name="connsiteY474" fmla="*/ 0 h 6858001"/>
              <a:gd name="connsiteX475" fmla="*/ 3509968 w 12191999"/>
              <a:gd name="connsiteY475" fmla="*/ 0 h 6858001"/>
              <a:gd name="connsiteX476" fmla="*/ 4519155 w 12191999"/>
              <a:gd name="connsiteY476" fmla="*/ 1820716 h 6858001"/>
              <a:gd name="connsiteX477" fmla="*/ 4502391 w 12191999"/>
              <a:gd name="connsiteY477" fmla="*/ 1830011 h 6858001"/>
              <a:gd name="connsiteX478" fmla="*/ 2940296 w 12191999"/>
              <a:gd name="connsiteY478" fmla="*/ 0 h 6858001"/>
              <a:gd name="connsiteX479" fmla="*/ 2962227 w 12191999"/>
              <a:gd name="connsiteY479" fmla="*/ 0 h 6858001"/>
              <a:gd name="connsiteX480" fmla="*/ 2635567 w 12191999"/>
              <a:gd name="connsiteY480" fmla="*/ 589292 h 6858001"/>
              <a:gd name="connsiteX481" fmla="*/ 2618800 w 12191999"/>
              <a:gd name="connsiteY481" fmla="*/ 579997 h 6858001"/>
              <a:gd name="connsiteX482" fmla="*/ 2112565 w 12191999"/>
              <a:gd name="connsiteY482" fmla="*/ 0 h 6858001"/>
              <a:gd name="connsiteX483" fmla="*/ 2134420 w 12191999"/>
              <a:gd name="connsiteY483" fmla="*/ 0 h 6858001"/>
              <a:gd name="connsiteX484" fmla="*/ 3143647 w 12191999"/>
              <a:gd name="connsiteY484" fmla="*/ 1820789 h 6858001"/>
              <a:gd name="connsiteX485" fmla="*/ 3126882 w 12191999"/>
              <a:gd name="connsiteY485" fmla="*/ 1830084 h 6858001"/>
              <a:gd name="connsiteX486" fmla="*/ 1564746 w 12191999"/>
              <a:gd name="connsiteY486" fmla="*/ 0 h 6858001"/>
              <a:gd name="connsiteX487" fmla="*/ 1586679 w 12191999"/>
              <a:gd name="connsiteY487" fmla="*/ 0 h 6858001"/>
              <a:gd name="connsiteX488" fmla="*/ 1260014 w 12191999"/>
              <a:gd name="connsiteY488" fmla="*/ 589295 h 6858001"/>
              <a:gd name="connsiteX489" fmla="*/ 1243247 w 12191999"/>
              <a:gd name="connsiteY489" fmla="*/ 580003 h 6858001"/>
              <a:gd name="connsiteX490" fmla="*/ 737029 w 12191999"/>
              <a:gd name="connsiteY490" fmla="*/ 0 h 6858001"/>
              <a:gd name="connsiteX491" fmla="*/ 758884 w 12191999"/>
              <a:gd name="connsiteY491" fmla="*/ 0 h 6858001"/>
              <a:gd name="connsiteX492" fmla="*/ 1768194 w 12191999"/>
              <a:gd name="connsiteY492" fmla="*/ 1820792 h 6858001"/>
              <a:gd name="connsiteX493" fmla="*/ 1751430 w 12191999"/>
              <a:gd name="connsiteY493" fmla="*/ 1830087 h 6858001"/>
              <a:gd name="connsiteX494" fmla="*/ 189206 w 12191999"/>
              <a:gd name="connsiteY494" fmla="*/ 0 h 6858001"/>
              <a:gd name="connsiteX495" fmla="*/ 211137 w 12191999"/>
              <a:gd name="connsiteY495" fmla="*/ 0 h 6858001"/>
              <a:gd name="connsiteX496" fmla="*/ 0 w 12191999"/>
              <a:gd name="connsiteY496" fmla="*/ 380891 h 6858001"/>
              <a:gd name="connsiteX497" fmla="*/ 0 w 12191999"/>
              <a:gd name="connsiteY497" fmla="*/ 34134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Lst>
            <a:rect l="l" t="t" r="r" b="b"/>
            <a:pathLst>
              <a:path w="12191999" h="6858001">
                <a:moveTo>
                  <a:pt x="0" y="6075743"/>
                </a:moveTo>
                <a:lnTo>
                  <a:pt x="392619" y="6784024"/>
                </a:lnTo>
                <a:lnTo>
                  <a:pt x="375851" y="6793319"/>
                </a:lnTo>
                <a:lnTo>
                  <a:pt x="0" y="6115245"/>
                </a:lnTo>
                <a:close/>
                <a:moveTo>
                  <a:pt x="1063571" y="5867365"/>
                </a:moveTo>
                <a:lnTo>
                  <a:pt x="1080338" y="5876662"/>
                </a:lnTo>
                <a:lnTo>
                  <a:pt x="555494" y="6823585"/>
                </a:lnTo>
                <a:lnTo>
                  <a:pt x="555494" y="6823784"/>
                </a:lnTo>
                <a:lnTo>
                  <a:pt x="536528" y="6858001"/>
                </a:lnTo>
                <a:lnTo>
                  <a:pt x="514637" y="6858001"/>
                </a:lnTo>
                <a:lnTo>
                  <a:pt x="555494" y="6784315"/>
                </a:lnTo>
                <a:lnTo>
                  <a:pt x="555494" y="6784116"/>
                </a:lnTo>
                <a:close/>
                <a:moveTo>
                  <a:pt x="2439127" y="5867361"/>
                </a:moveTo>
                <a:lnTo>
                  <a:pt x="2455894" y="5876653"/>
                </a:lnTo>
                <a:lnTo>
                  <a:pt x="1931044" y="6823576"/>
                </a:lnTo>
                <a:lnTo>
                  <a:pt x="1931044" y="6823784"/>
                </a:lnTo>
                <a:lnTo>
                  <a:pt x="1912078" y="6858001"/>
                </a:lnTo>
                <a:lnTo>
                  <a:pt x="1890182" y="6858001"/>
                </a:lnTo>
                <a:lnTo>
                  <a:pt x="1931042" y="6784312"/>
                </a:lnTo>
                <a:lnTo>
                  <a:pt x="1931042" y="6784111"/>
                </a:lnTo>
                <a:close/>
                <a:moveTo>
                  <a:pt x="3814632" y="5867289"/>
                </a:moveTo>
                <a:lnTo>
                  <a:pt x="3831400" y="5876587"/>
                </a:lnTo>
                <a:lnTo>
                  <a:pt x="3306595" y="6823428"/>
                </a:lnTo>
                <a:lnTo>
                  <a:pt x="3306595" y="6823775"/>
                </a:lnTo>
                <a:lnTo>
                  <a:pt x="3287624" y="6858001"/>
                </a:lnTo>
                <a:lnTo>
                  <a:pt x="3265732" y="6858001"/>
                </a:lnTo>
                <a:lnTo>
                  <a:pt x="3306550" y="6784388"/>
                </a:lnTo>
                <a:lnTo>
                  <a:pt x="3306550" y="6784041"/>
                </a:lnTo>
                <a:close/>
                <a:moveTo>
                  <a:pt x="5190188" y="5867283"/>
                </a:moveTo>
                <a:lnTo>
                  <a:pt x="5206956" y="5876578"/>
                </a:lnTo>
                <a:lnTo>
                  <a:pt x="4682103" y="6823330"/>
                </a:lnTo>
                <a:lnTo>
                  <a:pt x="4682103" y="6823702"/>
                </a:lnTo>
                <a:lnTo>
                  <a:pt x="4663092" y="6858001"/>
                </a:lnTo>
                <a:lnTo>
                  <a:pt x="4641201" y="6858001"/>
                </a:lnTo>
                <a:lnTo>
                  <a:pt x="4682008" y="6784407"/>
                </a:lnTo>
                <a:lnTo>
                  <a:pt x="4682008" y="6784032"/>
                </a:lnTo>
                <a:close/>
                <a:moveTo>
                  <a:pt x="6566080" y="5867281"/>
                </a:moveTo>
                <a:lnTo>
                  <a:pt x="6582839" y="5876575"/>
                </a:lnTo>
                <a:lnTo>
                  <a:pt x="6057805" y="6823498"/>
                </a:lnTo>
                <a:lnTo>
                  <a:pt x="6057805" y="6823700"/>
                </a:lnTo>
                <a:lnTo>
                  <a:pt x="6038808" y="6858001"/>
                </a:lnTo>
                <a:lnTo>
                  <a:pt x="6016914" y="6858001"/>
                </a:lnTo>
                <a:lnTo>
                  <a:pt x="6057793" y="6784231"/>
                </a:lnTo>
                <a:lnTo>
                  <a:pt x="6057793" y="6784029"/>
                </a:lnTo>
                <a:close/>
                <a:moveTo>
                  <a:pt x="7941599" y="5867275"/>
                </a:moveTo>
                <a:lnTo>
                  <a:pt x="7958367" y="5876573"/>
                </a:lnTo>
                <a:lnTo>
                  <a:pt x="7433545" y="6823492"/>
                </a:lnTo>
                <a:lnTo>
                  <a:pt x="7433545" y="6823694"/>
                </a:lnTo>
                <a:lnTo>
                  <a:pt x="7414539" y="6858001"/>
                </a:lnTo>
                <a:lnTo>
                  <a:pt x="7392654" y="6858001"/>
                </a:lnTo>
                <a:lnTo>
                  <a:pt x="7433542" y="6784226"/>
                </a:lnTo>
                <a:lnTo>
                  <a:pt x="7433542" y="6784024"/>
                </a:lnTo>
                <a:close/>
                <a:moveTo>
                  <a:pt x="9317351" y="5867272"/>
                </a:moveTo>
                <a:lnTo>
                  <a:pt x="9334104" y="5876569"/>
                </a:lnTo>
                <a:lnTo>
                  <a:pt x="8808969" y="6823492"/>
                </a:lnTo>
                <a:lnTo>
                  <a:pt x="8808969" y="6823694"/>
                </a:lnTo>
                <a:lnTo>
                  <a:pt x="8789950" y="6858001"/>
                </a:lnTo>
                <a:lnTo>
                  <a:pt x="8768091" y="6858001"/>
                </a:lnTo>
                <a:lnTo>
                  <a:pt x="8808969" y="6784223"/>
                </a:lnTo>
                <a:lnTo>
                  <a:pt x="8808969" y="6784024"/>
                </a:lnTo>
                <a:close/>
                <a:moveTo>
                  <a:pt x="10692789" y="5867199"/>
                </a:moveTo>
                <a:lnTo>
                  <a:pt x="10709468" y="5876497"/>
                </a:lnTo>
                <a:lnTo>
                  <a:pt x="10184648" y="6823330"/>
                </a:lnTo>
                <a:lnTo>
                  <a:pt x="10184648" y="6823686"/>
                </a:lnTo>
                <a:lnTo>
                  <a:pt x="10165625" y="6858001"/>
                </a:lnTo>
                <a:lnTo>
                  <a:pt x="10143755" y="6858001"/>
                </a:lnTo>
                <a:lnTo>
                  <a:pt x="10184599" y="6784303"/>
                </a:lnTo>
                <a:lnTo>
                  <a:pt x="10184599" y="6783951"/>
                </a:lnTo>
                <a:close/>
                <a:moveTo>
                  <a:pt x="12068242" y="5867196"/>
                </a:moveTo>
                <a:lnTo>
                  <a:pt x="12085015" y="5876488"/>
                </a:lnTo>
                <a:lnTo>
                  <a:pt x="11560167" y="6823411"/>
                </a:lnTo>
                <a:lnTo>
                  <a:pt x="11560167" y="6823618"/>
                </a:lnTo>
                <a:lnTo>
                  <a:pt x="11541109" y="6858001"/>
                </a:lnTo>
                <a:lnTo>
                  <a:pt x="11519240" y="6858001"/>
                </a:lnTo>
                <a:lnTo>
                  <a:pt x="11560167" y="6784150"/>
                </a:lnTo>
                <a:lnTo>
                  <a:pt x="11560167" y="6783943"/>
                </a:lnTo>
                <a:close/>
                <a:moveTo>
                  <a:pt x="572180" y="4626494"/>
                </a:moveTo>
                <a:lnTo>
                  <a:pt x="577243" y="4635767"/>
                </a:lnTo>
                <a:lnTo>
                  <a:pt x="577335" y="4635767"/>
                </a:lnTo>
                <a:lnTo>
                  <a:pt x="1768164" y="6784015"/>
                </a:lnTo>
                <a:lnTo>
                  <a:pt x="1751399" y="6793310"/>
                </a:lnTo>
                <a:lnTo>
                  <a:pt x="555491" y="4635767"/>
                </a:lnTo>
                <a:lnTo>
                  <a:pt x="555545" y="4635767"/>
                </a:lnTo>
                <a:close/>
                <a:moveTo>
                  <a:pt x="1947725" y="4626489"/>
                </a:moveTo>
                <a:lnTo>
                  <a:pt x="1952791" y="4635764"/>
                </a:lnTo>
                <a:lnTo>
                  <a:pt x="1952883" y="4635764"/>
                </a:lnTo>
                <a:lnTo>
                  <a:pt x="3143619" y="6784013"/>
                </a:lnTo>
                <a:lnTo>
                  <a:pt x="3126852" y="6793307"/>
                </a:lnTo>
                <a:lnTo>
                  <a:pt x="1931039" y="4635764"/>
                </a:lnTo>
                <a:lnTo>
                  <a:pt x="1931092" y="4635764"/>
                </a:lnTo>
                <a:close/>
                <a:moveTo>
                  <a:pt x="3323231" y="4626421"/>
                </a:moveTo>
                <a:lnTo>
                  <a:pt x="3328297" y="4635691"/>
                </a:lnTo>
                <a:lnTo>
                  <a:pt x="3328392" y="4635691"/>
                </a:lnTo>
                <a:lnTo>
                  <a:pt x="4519130" y="6783940"/>
                </a:lnTo>
                <a:lnTo>
                  <a:pt x="4502363" y="6793235"/>
                </a:lnTo>
                <a:lnTo>
                  <a:pt x="3306547" y="4635691"/>
                </a:lnTo>
                <a:lnTo>
                  <a:pt x="3306597" y="4635691"/>
                </a:lnTo>
                <a:close/>
                <a:moveTo>
                  <a:pt x="4698692" y="4626413"/>
                </a:moveTo>
                <a:lnTo>
                  <a:pt x="4703855" y="4635688"/>
                </a:lnTo>
                <a:lnTo>
                  <a:pt x="4703948" y="4635688"/>
                </a:lnTo>
                <a:lnTo>
                  <a:pt x="5894966" y="6783937"/>
                </a:lnTo>
                <a:lnTo>
                  <a:pt x="5878198" y="6793232"/>
                </a:lnTo>
                <a:lnTo>
                  <a:pt x="4682008" y="4635688"/>
                </a:lnTo>
                <a:lnTo>
                  <a:pt x="4682056" y="4635688"/>
                </a:lnTo>
                <a:close/>
                <a:moveTo>
                  <a:pt x="6074477" y="4626410"/>
                </a:moveTo>
                <a:lnTo>
                  <a:pt x="6079652" y="4635683"/>
                </a:lnTo>
                <a:lnTo>
                  <a:pt x="6079730" y="4635683"/>
                </a:lnTo>
                <a:lnTo>
                  <a:pt x="7270659" y="6783932"/>
                </a:lnTo>
                <a:lnTo>
                  <a:pt x="7253889" y="6793229"/>
                </a:lnTo>
                <a:lnTo>
                  <a:pt x="6057793" y="4635683"/>
                </a:lnTo>
                <a:lnTo>
                  <a:pt x="6057847" y="4635683"/>
                </a:lnTo>
                <a:close/>
                <a:moveTo>
                  <a:pt x="7450229" y="4626405"/>
                </a:moveTo>
                <a:lnTo>
                  <a:pt x="7455384" y="4635683"/>
                </a:lnTo>
                <a:lnTo>
                  <a:pt x="7455476" y="4635683"/>
                </a:lnTo>
                <a:lnTo>
                  <a:pt x="8646070" y="6783932"/>
                </a:lnTo>
                <a:lnTo>
                  <a:pt x="8629357" y="6793220"/>
                </a:lnTo>
                <a:lnTo>
                  <a:pt x="7433542" y="4635683"/>
                </a:lnTo>
                <a:lnTo>
                  <a:pt x="7433596" y="4635683"/>
                </a:lnTo>
                <a:close/>
                <a:moveTo>
                  <a:pt x="8825656" y="4626402"/>
                </a:moveTo>
                <a:lnTo>
                  <a:pt x="8830817" y="4635674"/>
                </a:lnTo>
                <a:lnTo>
                  <a:pt x="8830907" y="4635674"/>
                </a:lnTo>
                <a:lnTo>
                  <a:pt x="10021750" y="6783923"/>
                </a:lnTo>
                <a:lnTo>
                  <a:pt x="10004992" y="6793218"/>
                </a:lnTo>
                <a:lnTo>
                  <a:pt x="8808969" y="4635674"/>
                </a:lnTo>
                <a:lnTo>
                  <a:pt x="8809030" y="4635674"/>
                </a:lnTo>
                <a:close/>
                <a:moveTo>
                  <a:pt x="10201271" y="4626329"/>
                </a:moveTo>
                <a:lnTo>
                  <a:pt x="10206435" y="4635604"/>
                </a:lnTo>
                <a:lnTo>
                  <a:pt x="10206521" y="4635604"/>
                </a:lnTo>
                <a:lnTo>
                  <a:pt x="11397288" y="6783850"/>
                </a:lnTo>
                <a:lnTo>
                  <a:pt x="11380522" y="6793148"/>
                </a:lnTo>
                <a:lnTo>
                  <a:pt x="10184592" y="4635604"/>
                </a:lnTo>
                <a:lnTo>
                  <a:pt x="10184648" y="4635604"/>
                </a:lnTo>
                <a:close/>
                <a:moveTo>
                  <a:pt x="11576877" y="4626326"/>
                </a:moveTo>
                <a:lnTo>
                  <a:pt x="11582029" y="4635598"/>
                </a:lnTo>
                <a:lnTo>
                  <a:pt x="11582125" y="4635598"/>
                </a:lnTo>
                <a:lnTo>
                  <a:pt x="12191999" y="5735833"/>
                </a:lnTo>
                <a:lnTo>
                  <a:pt x="12191999" y="5775414"/>
                </a:lnTo>
                <a:lnTo>
                  <a:pt x="11560167" y="4635598"/>
                </a:lnTo>
                <a:lnTo>
                  <a:pt x="11560222" y="4635598"/>
                </a:lnTo>
                <a:close/>
                <a:moveTo>
                  <a:pt x="0" y="3594086"/>
                </a:moveTo>
                <a:lnTo>
                  <a:pt x="392633" y="4302359"/>
                </a:lnTo>
                <a:lnTo>
                  <a:pt x="375865" y="4311657"/>
                </a:lnTo>
                <a:lnTo>
                  <a:pt x="0" y="3633586"/>
                </a:lnTo>
                <a:close/>
                <a:moveTo>
                  <a:pt x="1063587" y="3385705"/>
                </a:moveTo>
                <a:lnTo>
                  <a:pt x="1080355" y="3395000"/>
                </a:lnTo>
                <a:lnTo>
                  <a:pt x="555511" y="4341922"/>
                </a:lnTo>
                <a:lnTo>
                  <a:pt x="555511" y="4342121"/>
                </a:lnTo>
                <a:lnTo>
                  <a:pt x="392731" y="4635794"/>
                </a:lnTo>
                <a:lnTo>
                  <a:pt x="392608" y="4635794"/>
                </a:lnTo>
                <a:lnTo>
                  <a:pt x="0" y="5344059"/>
                </a:lnTo>
                <a:lnTo>
                  <a:pt x="0" y="5304509"/>
                </a:lnTo>
                <a:lnTo>
                  <a:pt x="370679" y="4635775"/>
                </a:lnTo>
                <a:lnTo>
                  <a:pt x="370797" y="4635775"/>
                </a:lnTo>
                <a:lnTo>
                  <a:pt x="555508" y="4302653"/>
                </a:lnTo>
                <a:lnTo>
                  <a:pt x="555508" y="4302454"/>
                </a:lnTo>
                <a:close/>
                <a:moveTo>
                  <a:pt x="2439140" y="3385700"/>
                </a:moveTo>
                <a:lnTo>
                  <a:pt x="2455908" y="3394997"/>
                </a:lnTo>
                <a:lnTo>
                  <a:pt x="1931058" y="4341920"/>
                </a:lnTo>
                <a:lnTo>
                  <a:pt x="1931058" y="4342119"/>
                </a:lnTo>
                <a:lnTo>
                  <a:pt x="1768276" y="4635792"/>
                </a:lnTo>
                <a:lnTo>
                  <a:pt x="1768155" y="4635792"/>
                </a:lnTo>
                <a:lnTo>
                  <a:pt x="1259986" y="5552518"/>
                </a:lnTo>
                <a:lnTo>
                  <a:pt x="1243219" y="5543226"/>
                </a:lnTo>
                <a:lnTo>
                  <a:pt x="1746227" y="4635770"/>
                </a:lnTo>
                <a:lnTo>
                  <a:pt x="1746345" y="4635770"/>
                </a:lnTo>
                <a:lnTo>
                  <a:pt x="1931055" y="4302650"/>
                </a:lnTo>
                <a:lnTo>
                  <a:pt x="1931055" y="4302449"/>
                </a:lnTo>
                <a:close/>
                <a:moveTo>
                  <a:pt x="3814646" y="3385629"/>
                </a:moveTo>
                <a:lnTo>
                  <a:pt x="3831413" y="3394924"/>
                </a:lnTo>
                <a:lnTo>
                  <a:pt x="3306608" y="4341766"/>
                </a:lnTo>
                <a:lnTo>
                  <a:pt x="3306608" y="4342113"/>
                </a:lnTo>
                <a:lnTo>
                  <a:pt x="3143829" y="4635786"/>
                </a:lnTo>
                <a:lnTo>
                  <a:pt x="3143706" y="4635786"/>
                </a:lnTo>
                <a:lnTo>
                  <a:pt x="2635539" y="5552512"/>
                </a:lnTo>
                <a:lnTo>
                  <a:pt x="2618772" y="5543226"/>
                </a:lnTo>
                <a:lnTo>
                  <a:pt x="3121777" y="4635767"/>
                </a:lnTo>
                <a:lnTo>
                  <a:pt x="3121898" y="4635767"/>
                </a:lnTo>
                <a:lnTo>
                  <a:pt x="3306561" y="4302723"/>
                </a:lnTo>
                <a:lnTo>
                  <a:pt x="3306561" y="4302379"/>
                </a:lnTo>
                <a:close/>
                <a:moveTo>
                  <a:pt x="5190202" y="3385627"/>
                </a:moveTo>
                <a:lnTo>
                  <a:pt x="5206970" y="3394919"/>
                </a:lnTo>
                <a:lnTo>
                  <a:pt x="4682120" y="4341670"/>
                </a:lnTo>
                <a:lnTo>
                  <a:pt x="4682120" y="4342045"/>
                </a:lnTo>
                <a:lnTo>
                  <a:pt x="4519337" y="4635719"/>
                </a:lnTo>
                <a:lnTo>
                  <a:pt x="4519214" y="4635719"/>
                </a:lnTo>
                <a:lnTo>
                  <a:pt x="4011048" y="5552443"/>
                </a:lnTo>
                <a:lnTo>
                  <a:pt x="3994283" y="5543154"/>
                </a:lnTo>
                <a:lnTo>
                  <a:pt x="4497288" y="4635693"/>
                </a:lnTo>
                <a:lnTo>
                  <a:pt x="4497406" y="4635693"/>
                </a:lnTo>
                <a:lnTo>
                  <a:pt x="4682022" y="4302745"/>
                </a:lnTo>
                <a:lnTo>
                  <a:pt x="4682022" y="4302373"/>
                </a:lnTo>
                <a:close/>
                <a:moveTo>
                  <a:pt x="6566097" y="3385621"/>
                </a:moveTo>
                <a:lnTo>
                  <a:pt x="6582853" y="3394916"/>
                </a:lnTo>
                <a:lnTo>
                  <a:pt x="6057813" y="4341839"/>
                </a:lnTo>
                <a:lnTo>
                  <a:pt x="6057813" y="4342037"/>
                </a:lnTo>
                <a:lnTo>
                  <a:pt x="5895162" y="4635711"/>
                </a:lnTo>
                <a:lnTo>
                  <a:pt x="5894944" y="4635711"/>
                </a:lnTo>
                <a:lnTo>
                  <a:pt x="5386601" y="5552437"/>
                </a:lnTo>
                <a:lnTo>
                  <a:pt x="5369834" y="5543148"/>
                </a:lnTo>
                <a:lnTo>
                  <a:pt x="5873111" y="4635691"/>
                </a:lnTo>
                <a:lnTo>
                  <a:pt x="5873247" y="4635691"/>
                </a:lnTo>
                <a:lnTo>
                  <a:pt x="6057810" y="4302569"/>
                </a:lnTo>
                <a:lnTo>
                  <a:pt x="6057810" y="4302370"/>
                </a:lnTo>
                <a:close/>
                <a:moveTo>
                  <a:pt x="7941611" y="3385615"/>
                </a:moveTo>
                <a:lnTo>
                  <a:pt x="7958384" y="3394910"/>
                </a:lnTo>
                <a:lnTo>
                  <a:pt x="7433562" y="4341833"/>
                </a:lnTo>
                <a:lnTo>
                  <a:pt x="7433562" y="4342031"/>
                </a:lnTo>
                <a:lnTo>
                  <a:pt x="7270866" y="4635705"/>
                </a:lnTo>
                <a:lnTo>
                  <a:pt x="7270648" y="4635705"/>
                </a:lnTo>
                <a:lnTo>
                  <a:pt x="6762479" y="5552435"/>
                </a:lnTo>
                <a:lnTo>
                  <a:pt x="6745717" y="5543143"/>
                </a:lnTo>
                <a:lnTo>
                  <a:pt x="7248812" y="4635685"/>
                </a:lnTo>
                <a:lnTo>
                  <a:pt x="7248932" y="4635685"/>
                </a:lnTo>
                <a:lnTo>
                  <a:pt x="7433562" y="4302564"/>
                </a:lnTo>
                <a:lnTo>
                  <a:pt x="7433562" y="4302364"/>
                </a:lnTo>
                <a:close/>
                <a:moveTo>
                  <a:pt x="9317362" y="3385610"/>
                </a:moveTo>
                <a:lnTo>
                  <a:pt x="9334119" y="3394907"/>
                </a:lnTo>
                <a:lnTo>
                  <a:pt x="8808998" y="4341830"/>
                </a:lnTo>
                <a:lnTo>
                  <a:pt x="8808998" y="4342029"/>
                </a:lnTo>
                <a:lnTo>
                  <a:pt x="8646184" y="4635702"/>
                </a:lnTo>
                <a:lnTo>
                  <a:pt x="8646061" y="4635702"/>
                </a:lnTo>
                <a:lnTo>
                  <a:pt x="8137996" y="5552431"/>
                </a:lnTo>
                <a:lnTo>
                  <a:pt x="8121237" y="5543139"/>
                </a:lnTo>
                <a:lnTo>
                  <a:pt x="8624283" y="4635683"/>
                </a:lnTo>
                <a:lnTo>
                  <a:pt x="8624403" y="4635683"/>
                </a:lnTo>
                <a:lnTo>
                  <a:pt x="8808998" y="4302560"/>
                </a:lnTo>
                <a:lnTo>
                  <a:pt x="8808998" y="4302362"/>
                </a:lnTo>
                <a:close/>
                <a:moveTo>
                  <a:pt x="10692814" y="3385540"/>
                </a:moveTo>
                <a:lnTo>
                  <a:pt x="10709486" y="3394835"/>
                </a:lnTo>
                <a:lnTo>
                  <a:pt x="10184660" y="4341674"/>
                </a:lnTo>
                <a:lnTo>
                  <a:pt x="10184660" y="4342023"/>
                </a:lnTo>
                <a:lnTo>
                  <a:pt x="10021861" y="4635697"/>
                </a:lnTo>
                <a:lnTo>
                  <a:pt x="10021748" y="4635697"/>
                </a:lnTo>
                <a:lnTo>
                  <a:pt x="9513721" y="5552426"/>
                </a:lnTo>
                <a:lnTo>
                  <a:pt x="9496951" y="5543134"/>
                </a:lnTo>
                <a:lnTo>
                  <a:pt x="9999915" y="4635677"/>
                </a:lnTo>
                <a:lnTo>
                  <a:pt x="10000040" y="4635677"/>
                </a:lnTo>
                <a:lnTo>
                  <a:pt x="10184612" y="4302639"/>
                </a:lnTo>
                <a:lnTo>
                  <a:pt x="10184612" y="4302289"/>
                </a:lnTo>
                <a:close/>
                <a:moveTo>
                  <a:pt x="12068258" y="3385537"/>
                </a:moveTo>
                <a:lnTo>
                  <a:pt x="12085027" y="3394832"/>
                </a:lnTo>
                <a:lnTo>
                  <a:pt x="11560185" y="4341755"/>
                </a:lnTo>
                <a:lnTo>
                  <a:pt x="11560185" y="4341956"/>
                </a:lnTo>
                <a:lnTo>
                  <a:pt x="11397403" y="4635627"/>
                </a:lnTo>
                <a:lnTo>
                  <a:pt x="11397282" y="4635627"/>
                </a:lnTo>
                <a:lnTo>
                  <a:pt x="10889231" y="5552353"/>
                </a:lnTo>
                <a:lnTo>
                  <a:pt x="10872465" y="5543064"/>
                </a:lnTo>
                <a:lnTo>
                  <a:pt x="11375358" y="4635610"/>
                </a:lnTo>
                <a:lnTo>
                  <a:pt x="11375578" y="4635610"/>
                </a:lnTo>
                <a:lnTo>
                  <a:pt x="11560173" y="4302485"/>
                </a:lnTo>
                <a:lnTo>
                  <a:pt x="11560173" y="4302286"/>
                </a:lnTo>
                <a:close/>
                <a:moveTo>
                  <a:pt x="370696" y="2154208"/>
                </a:moveTo>
                <a:lnTo>
                  <a:pt x="392636" y="2154208"/>
                </a:lnTo>
                <a:lnTo>
                  <a:pt x="0" y="2862444"/>
                </a:lnTo>
                <a:lnTo>
                  <a:pt x="0" y="2822967"/>
                </a:lnTo>
                <a:close/>
                <a:moveTo>
                  <a:pt x="3121791" y="2154203"/>
                </a:moveTo>
                <a:lnTo>
                  <a:pt x="3143731" y="2154203"/>
                </a:lnTo>
                <a:lnTo>
                  <a:pt x="2635553" y="3070851"/>
                </a:lnTo>
                <a:lnTo>
                  <a:pt x="2618786" y="3061657"/>
                </a:lnTo>
                <a:close/>
                <a:moveTo>
                  <a:pt x="1746241" y="2154203"/>
                </a:moveTo>
                <a:lnTo>
                  <a:pt x="1768183" y="2154203"/>
                </a:lnTo>
                <a:lnTo>
                  <a:pt x="1260000" y="3070856"/>
                </a:lnTo>
                <a:lnTo>
                  <a:pt x="1243233" y="3061659"/>
                </a:lnTo>
                <a:close/>
                <a:moveTo>
                  <a:pt x="555508" y="2154203"/>
                </a:moveTo>
                <a:lnTo>
                  <a:pt x="577352" y="2154203"/>
                </a:lnTo>
                <a:lnTo>
                  <a:pt x="1768180" y="4302354"/>
                </a:lnTo>
                <a:lnTo>
                  <a:pt x="1751413" y="4311648"/>
                </a:lnTo>
                <a:close/>
                <a:moveTo>
                  <a:pt x="1931055" y="2154197"/>
                </a:moveTo>
                <a:lnTo>
                  <a:pt x="1952900" y="2154197"/>
                </a:lnTo>
                <a:lnTo>
                  <a:pt x="3143633" y="4302348"/>
                </a:lnTo>
                <a:lnTo>
                  <a:pt x="3126868" y="4311642"/>
                </a:lnTo>
                <a:close/>
                <a:moveTo>
                  <a:pt x="4497300" y="2154127"/>
                </a:moveTo>
                <a:lnTo>
                  <a:pt x="4519239" y="2154127"/>
                </a:lnTo>
                <a:lnTo>
                  <a:pt x="4011062" y="3070781"/>
                </a:lnTo>
                <a:lnTo>
                  <a:pt x="3994294" y="3061584"/>
                </a:lnTo>
                <a:close/>
                <a:moveTo>
                  <a:pt x="5873130" y="2154124"/>
                </a:moveTo>
                <a:lnTo>
                  <a:pt x="5894983" y="2154124"/>
                </a:lnTo>
                <a:lnTo>
                  <a:pt x="5386612" y="3070775"/>
                </a:lnTo>
                <a:lnTo>
                  <a:pt x="5369848" y="3061581"/>
                </a:lnTo>
                <a:close/>
                <a:moveTo>
                  <a:pt x="3306559" y="2154124"/>
                </a:moveTo>
                <a:lnTo>
                  <a:pt x="3328408" y="2154124"/>
                </a:lnTo>
                <a:lnTo>
                  <a:pt x="4519141" y="4302278"/>
                </a:lnTo>
                <a:lnTo>
                  <a:pt x="4502377" y="4311572"/>
                </a:lnTo>
                <a:close/>
                <a:moveTo>
                  <a:pt x="4682022" y="2154121"/>
                </a:moveTo>
                <a:lnTo>
                  <a:pt x="4703962" y="2154121"/>
                </a:lnTo>
                <a:lnTo>
                  <a:pt x="5894983" y="4302272"/>
                </a:lnTo>
                <a:lnTo>
                  <a:pt x="5878212" y="4311567"/>
                </a:lnTo>
                <a:close/>
                <a:moveTo>
                  <a:pt x="7248831" y="2154118"/>
                </a:moveTo>
                <a:lnTo>
                  <a:pt x="7270679" y="2154118"/>
                </a:lnTo>
                <a:lnTo>
                  <a:pt x="6762496" y="3070772"/>
                </a:lnTo>
                <a:lnTo>
                  <a:pt x="6745731" y="3061575"/>
                </a:lnTo>
                <a:close/>
                <a:moveTo>
                  <a:pt x="8624295" y="2154116"/>
                </a:moveTo>
                <a:lnTo>
                  <a:pt x="8646089" y="2154116"/>
                </a:lnTo>
                <a:lnTo>
                  <a:pt x="8138010" y="3070767"/>
                </a:lnTo>
                <a:lnTo>
                  <a:pt x="8121253" y="3061570"/>
                </a:lnTo>
                <a:close/>
                <a:moveTo>
                  <a:pt x="6057810" y="2154116"/>
                </a:moveTo>
                <a:lnTo>
                  <a:pt x="6079750" y="2154116"/>
                </a:lnTo>
                <a:lnTo>
                  <a:pt x="7270676" y="4302270"/>
                </a:lnTo>
                <a:lnTo>
                  <a:pt x="7253903" y="4311564"/>
                </a:lnTo>
                <a:close/>
                <a:moveTo>
                  <a:pt x="7433559" y="2154113"/>
                </a:moveTo>
                <a:lnTo>
                  <a:pt x="7455493" y="2154113"/>
                </a:lnTo>
                <a:lnTo>
                  <a:pt x="8646089" y="4302266"/>
                </a:lnTo>
                <a:lnTo>
                  <a:pt x="8629372" y="4311558"/>
                </a:lnTo>
                <a:close/>
                <a:moveTo>
                  <a:pt x="9999926" y="2154110"/>
                </a:moveTo>
                <a:lnTo>
                  <a:pt x="10021771" y="2154110"/>
                </a:lnTo>
                <a:lnTo>
                  <a:pt x="9513733" y="3070764"/>
                </a:lnTo>
                <a:lnTo>
                  <a:pt x="9496971" y="3061567"/>
                </a:lnTo>
                <a:close/>
                <a:moveTo>
                  <a:pt x="8808969" y="2154107"/>
                </a:moveTo>
                <a:lnTo>
                  <a:pt x="8830925" y="2154107"/>
                </a:lnTo>
                <a:lnTo>
                  <a:pt x="10021771" y="4302261"/>
                </a:lnTo>
                <a:lnTo>
                  <a:pt x="10005012" y="4311556"/>
                </a:lnTo>
                <a:close/>
                <a:moveTo>
                  <a:pt x="11375379" y="2154040"/>
                </a:moveTo>
                <a:lnTo>
                  <a:pt x="11397301" y="2154040"/>
                </a:lnTo>
                <a:lnTo>
                  <a:pt x="10889252" y="3070691"/>
                </a:lnTo>
                <a:lnTo>
                  <a:pt x="10872480" y="3061494"/>
                </a:lnTo>
                <a:close/>
                <a:moveTo>
                  <a:pt x="10184610" y="2154037"/>
                </a:moveTo>
                <a:lnTo>
                  <a:pt x="10206540" y="2154037"/>
                </a:lnTo>
                <a:lnTo>
                  <a:pt x="11397301" y="4302188"/>
                </a:lnTo>
                <a:lnTo>
                  <a:pt x="11380543" y="4311483"/>
                </a:lnTo>
                <a:close/>
                <a:moveTo>
                  <a:pt x="11560173" y="2154032"/>
                </a:moveTo>
                <a:lnTo>
                  <a:pt x="11582139" y="2154032"/>
                </a:lnTo>
                <a:lnTo>
                  <a:pt x="12191999" y="3254182"/>
                </a:lnTo>
                <a:lnTo>
                  <a:pt x="12191999" y="3293779"/>
                </a:lnTo>
                <a:close/>
                <a:moveTo>
                  <a:pt x="572194" y="2144930"/>
                </a:moveTo>
                <a:lnTo>
                  <a:pt x="577271" y="2154127"/>
                </a:lnTo>
                <a:lnTo>
                  <a:pt x="555522" y="2154127"/>
                </a:lnTo>
                <a:close/>
                <a:moveTo>
                  <a:pt x="1947742" y="2144924"/>
                </a:moveTo>
                <a:lnTo>
                  <a:pt x="1952819" y="2154121"/>
                </a:lnTo>
                <a:lnTo>
                  <a:pt x="1931070" y="2154121"/>
                </a:lnTo>
                <a:close/>
                <a:moveTo>
                  <a:pt x="3323244" y="2144854"/>
                </a:moveTo>
                <a:lnTo>
                  <a:pt x="3328322" y="2154051"/>
                </a:lnTo>
                <a:lnTo>
                  <a:pt x="3306572" y="2154051"/>
                </a:lnTo>
                <a:close/>
                <a:moveTo>
                  <a:pt x="4698705" y="2144849"/>
                </a:moveTo>
                <a:lnTo>
                  <a:pt x="4703880" y="2154046"/>
                </a:lnTo>
                <a:lnTo>
                  <a:pt x="4682033" y="2154046"/>
                </a:lnTo>
                <a:close/>
                <a:moveTo>
                  <a:pt x="6074491" y="2144846"/>
                </a:moveTo>
                <a:lnTo>
                  <a:pt x="6079671" y="2154043"/>
                </a:lnTo>
                <a:lnTo>
                  <a:pt x="6057833" y="2154043"/>
                </a:lnTo>
                <a:close/>
                <a:moveTo>
                  <a:pt x="7450246" y="2144840"/>
                </a:moveTo>
                <a:lnTo>
                  <a:pt x="7455415" y="2154037"/>
                </a:lnTo>
                <a:lnTo>
                  <a:pt x="7433576" y="2154037"/>
                </a:lnTo>
                <a:close/>
                <a:moveTo>
                  <a:pt x="8825669" y="2144835"/>
                </a:moveTo>
                <a:lnTo>
                  <a:pt x="8830861" y="2154032"/>
                </a:lnTo>
                <a:lnTo>
                  <a:pt x="8808998" y="2154032"/>
                </a:lnTo>
                <a:close/>
                <a:moveTo>
                  <a:pt x="10201296" y="2144765"/>
                </a:moveTo>
                <a:lnTo>
                  <a:pt x="10206454" y="2153962"/>
                </a:lnTo>
                <a:lnTo>
                  <a:pt x="10184627" y="2153962"/>
                </a:lnTo>
                <a:close/>
                <a:moveTo>
                  <a:pt x="11576896" y="2144762"/>
                </a:moveTo>
                <a:lnTo>
                  <a:pt x="11582054" y="2153956"/>
                </a:lnTo>
                <a:lnTo>
                  <a:pt x="11560185" y="2153956"/>
                </a:lnTo>
                <a:close/>
                <a:moveTo>
                  <a:pt x="0" y="1112463"/>
                </a:moveTo>
                <a:lnTo>
                  <a:pt x="392650" y="1820797"/>
                </a:lnTo>
                <a:lnTo>
                  <a:pt x="375882" y="1830092"/>
                </a:lnTo>
                <a:lnTo>
                  <a:pt x="0" y="1151962"/>
                </a:lnTo>
                <a:close/>
                <a:moveTo>
                  <a:pt x="1063602" y="904138"/>
                </a:moveTo>
                <a:lnTo>
                  <a:pt x="1080369" y="913335"/>
                </a:lnTo>
                <a:lnTo>
                  <a:pt x="555525" y="1860355"/>
                </a:lnTo>
                <a:lnTo>
                  <a:pt x="555525" y="1860557"/>
                </a:lnTo>
                <a:lnTo>
                  <a:pt x="392745" y="2154135"/>
                </a:lnTo>
                <a:lnTo>
                  <a:pt x="370802" y="2154135"/>
                </a:lnTo>
                <a:lnTo>
                  <a:pt x="555525" y="1820991"/>
                </a:lnTo>
                <a:lnTo>
                  <a:pt x="555525" y="1820792"/>
                </a:lnTo>
                <a:close/>
                <a:moveTo>
                  <a:pt x="2439155" y="904132"/>
                </a:moveTo>
                <a:lnTo>
                  <a:pt x="2455922" y="913329"/>
                </a:lnTo>
                <a:lnTo>
                  <a:pt x="1931072" y="1860350"/>
                </a:lnTo>
                <a:lnTo>
                  <a:pt x="1931072" y="1860551"/>
                </a:lnTo>
                <a:lnTo>
                  <a:pt x="1768293" y="2154130"/>
                </a:lnTo>
                <a:lnTo>
                  <a:pt x="1746350" y="2154130"/>
                </a:lnTo>
                <a:lnTo>
                  <a:pt x="1931070" y="1820988"/>
                </a:lnTo>
                <a:lnTo>
                  <a:pt x="1931070" y="1820786"/>
                </a:lnTo>
                <a:close/>
                <a:moveTo>
                  <a:pt x="3814660" y="904063"/>
                </a:moveTo>
                <a:lnTo>
                  <a:pt x="3831428" y="913259"/>
                </a:lnTo>
                <a:lnTo>
                  <a:pt x="3306623" y="1860199"/>
                </a:lnTo>
                <a:lnTo>
                  <a:pt x="3306623" y="1860548"/>
                </a:lnTo>
                <a:lnTo>
                  <a:pt x="3143840" y="2154127"/>
                </a:lnTo>
                <a:lnTo>
                  <a:pt x="3121898" y="2154127"/>
                </a:lnTo>
                <a:lnTo>
                  <a:pt x="3306575" y="1821063"/>
                </a:lnTo>
                <a:lnTo>
                  <a:pt x="3306575" y="1820716"/>
                </a:lnTo>
                <a:close/>
                <a:moveTo>
                  <a:pt x="5190213" y="904057"/>
                </a:moveTo>
                <a:lnTo>
                  <a:pt x="5206981" y="913254"/>
                </a:lnTo>
                <a:lnTo>
                  <a:pt x="4682131" y="1860104"/>
                </a:lnTo>
                <a:lnTo>
                  <a:pt x="4682131" y="1860479"/>
                </a:lnTo>
                <a:lnTo>
                  <a:pt x="4519348" y="2154054"/>
                </a:lnTo>
                <a:lnTo>
                  <a:pt x="4497409" y="2154054"/>
                </a:lnTo>
                <a:lnTo>
                  <a:pt x="4682036" y="1821083"/>
                </a:lnTo>
                <a:lnTo>
                  <a:pt x="4682036" y="1820711"/>
                </a:lnTo>
                <a:close/>
                <a:moveTo>
                  <a:pt x="6566097" y="904054"/>
                </a:moveTo>
                <a:lnTo>
                  <a:pt x="6582875" y="913248"/>
                </a:lnTo>
                <a:lnTo>
                  <a:pt x="6057833" y="1860274"/>
                </a:lnTo>
                <a:lnTo>
                  <a:pt x="6057833" y="1860473"/>
                </a:lnTo>
                <a:lnTo>
                  <a:pt x="5895190" y="2154051"/>
                </a:lnTo>
                <a:lnTo>
                  <a:pt x="5873247" y="2154051"/>
                </a:lnTo>
                <a:lnTo>
                  <a:pt x="6057833" y="1820910"/>
                </a:lnTo>
                <a:lnTo>
                  <a:pt x="6057833" y="1820708"/>
                </a:lnTo>
                <a:close/>
                <a:moveTo>
                  <a:pt x="7941625" y="904049"/>
                </a:moveTo>
                <a:lnTo>
                  <a:pt x="7958392" y="913245"/>
                </a:lnTo>
                <a:lnTo>
                  <a:pt x="7433579" y="1860269"/>
                </a:lnTo>
                <a:lnTo>
                  <a:pt x="7433579" y="1860468"/>
                </a:lnTo>
                <a:lnTo>
                  <a:pt x="7270886" y="2154046"/>
                </a:lnTo>
                <a:lnTo>
                  <a:pt x="7248943" y="2154046"/>
                </a:lnTo>
                <a:lnTo>
                  <a:pt x="7433579" y="1820901"/>
                </a:lnTo>
                <a:lnTo>
                  <a:pt x="7433579" y="1820702"/>
                </a:lnTo>
                <a:close/>
                <a:moveTo>
                  <a:pt x="9317381" y="904043"/>
                </a:moveTo>
                <a:lnTo>
                  <a:pt x="9334138" y="913240"/>
                </a:lnTo>
                <a:lnTo>
                  <a:pt x="8809011" y="1860260"/>
                </a:lnTo>
                <a:lnTo>
                  <a:pt x="8809011" y="1860465"/>
                </a:lnTo>
                <a:lnTo>
                  <a:pt x="8646197" y="2154043"/>
                </a:lnTo>
                <a:lnTo>
                  <a:pt x="8624403" y="2154043"/>
                </a:lnTo>
                <a:lnTo>
                  <a:pt x="8809011" y="1820898"/>
                </a:lnTo>
                <a:lnTo>
                  <a:pt x="8809011" y="1820700"/>
                </a:lnTo>
                <a:close/>
                <a:moveTo>
                  <a:pt x="10692823" y="903973"/>
                </a:moveTo>
                <a:lnTo>
                  <a:pt x="10709501" y="913170"/>
                </a:lnTo>
                <a:lnTo>
                  <a:pt x="10184679" y="1860104"/>
                </a:lnTo>
                <a:lnTo>
                  <a:pt x="10184679" y="1860459"/>
                </a:lnTo>
                <a:lnTo>
                  <a:pt x="10021880" y="2154037"/>
                </a:lnTo>
                <a:lnTo>
                  <a:pt x="10000040" y="2154037"/>
                </a:lnTo>
                <a:lnTo>
                  <a:pt x="10184627" y="1820982"/>
                </a:lnTo>
                <a:lnTo>
                  <a:pt x="10184627" y="1820627"/>
                </a:lnTo>
                <a:close/>
                <a:moveTo>
                  <a:pt x="12068273" y="903967"/>
                </a:moveTo>
                <a:lnTo>
                  <a:pt x="12085046" y="913164"/>
                </a:lnTo>
                <a:lnTo>
                  <a:pt x="11560193" y="1860188"/>
                </a:lnTo>
                <a:lnTo>
                  <a:pt x="11560193" y="1860389"/>
                </a:lnTo>
                <a:lnTo>
                  <a:pt x="11397421" y="2153967"/>
                </a:lnTo>
                <a:lnTo>
                  <a:pt x="11375578" y="2153967"/>
                </a:lnTo>
                <a:lnTo>
                  <a:pt x="11560193" y="1820823"/>
                </a:lnTo>
                <a:lnTo>
                  <a:pt x="11560193" y="1820624"/>
                </a:lnTo>
                <a:close/>
                <a:moveTo>
                  <a:pt x="11741806" y="0"/>
                </a:moveTo>
                <a:lnTo>
                  <a:pt x="11763755" y="0"/>
                </a:lnTo>
                <a:lnTo>
                  <a:pt x="12191999" y="772556"/>
                </a:lnTo>
                <a:lnTo>
                  <a:pt x="12191999" y="812139"/>
                </a:lnTo>
                <a:close/>
                <a:moveTo>
                  <a:pt x="11193821" y="0"/>
                </a:moveTo>
                <a:lnTo>
                  <a:pt x="11215764" y="0"/>
                </a:lnTo>
                <a:lnTo>
                  <a:pt x="10889267" y="589130"/>
                </a:lnTo>
                <a:lnTo>
                  <a:pt x="10872493" y="579838"/>
                </a:lnTo>
                <a:close/>
                <a:moveTo>
                  <a:pt x="10366228" y="0"/>
                </a:moveTo>
                <a:lnTo>
                  <a:pt x="10388154" y="0"/>
                </a:lnTo>
                <a:lnTo>
                  <a:pt x="11397321" y="1820627"/>
                </a:lnTo>
                <a:lnTo>
                  <a:pt x="11380556" y="1829924"/>
                </a:lnTo>
                <a:close/>
                <a:moveTo>
                  <a:pt x="9818403" y="0"/>
                </a:moveTo>
                <a:lnTo>
                  <a:pt x="9840272" y="0"/>
                </a:lnTo>
                <a:lnTo>
                  <a:pt x="9513750" y="589202"/>
                </a:lnTo>
                <a:lnTo>
                  <a:pt x="9496982" y="579911"/>
                </a:lnTo>
                <a:close/>
                <a:moveTo>
                  <a:pt x="8990576" y="0"/>
                </a:moveTo>
                <a:lnTo>
                  <a:pt x="9012521" y="0"/>
                </a:lnTo>
                <a:lnTo>
                  <a:pt x="10021787" y="1820700"/>
                </a:lnTo>
                <a:lnTo>
                  <a:pt x="10005031" y="1829994"/>
                </a:lnTo>
                <a:close/>
                <a:moveTo>
                  <a:pt x="8442743" y="0"/>
                </a:moveTo>
                <a:lnTo>
                  <a:pt x="8464573" y="0"/>
                </a:lnTo>
                <a:lnTo>
                  <a:pt x="8138024" y="589205"/>
                </a:lnTo>
                <a:lnTo>
                  <a:pt x="8121278" y="579913"/>
                </a:lnTo>
                <a:close/>
                <a:moveTo>
                  <a:pt x="7615119" y="0"/>
                </a:moveTo>
                <a:lnTo>
                  <a:pt x="7637042" y="0"/>
                </a:lnTo>
                <a:lnTo>
                  <a:pt x="8646102" y="1820702"/>
                </a:lnTo>
                <a:lnTo>
                  <a:pt x="8629385" y="1829997"/>
                </a:lnTo>
                <a:close/>
                <a:moveTo>
                  <a:pt x="7067263" y="0"/>
                </a:moveTo>
                <a:lnTo>
                  <a:pt x="7089133" y="0"/>
                </a:lnTo>
                <a:lnTo>
                  <a:pt x="6762512" y="589211"/>
                </a:lnTo>
                <a:lnTo>
                  <a:pt x="6745750" y="579919"/>
                </a:lnTo>
                <a:close/>
                <a:moveTo>
                  <a:pt x="6239415" y="0"/>
                </a:moveTo>
                <a:lnTo>
                  <a:pt x="6261346" y="0"/>
                </a:lnTo>
                <a:lnTo>
                  <a:pt x="7270693" y="1820708"/>
                </a:lnTo>
                <a:lnTo>
                  <a:pt x="7253925" y="1830003"/>
                </a:lnTo>
                <a:close/>
                <a:moveTo>
                  <a:pt x="5691495" y="0"/>
                </a:moveTo>
                <a:lnTo>
                  <a:pt x="5713367" y="0"/>
                </a:lnTo>
                <a:lnTo>
                  <a:pt x="5386626" y="589216"/>
                </a:lnTo>
                <a:lnTo>
                  <a:pt x="5369862" y="579922"/>
                </a:lnTo>
                <a:close/>
                <a:moveTo>
                  <a:pt x="4863626" y="0"/>
                </a:moveTo>
                <a:lnTo>
                  <a:pt x="4885566" y="0"/>
                </a:lnTo>
                <a:lnTo>
                  <a:pt x="5894991" y="1820714"/>
                </a:lnTo>
                <a:lnTo>
                  <a:pt x="5878224" y="1830008"/>
                </a:lnTo>
                <a:close/>
                <a:moveTo>
                  <a:pt x="4315765" y="0"/>
                </a:moveTo>
                <a:lnTo>
                  <a:pt x="4337696" y="0"/>
                </a:lnTo>
                <a:lnTo>
                  <a:pt x="4011076" y="589219"/>
                </a:lnTo>
                <a:lnTo>
                  <a:pt x="3994308" y="579927"/>
                </a:lnTo>
                <a:close/>
                <a:moveTo>
                  <a:pt x="3488110" y="0"/>
                </a:moveTo>
                <a:lnTo>
                  <a:pt x="3509968" y="0"/>
                </a:lnTo>
                <a:lnTo>
                  <a:pt x="4519155" y="1820716"/>
                </a:lnTo>
                <a:lnTo>
                  <a:pt x="4502391" y="1830011"/>
                </a:lnTo>
                <a:close/>
                <a:moveTo>
                  <a:pt x="2940296" y="0"/>
                </a:moveTo>
                <a:lnTo>
                  <a:pt x="2962227" y="0"/>
                </a:lnTo>
                <a:lnTo>
                  <a:pt x="2635567" y="589292"/>
                </a:lnTo>
                <a:lnTo>
                  <a:pt x="2618800" y="579997"/>
                </a:lnTo>
                <a:close/>
                <a:moveTo>
                  <a:pt x="2112565" y="0"/>
                </a:moveTo>
                <a:lnTo>
                  <a:pt x="2134420" y="0"/>
                </a:lnTo>
                <a:lnTo>
                  <a:pt x="3143647" y="1820789"/>
                </a:lnTo>
                <a:lnTo>
                  <a:pt x="3126882" y="1830084"/>
                </a:lnTo>
                <a:close/>
                <a:moveTo>
                  <a:pt x="1564746" y="0"/>
                </a:moveTo>
                <a:lnTo>
                  <a:pt x="1586679" y="0"/>
                </a:lnTo>
                <a:lnTo>
                  <a:pt x="1260014" y="589295"/>
                </a:lnTo>
                <a:lnTo>
                  <a:pt x="1243247" y="580003"/>
                </a:lnTo>
                <a:close/>
                <a:moveTo>
                  <a:pt x="737029" y="0"/>
                </a:moveTo>
                <a:lnTo>
                  <a:pt x="758884" y="0"/>
                </a:lnTo>
                <a:lnTo>
                  <a:pt x="1768194" y="1820792"/>
                </a:lnTo>
                <a:lnTo>
                  <a:pt x="1751430" y="1830087"/>
                </a:lnTo>
                <a:close/>
                <a:moveTo>
                  <a:pt x="189206" y="0"/>
                </a:moveTo>
                <a:lnTo>
                  <a:pt x="211137" y="0"/>
                </a:lnTo>
                <a:lnTo>
                  <a:pt x="0" y="380891"/>
                </a:lnTo>
                <a:lnTo>
                  <a:pt x="0" y="341342"/>
                </a:lnTo>
                <a:close/>
              </a:path>
            </a:pathLst>
          </a:custGeom>
          <a:solidFill>
            <a:schemeClr val="bg2">
              <a:alpha val="15000"/>
            </a:schemeClr>
          </a:solidFill>
          <a:ln w="1415" cap="flat">
            <a:noFill/>
            <a:prstDash val="solid"/>
            <a:miter/>
          </a:ln>
        </p:spPr>
        <p:txBody>
          <a:bodyPr wrap="square" rtlCol="0" anchor="ctr">
            <a:noAutofit/>
          </a:bodyPr>
          <a:lstStyle/>
          <a:p>
            <a:pPr lvl="0"/>
            <a:endParaRPr lang="en-US"/>
          </a:p>
        </p:txBody>
      </p:sp>
      <p:sp>
        <p:nvSpPr>
          <p:cNvPr id="16" name="Titre 18">
            <a:extLst>
              <a:ext uri="{FF2B5EF4-FFF2-40B4-BE49-F238E27FC236}">
                <a16:creationId xmlns:a16="http://schemas.microsoft.com/office/drawing/2014/main" id="{FABD23D4-B3B3-077D-7D95-B4C6C5863521}"/>
              </a:ext>
            </a:extLst>
          </p:cNvPr>
          <p:cNvSpPr>
            <a:spLocks noGrp="1"/>
          </p:cNvSpPr>
          <p:nvPr>
            <p:ph type="title" hasCustomPrompt="1"/>
          </p:nvPr>
        </p:nvSpPr>
        <p:spPr>
          <a:xfrm>
            <a:off x="492123" y="632489"/>
            <a:ext cx="6459539" cy="3216180"/>
          </a:xfrm>
        </p:spPr>
        <p:txBody>
          <a:bodyPr>
            <a:noAutofit/>
          </a:bodyPr>
          <a:lstStyle>
            <a:lvl1pPr>
              <a:defRPr sz="4000" cap="all" baseline="0">
                <a:solidFill>
                  <a:schemeClr val="bg1"/>
                </a:solidFill>
              </a:defRPr>
            </a:lvl1pPr>
          </a:lstStyle>
          <a:p>
            <a:r>
              <a:rPr lang="en-US"/>
              <a:t>Click to edit Master text styles</a:t>
            </a:r>
          </a:p>
        </p:txBody>
      </p:sp>
      <p:sp>
        <p:nvSpPr>
          <p:cNvPr id="17" name="Date Placeholder 13">
            <a:extLst>
              <a:ext uri="{FF2B5EF4-FFF2-40B4-BE49-F238E27FC236}">
                <a16:creationId xmlns:a16="http://schemas.microsoft.com/office/drawing/2014/main" id="{CFD9FD2C-DE9C-42B9-892F-FC9968270E90}"/>
              </a:ext>
            </a:extLst>
          </p:cNvPr>
          <p:cNvSpPr>
            <a:spLocks noGrp="1"/>
          </p:cNvSpPr>
          <p:nvPr>
            <p:ph type="dt" sz="half" idx="2"/>
          </p:nvPr>
        </p:nvSpPr>
        <p:spPr>
          <a:xfrm>
            <a:off x="492125" y="6061747"/>
            <a:ext cx="3793547" cy="246221"/>
          </a:xfrm>
          <a:prstGeom prst="rect">
            <a:avLst/>
          </a:prstGeom>
        </p:spPr>
        <p:txBody>
          <a:bodyPr vert="horz" lIns="0" tIns="0" rIns="0" bIns="0" rtlCol="0" anchor="ctr"/>
          <a:lstStyle>
            <a:lvl1pPr algn="l">
              <a:defRPr sz="1600">
                <a:solidFill>
                  <a:schemeClr val="bg1"/>
                </a:solidFill>
              </a:defRPr>
            </a:lvl1pPr>
          </a:lstStyle>
          <a:p>
            <a:fld id="{4C0963BF-7EFE-46F2-98C0-A679898330D8}" type="datetime1">
              <a:rPr lang="en-US" smtClean="0"/>
              <a:t>4/1/2026</a:t>
            </a:fld>
            <a:endParaRPr lang="en-US"/>
          </a:p>
        </p:txBody>
      </p:sp>
      <p:pic>
        <p:nvPicPr>
          <p:cNvPr id="11" name="Image 10">
            <a:extLst>
              <a:ext uri="{FF2B5EF4-FFF2-40B4-BE49-F238E27FC236}">
                <a16:creationId xmlns:a16="http://schemas.microsoft.com/office/drawing/2014/main" id="{17E190A4-7D72-2D4D-98E3-59648C1E6442}"/>
              </a:ext>
            </a:extLst>
          </p:cNvPr>
          <p:cNvPicPr>
            <a:picLocks noChangeAspect="1"/>
          </p:cNvPicPr>
          <p:nvPr userDrawn="1"/>
        </p:nvPicPr>
        <p:blipFill>
          <a:blip r:embed="rId2"/>
          <a:stretch>
            <a:fillRect/>
          </a:stretch>
        </p:blipFill>
        <p:spPr>
          <a:xfrm>
            <a:off x="9904704" y="5926297"/>
            <a:ext cx="1810801" cy="663960"/>
          </a:xfrm>
          <a:prstGeom prst="rect">
            <a:avLst/>
          </a:prstGeom>
        </p:spPr>
      </p:pic>
      <p:sp>
        <p:nvSpPr>
          <p:cNvPr id="7" name="Espace réservé du texte 2">
            <a:extLst>
              <a:ext uri="{FF2B5EF4-FFF2-40B4-BE49-F238E27FC236}">
                <a16:creationId xmlns:a16="http://schemas.microsoft.com/office/drawing/2014/main" id="{FE443B43-2307-494B-ACCB-7865F5F0D3E4}"/>
              </a:ext>
            </a:extLst>
          </p:cNvPr>
          <p:cNvSpPr txBox="1">
            <a:spLocks/>
          </p:cNvSpPr>
          <p:nvPr userDrawn="1"/>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83646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606" name="Forme libre : forme 3605">
            <a:extLst>
              <a:ext uri="{FF2B5EF4-FFF2-40B4-BE49-F238E27FC236}">
                <a16:creationId xmlns:a16="http://schemas.microsoft.com/office/drawing/2014/main" id="{7D65881E-EDFF-82C7-AF48-A28DE28F9690}"/>
              </a:ext>
            </a:extLst>
          </p:cNvPr>
          <p:cNvSpPr/>
          <p:nvPr userDrawn="1"/>
        </p:nvSpPr>
        <p:spPr>
          <a:xfrm>
            <a:off x="0" y="0"/>
            <a:ext cx="12192000" cy="6858000"/>
          </a:xfrm>
          <a:custGeom>
            <a:avLst/>
            <a:gdLst>
              <a:gd name="connsiteX0" fmla="*/ 0 w 12192000"/>
              <a:gd name="connsiteY0" fmla="*/ 6603833 h 6858000"/>
              <a:gd name="connsiteX1" fmla="*/ 140147 w 12192000"/>
              <a:gd name="connsiteY1" fmla="*/ 6856653 h 6858000"/>
              <a:gd name="connsiteX2" fmla="*/ 137717 w 12192000"/>
              <a:gd name="connsiteY2" fmla="*/ 6858000 h 6858000"/>
              <a:gd name="connsiteX3" fmla="*/ 133062 w 12192000"/>
              <a:gd name="connsiteY3" fmla="*/ 6858000 h 6858000"/>
              <a:gd name="connsiteX4" fmla="*/ 0 w 12192000"/>
              <a:gd name="connsiteY4" fmla="*/ 6617946 h 6858000"/>
              <a:gd name="connsiteX5" fmla="*/ 12175482 w 12192000"/>
              <a:gd name="connsiteY5" fmla="*/ 6529134 h 6858000"/>
              <a:gd name="connsiteX6" fmla="*/ 12181473 w 12192000"/>
              <a:gd name="connsiteY6" fmla="*/ 6532455 h 6858000"/>
              <a:gd name="connsiteX7" fmla="*/ 12001029 w 12192000"/>
              <a:gd name="connsiteY7" fmla="*/ 6858000 h 6858000"/>
              <a:gd name="connsiteX8" fmla="*/ 11993229 w 12192000"/>
              <a:gd name="connsiteY8" fmla="*/ 6858000 h 6858000"/>
              <a:gd name="connsiteX9" fmla="*/ 11993938 w 12192000"/>
              <a:gd name="connsiteY9" fmla="*/ 6856721 h 6858000"/>
              <a:gd name="connsiteX10" fmla="*/ 11993938 w 12192000"/>
              <a:gd name="connsiteY10" fmla="*/ 6856653 h 6858000"/>
              <a:gd name="connsiteX11" fmla="*/ 11683980 w 12192000"/>
              <a:gd name="connsiteY11" fmla="*/ 6529134 h 6858000"/>
              <a:gd name="connsiteX12" fmla="*/ 11689971 w 12192000"/>
              <a:gd name="connsiteY12" fmla="*/ 6532455 h 6858000"/>
              <a:gd name="connsiteX13" fmla="*/ 11509527 w 12192000"/>
              <a:gd name="connsiteY13" fmla="*/ 6858000 h 6858000"/>
              <a:gd name="connsiteX14" fmla="*/ 11501727 w 12192000"/>
              <a:gd name="connsiteY14" fmla="*/ 6858000 h 6858000"/>
              <a:gd name="connsiteX15" fmla="*/ 11502436 w 12192000"/>
              <a:gd name="connsiteY15" fmla="*/ 6856721 h 6858000"/>
              <a:gd name="connsiteX16" fmla="*/ 11502436 w 12192000"/>
              <a:gd name="connsiteY16" fmla="*/ 6856653 h 6858000"/>
              <a:gd name="connsiteX17" fmla="*/ 11192478 w 12192000"/>
              <a:gd name="connsiteY17" fmla="*/ 6529134 h 6858000"/>
              <a:gd name="connsiteX18" fmla="*/ 11198469 w 12192000"/>
              <a:gd name="connsiteY18" fmla="*/ 6532455 h 6858000"/>
              <a:gd name="connsiteX19" fmla="*/ 11018025 w 12192000"/>
              <a:gd name="connsiteY19" fmla="*/ 6858000 h 6858000"/>
              <a:gd name="connsiteX20" fmla="*/ 11010225 w 12192000"/>
              <a:gd name="connsiteY20" fmla="*/ 6858000 h 6858000"/>
              <a:gd name="connsiteX21" fmla="*/ 11010934 w 12192000"/>
              <a:gd name="connsiteY21" fmla="*/ 6856721 h 6858000"/>
              <a:gd name="connsiteX22" fmla="*/ 11010934 w 12192000"/>
              <a:gd name="connsiteY22" fmla="*/ 6856653 h 6858000"/>
              <a:gd name="connsiteX23" fmla="*/ 10700977 w 12192000"/>
              <a:gd name="connsiteY23" fmla="*/ 6529134 h 6858000"/>
              <a:gd name="connsiteX24" fmla="*/ 10706968 w 12192000"/>
              <a:gd name="connsiteY24" fmla="*/ 6532455 h 6858000"/>
              <a:gd name="connsiteX25" fmla="*/ 10526524 w 12192000"/>
              <a:gd name="connsiteY25" fmla="*/ 6858000 h 6858000"/>
              <a:gd name="connsiteX26" fmla="*/ 10518724 w 12192000"/>
              <a:gd name="connsiteY26" fmla="*/ 6858000 h 6858000"/>
              <a:gd name="connsiteX27" fmla="*/ 10519433 w 12192000"/>
              <a:gd name="connsiteY27" fmla="*/ 6856721 h 6858000"/>
              <a:gd name="connsiteX28" fmla="*/ 10519433 w 12192000"/>
              <a:gd name="connsiteY28" fmla="*/ 6856653 h 6858000"/>
              <a:gd name="connsiteX29" fmla="*/ 10209476 w 12192000"/>
              <a:gd name="connsiteY29" fmla="*/ 6529134 h 6858000"/>
              <a:gd name="connsiteX30" fmla="*/ 10215467 w 12192000"/>
              <a:gd name="connsiteY30" fmla="*/ 6532455 h 6858000"/>
              <a:gd name="connsiteX31" fmla="*/ 10035023 w 12192000"/>
              <a:gd name="connsiteY31" fmla="*/ 6858000 h 6858000"/>
              <a:gd name="connsiteX32" fmla="*/ 10027223 w 12192000"/>
              <a:gd name="connsiteY32" fmla="*/ 6858000 h 6858000"/>
              <a:gd name="connsiteX33" fmla="*/ 10027932 w 12192000"/>
              <a:gd name="connsiteY33" fmla="*/ 6856721 h 6858000"/>
              <a:gd name="connsiteX34" fmla="*/ 10027932 w 12192000"/>
              <a:gd name="connsiteY34" fmla="*/ 6856653 h 6858000"/>
              <a:gd name="connsiteX35" fmla="*/ 9718009 w 12192000"/>
              <a:gd name="connsiteY35" fmla="*/ 6529134 h 6858000"/>
              <a:gd name="connsiteX36" fmla="*/ 9723965 w 12192000"/>
              <a:gd name="connsiteY36" fmla="*/ 6532455 h 6858000"/>
              <a:gd name="connsiteX37" fmla="*/ 9543521 w 12192000"/>
              <a:gd name="connsiteY37" fmla="*/ 6858000 h 6858000"/>
              <a:gd name="connsiteX38" fmla="*/ 9535722 w 12192000"/>
              <a:gd name="connsiteY38" fmla="*/ 6858000 h 6858000"/>
              <a:gd name="connsiteX39" fmla="*/ 9536430 w 12192000"/>
              <a:gd name="connsiteY39" fmla="*/ 6856722 h 6858000"/>
              <a:gd name="connsiteX40" fmla="*/ 9536430 w 12192000"/>
              <a:gd name="connsiteY40" fmla="*/ 6856653 h 6858000"/>
              <a:gd name="connsiteX41" fmla="*/ 9226508 w 12192000"/>
              <a:gd name="connsiteY41" fmla="*/ 6529134 h 6858000"/>
              <a:gd name="connsiteX42" fmla="*/ 9232499 w 12192000"/>
              <a:gd name="connsiteY42" fmla="*/ 6532455 h 6858000"/>
              <a:gd name="connsiteX43" fmla="*/ 9052021 w 12192000"/>
              <a:gd name="connsiteY43" fmla="*/ 6858000 h 6858000"/>
              <a:gd name="connsiteX44" fmla="*/ 9044220 w 12192000"/>
              <a:gd name="connsiteY44" fmla="*/ 6858000 h 6858000"/>
              <a:gd name="connsiteX45" fmla="*/ 9044929 w 12192000"/>
              <a:gd name="connsiteY45" fmla="*/ 6856721 h 6858000"/>
              <a:gd name="connsiteX46" fmla="*/ 9044929 w 12192000"/>
              <a:gd name="connsiteY46" fmla="*/ 6856653 h 6858000"/>
              <a:gd name="connsiteX47" fmla="*/ 8735006 w 12192000"/>
              <a:gd name="connsiteY47" fmla="*/ 6529134 h 6858000"/>
              <a:gd name="connsiteX48" fmla="*/ 8740997 w 12192000"/>
              <a:gd name="connsiteY48" fmla="*/ 6532455 h 6858000"/>
              <a:gd name="connsiteX49" fmla="*/ 8560519 w 12192000"/>
              <a:gd name="connsiteY49" fmla="*/ 6858000 h 6858000"/>
              <a:gd name="connsiteX50" fmla="*/ 8552718 w 12192000"/>
              <a:gd name="connsiteY50" fmla="*/ 6858000 h 6858000"/>
              <a:gd name="connsiteX51" fmla="*/ 8553427 w 12192000"/>
              <a:gd name="connsiteY51" fmla="*/ 6856721 h 6858000"/>
              <a:gd name="connsiteX52" fmla="*/ 8553427 w 12192000"/>
              <a:gd name="connsiteY52" fmla="*/ 6856653 h 6858000"/>
              <a:gd name="connsiteX53" fmla="*/ 8243505 w 12192000"/>
              <a:gd name="connsiteY53" fmla="*/ 6529134 h 6858000"/>
              <a:gd name="connsiteX54" fmla="*/ 8249496 w 12192000"/>
              <a:gd name="connsiteY54" fmla="*/ 6532455 h 6858000"/>
              <a:gd name="connsiteX55" fmla="*/ 8069018 w 12192000"/>
              <a:gd name="connsiteY55" fmla="*/ 6858000 h 6858000"/>
              <a:gd name="connsiteX56" fmla="*/ 8061218 w 12192000"/>
              <a:gd name="connsiteY56" fmla="*/ 6858000 h 6858000"/>
              <a:gd name="connsiteX57" fmla="*/ 8061926 w 12192000"/>
              <a:gd name="connsiteY57" fmla="*/ 6856722 h 6858000"/>
              <a:gd name="connsiteX58" fmla="*/ 8061926 w 12192000"/>
              <a:gd name="connsiteY58" fmla="*/ 6856653 h 6858000"/>
              <a:gd name="connsiteX59" fmla="*/ 7752003 w 12192000"/>
              <a:gd name="connsiteY59" fmla="*/ 6529134 h 6858000"/>
              <a:gd name="connsiteX60" fmla="*/ 7757994 w 12192000"/>
              <a:gd name="connsiteY60" fmla="*/ 6532455 h 6858000"/>
              <a:gd name="connsiteX61" fmla="*/ 7577516 w 12192000"/>
              <a:gd name="connsiteY61" fmla="*/ 6858000 h 6858000"/>
              <a:gd name="connsiteX62" fmla="*/ 7569716 w 12192000"/>
              <a:gd name="connsiteY62" fmla="*/ 6858000 h 6858000"/>
              <a:gd name="connsiteX63" fmla="*/ 7570424 w 12192000"/>
              <a:gd name="connsiteY63" fmla="*/ 6856722 h 6858000"/>
              <a:gd name="connsiteX64" fmla="*/ 7570424 w 12192000"/>
              <a:gd name="connsiteY64" fmla="*/ 6856653 h 6858000"/>
              <a:gd name="connsiteX65" fmla="*/ 7260501 w 12192000"/>
              <a:gd name="connsiteY65" fmla="*/ 6529134 h 6858000"/>
              <a:gd name="connsiteX66" fmla="*/ 7266492 w 12192000"/>
              <a:gd name="connsiteY66" fmla="*/ 6532455 h 6858000"/>
              <a:gd name="connsiteX67" fmla="*/ 7086048 w 12192000"/>
              <a:gd name="connsiteY67" fmla="*/ 6858000 h 6858000"/>
              <a:gd name="connsiteX68" fmla="*/ 7078248 w 12192000"/>
              <a:gd name="connsiteY68" fmla="*/ 6858000 h 6858000"/>
              <a:gd name="connsiteX69" fmla="*/ 7078957 w 12192000"/>
              <a:gd name="connsiteY69" fmla="*/ 6856721 h 6858000"/>
              <a:gd name="connsiteX70" fmla="*/ 7078957 w 12192000"/>
              <a:gd name="connsiteY70" fmla="*/ 6856653 h 6858000"/>
              <a:gd name="connsiteX71" fmla="*/ 6769000 w 12192000"/>
              <a:gd name="connsiteY71" fmla="*/ 6529134 h 6858000"/>
              <a:gd name="connsiteX72" fmla="*/ 6774991 w 12192000"/>
              <a:gd name="connsiteY72" fmla="*/ 6532455 h 6858000"/>
              <a:gd name="connsiteX73" fmla="*/ 6594547 w 12192000"/>
              <a:gd name="connsiteY73" fmla="*/ 6858000 h 6858000"/>
              <a:gd name="connsiteX74" fmla="*/ 6586747 w 12192000"/>
              <a:gd name="connsiteY74" fmla="*/ 6858000 h 6858000"/>
              <a:gd name="connsiteX75" fmla="*/ 6587456 w 12192000"/>
              <a:gd name="connsiteY75" fmla="*/ 6856721 h 6858000"/>
              <a:gd name="connsiteX76" fmla="*/ 6587456 w 12192000"/>
              <a:gd name="connsiteY76" fmla="*/ 6856653 h 6858000"/>
              <a:gd name="connsiteX77" fmla="*/ 6277499 w 12192000"/>
              <a:gd name="connsiteY77" fmla="*/ 6529134 h 6858000"/>
              <a:gd name="connsiteX78" fmla="*/ 6283490 w 12192000"/>
              <a:gd name="connsiteY78" fmla="*/ 6532455 h 6858000"/>
              <a:gd name="connsiteX79" fmla="*/ 6103072 w 12192000"/>
              <a:gd name="connsiteY79" fmla="*/ 6858000 h 6858000"/>
              <a:gd name="connsiteX80" fmla="*/ 6095311 w 12192000"/>
              <a:gd name="connsiteY80" fmla="*/ 6858000 h 6858000"/>
              <a:gd name="connsiteX81" fmla="*/ 6096000 w 12192000"/>
              <a:gd name="connsiteY81" fmla="*/ 6856752 h 6858000"/>
              <a:gd name="connsiteX82" fmla="*/ 6096000 w 12192000"/>
              <a:gd name="connsiteY82" fmla="*/ 6856653 h 6858000"/>
              <a:gd name="connsiteX83" fmla="*/ 5786322 w 12192000"/>
              <a:gd name="connsiteY83" fmla="*/ 6529134 h 6858000"/>
              <a:gd name="connsiteX84" fmla="*/ 5792305 w 12192000"/>
              <a:gd name="connsiteY84" fmla="*/ 6532455 h 6858000"/>
              <a:gd name="connsiteX85" fmla="*/ 5611880 w 12192000"/>
              <a:gd name="connsiteY85" fmla="*/ 6858000 h 6858000"/>
              <a:gd name="connsiteX86" fmla="*/ 5604083 w 12192000"/>
              <a:gd name="connsiteY86" fmla="*/ 6858000 h 6858000"/>
              <a:gd name="connsiteX87" fmla="*/ 5604791 w 12192000"/>
              <a:gd name="connsiteY87" fmla="*/ 6856722 h 6858000"/>
              <a:gd name="connsiteX88" fmla="*/ 5604791 w 12192000"/>
              <a:gd name="connsiteY88" fmla="*/ 6856653 h 6858000"/>
              <a:gd name="connsiteX89" fmla="*/ 5294788 w 12192000"/>
              <a:gd name="connsiteY89" fmla="*/ 6529134 h 6858000"/>
              <a:gd name="connsiteX90" fmla="*/ 5300775 w 12192000"/>
              <a:gd name="connsiteY90" fmla="*/ 6532455 h 6858000"/>
              <a:gd name="connsiteX91" fmla="*/ 5120401 w 12192000"/>
              <a:gd name="connsiteY91" fmla="*/ 6858000 h 6858000"/>
              <a:gd name="connsiteX92" fmla="*/ 5112606 w 12192000"/>
              <a:gd name="connsiteY92" fmla="*/ 6858000 h 6858000"/>
              <a:gd name="connsiteX93" fmla="*/ 5113315 w 12192000"/>
              <a:gd name="connsiteY93" fmla="*/ 6856722 h 6858000"/>
              <a:gd name="connsiteX94" fmla="*/ 5113315 w 12192000"/>
              <a:gd name="connsiteY94" fmla="*/ 6856653 h 6858000"/>
              <a:gd name="connsiteX95" fmla="*/ 4803350 w 12192000"/>
              <a:gd name="connsiteY95" fmla="*/ 6529134 h 6858000"/>
              <a:gd name="connsiteX96" fmla="*/ 4809329 w 12192000"/>
              <a:gd name="connsiteY96" fmla="*/ 6532455 h 6858000"/>
              <a:gd name="connsiteX97" fmla="*/ 4628896 w 12192000"/>
              <a:gd name="connsiteY97" fmla="*/ 6858000 h 6858000"/>
              <a:gd name="connsiteX98" fmla="*/ 4621098 w 12192000"/>
              <a:gd name="connsiteY98" fmla="*/ 6858000 h 6858000"/>
              <a:gd name="connsiteX99" fmla="*/ 4621806 w 12192000"/>
              <a:gd name="connsiteY99" fmla="*/ 6856722 h 6858000"/>
              <a:gd name="connsiteX100" fmla="*/ 4621806 w 12192000"/>
              <a:gd name="connsiteY100" fmla="*/ 6856653 h 6858000"/>
              <a:gd name="connsiteX101" fmla="*/ 4311828 w 12192000"/>
              <a:gd name="connsiteY101" fmla="*/ 6529134 h 6858000"/>
              <a:gd name="connsiteX102" fmla="*/ 4317818 w 12192000"/>
              <a:gd name="connsiteY102" fmla="*/ 6532455 h 6858000"/>
              <a:gd name="connsiteX103" fmla="*/ 4137377 w 12192000"/>
              <a:gd name="connsiteY103" fmla="*/ 6858000 h 6858000"/>
              <a:gd name="connsiteX104" fmla="*/ 4129579 w 12192000"/>
              <a:gd name="connsiteY104" fmla="*/ 6858000 h 6858000"/>
              <a:gd name="connsiteX105" fmla="*/ 4130287 w 12192000"/>
              <a:gd name="connsiteY105" fmla="*/ 6856722 h 6858000"/>
              <a:gd name="connsiteX106" fmla="*/ 4130287 w 12192000"/>
              <a:gd name="connsiteY106" fmla="*/ 6856653 h 6858000"/>
              <a:gd name="connsiteX107" fmla="*/ 3820376 w 12192000"/>
              <a:gd name="connsiteY107" fmla="*/ 6529134 h 6858000"/>
              <a:gd name="connsiteX108" fmla="*/ 3826334 w 12192000"/>
              <a:gd name="connsiteY108" fmla="*/ 6532455 h 6858000"/>
              <a:gd name="connsiteX109" fmla="*/ 3645889 w 12192000"/>
              <a:gd name="connsiteY109" fmla="*/ 6858000 h 6858000"/>
              <a:gd name="connsiteX110" fmla="*/ 3638108 w 12192000"/>
              <a:gd name="connsiteY110" fmla="*/ 6858000 h 6858000"/>
              <a:gd name="connsiteX111" fmla="*/ 3638798 w 12192000"/>
              <a:gd name="connsiteY111" fmla="*/ 6856754 h 6858000"/>
              <a:gd name="connsiteX112" fmla="*/ 3638798 w 12192000"/>
              <a:gd name="connsiteY112" fmla="*/ 6856653 h 6858000"/>
              <a:gd name="connsiteX113" fmla="*/ 3328921 w 12192000"/>
              <a:gd name="connsiteY113" fmla="*/ 6529134 h 6858000"/>
              <a:gd name="connsiteX114" fmla="*/ 3334910 w 12192000"/>
              <a:gd name="connsiteY114" fmla="*/ 6532455 h 6858000"/>
              <a:gd name="connsiteX115" fmla="*/ 3154388 w 12192000"/>
              <a:gd name="connsiteY115" fmla="*/ 6858000 h 6858000"/>
              <a:gd name="connsiteX116" fmla="*/ 3146587 w 12192000"/>
              <a:gd name="connsiteY116" fmla="*/ 6858000 h 6858000"/>
              <a:gd name="connsiteX117" fmla="*/ 3147295 w 12192000"/>
              <a:gd name="connsiteY117" fmla="*/ 6856722 h 6858000"/>
              <a:gd name="connsiteX118" fmla="*/ 3147295 w 12192000"/>
              <a:gd name="connsiteY118" fmla="*/ 6856653 h 6858000"/>
              <a:gd name="connsiteX119" fmla="*/ 2837382 w 12192000"/>
              <a:gd name="connsiteY119" fmla="*/ 6529134 h 6858000"/>
              <a:gd name="connsiteX120" fmla="*/ 2843374 w 12192000"/>
              <a:gd name="connsiteY120" fmla="*/ 6532455 h 6858000"/>
              <a:gd name="connsiteX121" fmla="*/ 2662932 w 12192000"/>
              <a:gd name="connsiteY121" fmla="*/ 6858000 h 6858000"/>
              <a:gd name="connsiteX122" fmla="*/ 2655132 w 12192000"/>
              <a:gd name="connsiteY122" fmla="*/ 6858000 h 6858000"/>
              <a:gd name="connsiteX123" fmla="*/ 2655840 w 12192000"/>
              <a:gd name="connsiteY123" fmla="*/ 6856723 h 6858000"/>
              <a:gd name="connsiteX124" fmla="*/ 2655840 w 12192000"/>
              <a:gd name="connsiteY124" fmla="*/ 6856653 h 6858000"/>
              <a:gd name="connsiteX125" fmla="*/ 2345902 w 12192000"/>
              <a:gd name="connsiteY125" fmla="*/ 6529134 h 6858000"/>
              <a:gd name="connsiteX126" fmla="*/ 2351895 w 12192000"/>
              <a:gd name="connsiteY126" fmla="*/ 6532455 h 6858000"/>
              <a:gd name="connsiteX127" fmla="*/ 2171396 w 12192000"/>
              <a:gd name="connsiteY127" fmla="*/ 6858000 h 6858000"/>
              <a:gd name="connsiteX128" fmla="*/ 2163596 w 12192000"/>
              <a:gd name="connsiteY128" fmla="*/ 6858000 h 6858000"/>
              <a:gd name="connsiteX129" fmla="*/ 2164303 w 12192000"/>
              <a:gd name="connsiteY129" fmla="*/ 6856723 h 6858000"/>
              <a:gd name="connsiteX130" fmla="*/ 2164303 w 12192000"/>
              <a:gd name="connsiteY130" fmla="*/ 6856653 h 6858000"/>
              <a:gd name="connsiteX131" fmla="*/ 1854328 w 12192000"/>
              <a:gd name="connsiteY131" fmla="*/ 6529134 h 6858000"/>
              <a:gd name="connsiteX132" fmla="*/ 1860319 w 12192000"/>
              <a:gd name="connsiteY132" fmla="*/ 6532455 h 6858000"/>
              <a:gd name="connsiteX133" fmla="*/ 1679846 w 12192000"/>
              <a:gd name="connsiteY133" fmla="*/ 6858000 h 6858000"/>
              <a:gd name="connsiteX134" fmla="*/ 1672079 w 12192000"/>
              <a:gd name="connsiteY134" fmla="*/ 6858000 h 6858000"/>
              <a:gd name="connsiteX135" fmla="*/ 1672754 w 12192000"/>
              <a:gd name="connsiteY135" fmla="*/ 6856783 h 6858000"/>
              <a:gd name="connsiteX136" fmla="*/ 1672754 w 12192000"/>
              <a:gd name="connsiteY136" fmla="*/ 6856653 h 6858000"/>
              <a:gd name="connsiteX137" fmla="*/ 1362839 w 12192000"/>
              <a:gd name="connsiteY137" fmla="*/ 6529134 h 6858000"/>
              <a:gd name="connsiteX138" fmla="*/ 1368830 w 12192000"/>
              <a:gd name="connsiteY138" fmla="*/ 6532455 h 6858000"/>
              <a:gd name="connsiteX139" fmla="*/ 1188390 w 12192000"/>
              <a:gd name="connsiteY139" fmla="*/ 6858000 h 6858000"/>
              <a:gd name="connsiteX140" fmla="*/ 1180608 w 12192000"/>
              <a:gd name="connsiteY140" fmla="*/ 6858000 h 6858000"/>
              <a:gd name="connsiteX141" fmla="*/ 1181300 w 12192000"/>
              <a:gd name="connsiteY141" fmla="*/ 6856751 h 6858000"/>
              <a:gd name="connsiteX142" fmla="*/ 1181300 w 12192000"/>
              <a:gd name="connsiteY142" fmla="*/ 6856653 h 6858000"/>
              <a:gd name="connsiteX143" fmla="*/ 871368 w 12192000"/>
              <a:gd name="connsiteY143" fmla="*/ 6529134 h 6858000"/>
              <a:gd name="connsiteX144" fmla="*/ 877359 w 12192000"/>
              <a:gd name="connsiteY144" fmla="*/ 6532455 h 6858000"/>
              <a:gd name="connsiteX145" fmla="*/ 696919 w 12192000"/>
              <a:gd name="connsiteY145" fmla="*/ 6858000 h 6858000"/>
              <a:gd name="connsiteX146" fmla="*/ 689119 w 12192000"/>
              <a:gd name="connsiteY146" fmla="*/ 6858000 h 6858000"/>
              <a:gd name="connsiteX147" fmla="*/ 689828 w 12192000"/>
              <a:gd name="connsiteY147" fmla="*/ 6856722 h 6858000"/>
              <a:gd name="connsiteX148" fmla="*/ 689828 w 12192000"/>
              <a:gd name="connsiteY148" fmla="*/ 6856653 h 6858000"/>
              <a:gd name="connsiteX149" fmla="*/ 379880 w 12192000"/>
              <a:gd name="connsiteY149" fmla="*/ 6529134 h 6858000"/>
              <a:gd name="connsiteX150" fmla="*/ 385871 w 12192000"/>
              <a:gd name="connsiteY150" fmla="*/ 6532455 h 6858000"/>
              <a:gd name="connsiteX151" fmla="*/ 205433 w 12192000"/>
              <a:gd name="connsiteY151" fmla="*/ 6858000 h 6858000"/>
              <a:gd name="connsiteX152" fmla="*/ 197634 w 12192000"/>
              <a:gd name="connsiteY152" fmla="*/ 6858000 h 6858000"/>
              <a:gd name="connsiteX153" fmla="*/ 198342 w 12192000"/>
              <a:gd name="connsiteY153" fmla="*/ 6856722 h 6858000"/>
              <a:gd name="connsiteX154" fmla="*/ 198342 w 12192000"/>
              <a:gd name="connsiteY154" fmla="*/ 6856653 h 6858000"/>
              <a:gd name="connsiteX155" fmla="*/ 11999895 w 12192000"/>
              <a:gd name="connsiteY155" fmla="*/ 6085766 h 6858000"/>
              <a:gd name="connsiteX156" fmla="*/ 12001708 w 12192000"/>
              <a:gd name="connsiteY156" fmla="*/ 6089087 h 6858000"/>
              <a:gd name="connsiteX157" fmla="*/ 12001743 w 12192000"/>
              <a:gd name="connsiteY157" fmla="*/ 6089087 h 6858000"/>
              <a:gd name="connsiteX158" fmla="*/ 12192000 w 12192000"/>
              <a:gd name="connsiteY158" fmla="*/ 6432325 h 6858000"/>
              <a:gd name="connsiteX159" fmla="*/ 12192000 w 12192000"/>
              <a:gd name="connsiteY159" fmla="*/ 6446428 h 6858000"/>
              <a:gd name="connsiteX160" fmla="*/ 11993938 w 12192000"/>
              <a:gd name="connsiteY160" fmla="*/ 6089087 h 6858000"/>
              <a:gd name="connsiteX161" fmla="*/ 11993938 w 12192000"/>
              <a:gd name="connsiteY161" fmla="*/ 6089053 h 6858000"/>
              <a:gd name="connsiteX162" fmla="*/ 11508393 w 12192000"/>
              <a:gd name="connsiteY162" fmla="*/ 6085766 h 6858000"/>
              <a:gd name="connsiteX163" fmla="*/ 11510207 w 12192000"/>
              <a:gd name="connsiteY163" fmla="*/ 6089087 h 6858000"/>
              <a:gd name="connsiteX164" fmla="*/ 11510242 w 12192000"/>
              <a:gd name="connsiteY164" fmla="*/ 6089087 h 6858000"/>
              <a:gd name="connsiteX165" fmla="*/ 11935739 w 12192000"/>
              <a:gd name="connsiteY165" fmla="*/ 6856653 h 6858000"/>
              <a:gd name="connsiteX166" fmla="*/ 11933309 w 12192000"/>
              <a:gd name="connsiteY166" fmla="*/ 6858000 h 6858000"/>
              <a:gd name="connsiteX167" fmla="*/ 11928654 w 12192000"/>
              <a:gd name="connsiteY167" fmla="*/ 6858000 h 6858000"/>
              <a:gd name="connsiteX168" fmla="*/ 11502436 w 12192000"/>
              <a:gd name="connsiteY168" fmla="*/ 6089087 h 6858000"/>
              <a:gd name="connsiteX169" fmla="*/ 11502436 w 12192000"/>
              <a:gd name="connsiteY169" fmla="*/ 6089053 h 6858000"/>
              <a:gd name="connsiteX170" fmla="*/ 11016891 w 12192000"/>
              <a:gd name="connsiteY170" fmla="*/ 6085766 h 6858000"/>
              <a:gd name="connsiteX171" fmla="*/ 11018705 w 12192000"/>
              <a:gd name="connsiteY171" fmla="*/ 6089087 h 6858000"/>
              <a:gd name="connsiteX172" fmla="*/ 11018740 w 12192000"/>
              <a:gd name="connsiteY172" fmla="*/ 6089087 h 6858000"/>
              <a:gd name="connsiteX173" fmla="*/ 11444237 w 12192000"/>
              <a:gd name="connsiteY173" fmla="*/ 6856653 h 6858000"/>
              <a:gd name="connsiteX174" fmla="*/ 11441807 w 12192000"/>
              <a:gd name="connsiteY174" fmla="*/ 6858000 h 6858000"/>
              <a:gd name="connsiteX175" fmla="*/ 11437152 w 12192000"/>
              <a:gd name="connsiteY175" fmla="*/ 6858000 h 6858000"/>
              <a:gd name="connsiteX176" fmla="*/ 11010934 w 12192000"/>
              <a:gd name="connsiteY176" fmla="*/ 6089087 h 6858000"/>
              <a:gd name="connsiteX177" fmla="*/ 11010934 w 12192000"/>
              <a:gd name="connsiteY177" fmla="*/ 6089053 h 6858000"/>
              <a:gd name="connsiteX178" fmla="*/ 10525390 w 12192000"/>
              <a:gd name="connsiteY178" fmla="*/ 6085766 h 6858000"/>
              <a:gd name="connsiteX179" fmla="*/ 10527204 w 12192000"/>
              <a:gd name="connsiteY179" fmla="*/ 6089087 h 6858000"/>
              <a:gd name="connsiteX180" fmla="*/ 10527273 w 12192000"/>
              <a:gd name="connsiteY180" fmla="*/ 6089087 h 6858000"/>
              <a:gd name="connsiteX181" fmla="*/ 10952736 w 12192000"/>
              <a:gd name="connsiteY181" fmla="*/ 6856653 h 6858000"/>
              <a:gd name="connsiteX182" fmla="*/ 10950306 w 12192000"/>
              <a:gd name="connsiteY182" fmla="*/ 6858000 h 6858000"/>
              <a:gd name="connsiteX183" fmla="*/ 10945651 w 12192000"/>
              <a:gd name="connsiteY183" fmla="*/ 6858000 h 6858000"/>
              <a:gd name="connsiteX184" fmla="*/ 10519433 w 12192000"/>
              <a:gd name="connsiteY184" fmla="*/ 6089087 h 6858000"/>
              <a:gd name="connsiteX185" fmla="*/ 10519433 w 12192000"/>
              <a:gd name="connsiteY185" fmla="*/ 6089053 h 6858000"/>
              <a:gd name="connsiteX186" fmla="*/ 10033889 w 12192000"/>
              <a:gd name="connsiteY186" fmla="*/ 6085766 h 6858000"/>
              <a:gd name="connsiteX187" fmla="*/ 10035738 w 12192000"/>
              <a:gd name="connsiteY187" fmla="*/ 6089087 h 6858000"/>
              <a:gd name="connsiteX188" fmla="*/ 10035771 w 12192000"/>
              <a:gd name="connsiteY188" fmla="*/ 6089087 h 6858000"/>
              <a:gd name="connsiteX189" fmla="*/ 10461235 w 12192000"/>
              <a:gd name="connsiteY189" fmla="*/ 6856653 h 6858000"/>
              <a:gd name="connsiteX190" fmla="*/ 10458805 w 12192000"/>
              <a:gd name="connsiteY190" fmla="*/ 6858000 h 6858000"/>
              <a:gd name="connsiteX191" fmla="*/ 10454150 w 12192000"/>
              <a:gd name="connsiteY191" fmla="*/ 6858000 h 6858000"/>
              <a:gd name="connsiteX192" fmla="*/ 10027932 w 12192000"/>
              <a:gd name="connsiteY192" fmla="*/ 6089087 h 6858000"/>
              <a:gd name="connsiteX193" fmla="*/ 10027932 w 12192000"/>
              <a:gd name="connsiteY193" fmla="*/ 6089053 h 6858000"/>
              <a:gd name="connsiteX194" fmla="*/ 9542387 w 12192000"/>
              <a:gd name="connsiteY194" fmla="*/ 6085766 h 6858000"/>
              <a:gd name="connsiteX195" fmla="*/ 9544236 w 12192000"/>
              <a:gd name="connsiteY195" fmla="*/ 6089087 h 6858000"/>
              <a:gd name="connsiteX196" fmla="*/ 9544270 w 12192000"/>
              <a:gd name="connsiteY196" fmla="*/ 6089087 h 6858000"/>
              <a:gd name="connsiteX197" fmla="*/ 9969733 w 12192000"/>
              <a:gd name="connsiteY197" fmla="*/ 6856653 h 6858000"/>
              <a:gd name="connsiteX198" fmla="*/ 9967303 w 12192000"/>
              <a:gd name="connsiteY198" fmla="*/ 6858000 h 6858000"/>
              <a:gd name="connsiteX199" fmla="*/ 9962648 w 12192000"/>
              <a:gd name="connsiteY199" fmla="*/ 6858000 h 6858000"/>
              <a:gd name="connsiteX200" fmla="*/ 9536430 w 12192000"/>
              <a:gd name="connsiteY200" fmla="*/ 6089087 h 6858000"/>
              <a:gd name="connsiteX201" fmla="*/ 9536430 w 12192000"/>
              <a:gd name="connsiteY201" fmla="*/ 6089053 h 6858000"/>
              <a:gd name="connsiteX202" fmla="*/ 9050886 w 12192000"/>
              <a:gd name="connsiteY202" fmla="*/ 6085766 h 6858000"/>
              <a:gd name="connsiteX203" fmla="*/ 9052735 w 12192000"/>
              <a:gd name="connsiteY203" fmla="*/ 6089087 h 6858000"/>
              <a:gd name="connsiteX204" fmla="*/ 9052769 w 12192000"/>
              <a:gd name="connsiteY204" fmla="*/ 6089087 h 6858000"/>
              <a:gd name="connsiteX205" fmla="*/ 9478232 w 12192000"/>
              <a:gd name="connsiteY205" fmla="*/ 6856653 h 6858000"/>
              <a:gd name="connsiteX206" fmla="*/ 9475802 w 12192000"/>
              <a:gd name="connsiteY206" fmla="*/ 6858000 h 6858000"/>
              <a:gd name="connsiteX207" fmla="*/ 9471147 w 12192000"/>
              <a:gd name="connsiteY207" fmla="*/ 6858000 h 6858000"/>
              <a:gd name="connsiteX208" fmla="*/ 9044929 w 12192000"/>
              <a:gd name="connsiteY208" fmla="*/ 6089087 h 6858000"/>
              <a:gd name="connsiteX209" fmla="*/ 9044929 w 12192000"/>
              <a:gd name="connsiteY209" fmla="*/ 6089053 h 6858000"/>
              <a:gd name="connsiteX210" fmla="*/ 8559385 w 12192000"/>
              <a:gd name="connsiteY210" fmla="*/ 6085766 h 6858000"/>
              <a:gd name="connsiteX211" fmla="*/ 8561233 w 12192000"/>
              <a:gd name="connsiteY211" fmla="*/ 6089087 h 6858000"/>
              <a:gd name="connsiteX212" fmla="*/ 8561267 w 12192000"/>
              <a:gd name="connsiteY212" fmla="*/ 6089087 h 6858000"/>
              <a:gd name="connsiteX213" fmla="*/ 8986730 w 12192000"/>
              <a:gd name="connsiteY213" fmla="*/ 6856653 h 6858000"/>
              <a:gd name="connsiteX214" fmla="*/ 8984300 w 12192000"/>
              <a:gd name="connsiteY214" fmla="*/ 6858000 h 6858000"/>
              <a:gd name="connsiteX215" fmla="*/ 8979645 w 12192000"/>
              <a:gd name="connsiteY215" fmla="*/ 6858000 h 6858000"/>
              <a:gd name="connsiteX216" fmla="*/ 8553427 w 12192000"/>
              <a:gd name="connsiteY216" fmla="*/ 6089087 h 6858000"/>
              <a:gd name="connsiteX217" fmla="*/ 8553427 w 12192000"/>
              <a:gd name="connsiteY217" fmla="*/ 6089053 h 6858000"/>
              <a:gd name="connsiteX218" fmla="*/ 8067883 w 12192000"/>
              <a:gd name="connsiteY218" fmla="*/ 6085766 h 6858000"/>
              <a:gd name="connsiteX219" fmla="*/ 8069732 w 12192000"/>
              <a:gd name="connsiteY219" fmla="*/ 6089087 h 6858000"/>
              <a:gd name="connsiteX220" fmla="*/ 8069766 w 12192000"/>
              <a:gd name="connsiteY220" fmla="*/ 6089087 h 6858000"/>
              <a:gd name="connsiteX221" fmla="*/ 8495229 w 12192000"/>
              <a:gd name="connsiteY221" fmla="*/ 6856653 h 6858000"/>
              <a:gd name="connsiteX222" fmla="*/ 8492799 w 12192000"/>
              <a:gd name="connsiteY222" fmla="*/ 6858000 h 6858000"/>
              <a:gd name="connsiteX223" fmla="*/ 8488144 w 12192000"/>
              <a:gd name="connsiteY223" fmla="*/ 6858000 h 6858000"/>
              <a:gd name="connsiteX224" fmla="*/ 8061926 w 12192000"/>
              <a:gd name="connsiteY224" fmla="*/ 6089087 h 6858000"/>
              <a:gd name="connsiteX225" fmla="*/ 8061926 w 12192000"/>
              <a:gd name="connsiteY225" fmla="*/ 6089053 h 6858000"/>
              <a:gd name="connsiteX226" fmla="*/ 7576381 w 12192000"/>
              <a:gd name="connsiteY226" fmla="*/ 6085766 h 6858000"/>
              <a:gd name="connsiteX227" fmla="*/ 7578230 w 12192000"/>
              <a:gd name="connsiteY227" fmla="*/ 6089087 h 6858000"/>
              <a:gd name="connsiteX228" fmla="*/ 7578264 w 12192000"/>
              <a:gd name="connsiteY228" fmla="*/ 6089087 h 6858000"/>
              <a:gd name="connsiteX229" fmla="*/ 8003727 w 12192000"/>
              <a:gd name="connsiteY229" fmla="*/ 6856653 h 6858000"/>
              <a:gd name="connsiteX230" fmla="*/ 8001297 w 12192000"/>
              <a:gd name="connsiteY230" fmla="*/ 6858000 h 6858000"/>
              <a:gd name="connsiteX231" fmla="*/ 7996642 w 12192000"/>
              <a:gd name="connsiteY231" fmla="*/ 6858000 h 6858000"/>
              <a:gd name="connsiteX232" fmla="*/ 7570424 w 12192000"/>
              <a:gd name="connsiteY232" fmla="*/ 6089087 h 6858000"/>
              <a:gd name="connsiteX233" fmla="*/ 7570424 w 12192000"/>
              <a:gd name="connsiteY233" fmla="*/ 6089053 h 6858000"/>
              <a:gd name="connsiteX234" fmla="*/ 7084914 w 12192000"/>
              <a:gd name="connsiteY234" fmla="*/ 6085766 h 6858000"/>
              <a:gd name="connsiteX235" fmla="*/ 7086728 w 12192000"/>
              <a:gd name="connsiteY235" fmla="*/ 6089087 h 6858000"/>
              <a:gd name="connsiteX236" fmla="*/ 7086763 w 12192000"/>
              <a:gd name="connsiteY236" fmla="*/ 6089087 h 6858000"/>
              <a:gd name="connsiteX237" fmla="*/ 7512226 w 12192000"/>
              <a:gd name="connsiteY237" fmla="*/ 6856653 h 6858000"/>
              <a:gd name="connsiteX238" fmla="*/ 7509796 w 12192000"/>
              <a:gd name="connsiteY238" fmla="*/ 6858000 h 6858000"/>
              <a:gd name="connsiteX239" fmla="*/ 7505141 w 12192000"/>
              <a:gd name="connsiteY239" fmla="*/ 6858000 h 6858000"/>
              <a:gd name="connsiteX240" fmla="*/ 7078957 w 12192000"/>
              <a:gd name="connsiteY240" fmla="*/ 6089087 h 6858000"/>
              <a:gd name="connsiteX241" fmla="*/ 7078957 w 12192000"/>
              <a:gd name="connsiteY241" fmla="*/ 6089053 h 6858000"/>
              <a:gd name="connsiteX242" fmla="*/ 6593413 w 12192000"/>
              <a:gd name="connsiteY242" fmla="*/ 6085766 h 6858000"/>
              <a:gd name="connsiteX243" fmla="*/ 6595226 w 12192000"/>
              <a:gd name="connsiteY243" fmla="*/ 6089087 h 6858000"/>
              <a:gd name="connsiteX244" fmla="*/ 6595261 w 12192000"/>
              <a:gd name="connsiteY244" fmla="*/ 6089087 h 6858000"/>
              <a:gd name="connsiteX245" fmla="*/ 7020724 w 12192000"/>
              <a:gd name="connsiteY245" fmla="*/ 6856653 h 6858000"/>
              <a:gd name="connsiteX246" fmla="*/ 7018294 w 12192000"/>
              <a:gd name="connsiteY246" fmla="*/ 6858000 h 6858000"/>
              <a:gd name="connsiteX247" fmla="*/ 7013639 w 12192000"/>
              <a:gd name="connsiteY247" fmla="*/ 6858000 h 6858000"/>
              <a:gd name="connsiteX248" fmla="*/ 6587456 w 12192000"/>
              <a:gd name="connsiteY248" fmla="*/ 6089087 h 6858000"/>
              <a:gd name="connsiteX249" fmla="*/ 6587456 w 12192000"/>
              <a:gd name="connsiteY249" fmla="*/ 6089053 h 6858000"/>
              <a:gd name="connsiteX250" fmla="*/ 6101912 w 12192000"/>
              <a:gd name="connsiteY250" fmla="*/ 6085766 h 6858000"/>
              <a:gd name="connsiteX251" fmla="*/ 6103726 w 12192000"/>
              <a:gd name="connsiteY251" fmla="*/ 6089087 h 6858000"/>
              <a:gd name="connsiteX252" fmla="*/ 6103761 w 12192000"/>
              <a:gd name="connsiteY252" fmla="*/ 6089087 h 6858000"/>
              <a:gd name="connsiteX253" fmla="*/ 6529258 w 12192000"/>
              <a:gd name="connsiteY253" fmla="*/ 6856653 h 6858000"/>
              <a:gd name="connsiteX254" fmla="*/ 6526828 w 12192000"/>
              <a:gd name="connsiteY254" fmla="*/ 6858000 h 6858000"/>
              <a:gd name="connsiteX255" fmla="*/ 6522173 w 12192000"/>
              <a:gd name="connsiteY255" fmla="*/ 6858000 h 6858000"/>
              <a:gd name="connsiteX256" fmla="*/ 6096000 w 12192000"/>
              <a:gd name="connsiteY256" fmla="*/ 6089087 h 6858000"/>
              <a:gd name="connsiteX257" fmla="*/ 6096000 w 12192000"/>
              <a:gd name="connsiteY257" fmla="*/ 6089053 h 6858000"/>
              <a:gd name="connsiteX258" fmla="*/ 5610738 w 12192000"/>
              <a:gd name="connsiteY258" fmla="*/ 6085766 h 6858000"/>
              <a:gd name="connsiteX259" fmla="*/ 5612548 w 12192000"/>
              <a:gd name="connsiteY259" fmla="*/ 6089087 h 6858000"/>
              <a:gd name="connsiteX260" fmla="*/ 5612572 w 12192000"/>
              <a:gd name="connsiteY260" fmla="*/ 6089087 h 6858000"/>
              <a:gd name="connsiteX261" fmla="*/ 6038046 w 12192000"/>
              <a:gd name="connsiteY261" fmla="*/ 6856653 h 6858000"/>
              <a:gd name="connsiteX262" fmla="*/ 6035622 w 12192000"/>
              <a:gd name="connsiteY262" fmla="*/ 6858000 h 6858000"/>
              <a:gd name="connsiteX263" fmla="*/ 6030977 w 12192000"/>
              <a:gd name="connsiteY263" fmla="*/ 6858000 h 6858000"/>
              <a:gd name="connsiteX264" fmla="*/ 5604791 w 12192000"/>
              <a:gd name="connsiteY264" fmla="*/ 6089087 h 6858000"/>
              <a:gd name="connsiteX265" fmla="*/ 5604791 w 12192000"/>
              <a:gd name="connsiteY265" fmla="*/ 6089053 h 6858000"/>
              <a:gd name="connsiteX266" fmla="*/ 5119302 w 12192000"/>
              <a:gd name="connsiteY266" fmla="*/ 6085766 h 6858000"/>
              <a:gd name="connsiteX267" fmla="*/ 5121107 w 12192000"/>
              <a:gd name="connsiteY267" fmla="*/ 6089087 h 6858000"/>
              <a:gd name="connsiteX268" fmla="*/ 5121170 w 12192000"/>
              <a:gd name="connsiteY268" fmla="*/ 6089087 h 6858000"/>
              <a:gd name="connsiteX269" fmla="*/ 5546630 w 12192000"/>
              <a:gd name="connsiteY269" fmla="*/ 6856653 h 6858000"/>
              <a:gd name="connsiteX270" fmla="*/ 5544185 w 12192000"/>
              <a:gd name="connsiteY270" fmla="*/ 6858000 h 6858000"/>
              <a:gd name="connsiteX271" fmla="*/ 5539508 w 12192000"/>
              <a:gd name="connsiteY271" fmla="*/ 6858000 h 6858000"/>
              <a:gd name="connsiteX272" fmla="*/ 5113311 w 12192000"/>
              <a:gd name="connsiteY272" fmla="*/ 6089087 h 6858000"/>
              <a:gd name="connsiteX273" fmla="*/ 5113324 w 12192000"/>
              <a:gd name="connsiteY273" fmla="*/ 6089087 h 6858000"/>
              <a:gd name="connsiteX274" fmla="*/ 5113324 w 12192000"/>
              <a:gd name="connsiteY274" fmla="*/ 6089053 h 6858000"/>
              <a:gd name="connsiteX275" fmla="*/ 4627766 w 12192000"/>
              <a:gd name="connsiteY275" fmla="*/ 6085766 h 6858000"/>
              <a:gd name="connsiteX276" fmla="*/ 4629616 w 12192000"/>
              <a:gd name="connsiteY276" fmla="*/ 6089087 h 6858000"/>
              <a:gd name="connsiteX277" fmla="*/ 4629643 w 12192000"/>
              <a:gd name="connsiteY277" fmla="*/ 6089087 h 6858000"/>
              <a:gd name="connsiteX278" fmla="*/ 5055094 w 12192000"/>
              <a:gd name="connsiteY278" fmla="*/ 6856653 h 6858000"/>
              <a:gd name="connsiteX279" fmla="*/ 5052666 w 12192000"/>
              <a:gd name="connsiteY279" fmla="*/ 6858000 h 6858000"/>
              <a:gd name="connsiteX280" fmla="*/ 5048012 w 12192000"/>
              <a:gd name="connsiteY280" fmla="*/ 6858000 h 6858000"/>
              <a:gd name="connsiteX281" fmla="*/ 4621806 w 12192000"/>
              <a:gd name="connsiteY281" fmla="*/ 6089087 h 6858000"/>
              <a:gd name="connsiteX282" fmla="*/ 4621812 w 12192000"/>
              <a:gd name="connsiteY282" fmla="*/ 6089087 h 6858000"/>
              <a:gd name="connsiteX283" fmla="*/ 4621812 w 12192000"/>
              <a:gd name="connsiteY283" fmla="*/ 6089053 h 6858000"/>
              <a:gd name="connsiteX284" fmla="*/ 4136256 w 12192000"/>
              <a:gd name="connsiteY284" fmla="*/ 6085766 h 6858000"/>
              <a:gd name="connsiteX285" fmla="*/ 4138106 w 12192000"/>
              <a:gd name="connsiteY285" fmla="*/ 6089087 h 6858000"/>
              <a:gd name="connsiteX286" fmla="*/ 4138131 w 12192000"/>
              <a:gd name="connsiteY286" fmla="*/ 6089087 h 6858000"/>
              <a:gd name="connsiteX287" fmla="*/ 4563606 w 12192000"/>
              <a:gd name="connsiteY287" fmla="*/ 6856653 h 6858000"/>
              <a:gd name="connsiteX288" fmla="*/ 4561174 w 12192000"/>
              <a:gd name="connsiteY288" fmla="*/ 6858000 h 6858000"/>
              <a:gd name="connsiteX289" fmla="*/ 4556516 w 12192000"/>
              <a:gd name="connsiteY289" fmla="*/ 6858000 h 6858000"/>
              <a:gd name="connsiteX290" fmla="*/ 4130287 w 12192000"/>
              <a:gd name="connsiteY290" fmla="*/ 6089087 h 6858000"/>
              <a:gd name="connsiteX291" fmla="*/ 4130294 w 12192000"/>
              <a:gd name="connsiteY291" fmla="*/ 6089087 h 6858000"/>
              <a:gd name="connsiteX292" fmla="*/ 4130294 w 12192000"/>
              <a:gd name="connsiteY292" fmla="*/ 6089053 h 6858000"/>
              <a:gd name="connsiteX293" fmla="*/ 3644760 w 12192000"/>
              <a:gd name="connsiteY293" fmla="*/ 6085766 h 6858000"/>
              <a:gd name="connsiteX294" fmla="*/ 3646607 w 12192000"/>
              <a:gd name="connsiteY294" fmla="*/ 6089087 h 6858000"/>
              <a:gd name="connsiteX295" fmla="*/ 3646632 w 12192000"/>
              <a:gd name="connsiteY295" fmla="*/ 6089087 h 6858000"/>
              <a:gd name="connsiteX296" fmla="*/ 4072092 w 12192000"/>
              <a:gd name="connsiteY296" fmla="*/ 6856653 h 6858000"/>
              <a:gd name="connsiteX297" fmla="*/ 4069664 w 12192000"/>
              <a:gd name="connsiteY297" fmla="*/ 6858000 h 6858000"/>
              <a:gd name="connsiteX298" fmla="*/ 4065011 w 12192000"/>
              <a:gd name="connsiteY298" fmla="*/ 6858000 h 6858000"/>
              <a:gd name="connsiteX299" fmla="*/ 3638796 w 12192000"/>
              <a:gd name="connsiteY299" fmla="*/ 6089087 h 6858000"/>
              <a:gd name="connsiteX300" fmla="*/ 3638802 w 12192000"/>
              <a:gd name="connsiteY300" fmla="*/ 6089087 h 6858000"/>
              <a:gd name="connsiteX301" fmla="*/ 3638802 w 12192000"/>
              <a:gd name="connsiteY301" fmla="*/ 6089053 h 6858000"/>
              <a:gd name="connsiteX302" fmla="*/ 3153262 w 12192000"/>
              <a:gd name="connsiteY302" fmla="*/ 6085766 h 6858000"/>
              <a:gd name="connsiteX303" fmla="*/ 3155106 w 12192000"/>
              <a:gd name="connsiteY303" fmla="*/ 6089087 h 6858000"/>
              <a:gd name="connsiteX304" fmla="*/ 3155129 w 12192000"/>
              <a:gd name="connsiteY304" fmla="*/ 6089087 h 6858000"/>
              <a:gd name="connsiteX305" fmla="*/ 3580615 w 12192000"/>
              <a:gd name="connsiteY305" fmla="*/ 6856653 h 6858000"/>
              <a:gd name="connsiteX306" fmla="*/ 3578186 w 12192000"/>
              <a:gd name="connsiteY306" fmla="*/ 6858000 h 6858000"/>
              <a:gd name="connsiteX307" fmla="*/ 3573533 w 12192000"/>
              <a:gd name="connsiteY307" fmla="*/ 6858000 h 6858000"/>
              <a:gd name="connsiteX308" fmla="*/ 3147295 w 12192000"/>
              <a:gd name="connsiteY308" fmla="*/ 6089087 h 6858000"/>
              <a:gd name="connsiteX309" fmla="*/ 3147302 w 12192000"/>
              <a:gd name="connsiteY309" fmla="*/ 6089087 h 6858000"/>
              <a:gd name="connsiteX310" fmla="*/ 3147302 w 12192000"/>
              <a:gd name="connsiteY310" fmla="*/ 6089053 h 6858000"/>
              <a:gd name="connsiteX311" fmla="*/ 2661802 w 12192000"/>
              <a:gd name="connsiteY311" fmla="*/ 6085766 h 6858000"/>
              <a:gd name="connsiteX312" fmla="*/ 2663650 w 12192000"/>
              <a:gd name="connsiteY312" fmla="*/ 6089087 h 6858000"/>
              <a:gd name="connsiteX313" fmla="*/ 2663678 w 12192000"/>
              <a:gd name="connsiteY313" fmla="*/ 6089087 h 6858000"/>
              <a:gd name="connsiteX314" fmla="*/ 3089094 w 12192000"/>
              <a:gd name="connsiteY314" fmla="*/ 6856653 h 6858000"/>
              <a:gd name="connsiteX315" fmla="*/ 3086669 w 12192000"/>
              <a:gd name="connsiteY315" fmla="*/ 6858000 h 6858000"/>
              <a:gd name="connsiteX316" fmla="*/ 3082022 w 12192000"/>
              <a:gd name="connsiteY316" fmla="*/ 6858000 h 6858000"/>
              <a:gd name="connsiteX317" fmla="*/ 2655840 w 12192000"/>
              <a:gd name="connsiteY317" fmla="*/ 6089087 h 6858000"/>
              <a:gd name="connsiteX318" fmla="*/ 2655846 w 12192000"/>
              <a:gd name="connsiteY318" fmla="*/ 6089087 h 6858000"/>
              <a:gd name="connsiteX319" fmla="*/ 2655846 w 12192000"/>
              <a:gd name="connsiteY319" fmla="*/ 6089053 h 6858000"/>
              <a:gd name="connsiteX320" fmla="*/ 2170263 w 12192000"/>
              <a:gd name="connsiteY320" fmla="*/ 6085766 h 6858000"/>
              <a:gd name="connsiteX321" fmla="*/ 2172110 w 12192000"/>
              <a:gd name="connsiteY321" fmla="*/ 6089087 h 6858000"/>
              <a:gd name="connsiteX322" fmla="*/ 2172141 w 12192000"/>
              <a:gd name="connsiteY322" fmla="*/ 6089087 h 6858000"/>
              <a:gd name="connsiteX323" fmla="*/ 2597643 w 12192000"/>
              <a:gd name="connsiteY323" fmla="*/ 6856653 h 6858000"/>
              <a:gd name="connsiteX324" fmla="*/ 2595213 w 12192000"/>
              <a:gd name="connsiteY324" fmla="*/ 6858000 h 6858000"/>
              <a:gd name="connsiteX325" fmla="*/ 2590557 w 12192000"/>
              <a:gd name="connsiteY325" fmla="*/ 6858000 h 6858000"/>
              <a:gd name="connsiteX326" fmla="*/ 2164303 w 12192000"/>
              <a:gd name="connsiteY326" fmla="*/ 6089087 h 6858000"/>
              <a:gd name="connsiteX327" fmla="*/ 2164308 w 12192000"/>
              <a:gd name="connsiteY327" fmla="*/ 6089087 h 6858000"/>
              <a:gd name="connsiteX328" fmla="*/ 2164308 w 12192000"/>
              <a:gd name="connsiteY328" fmla="*/ 6089053 h 6858000"/>
              <a:gd name="connsiteX329" fmla="*/ 1678715 w 12192000"/>
              <a:gd name="connsiteY329" fmla="*/ 6085766 h 6858000"/>
              <a:gd name="connsiteX330" fmla="*/ 1680564 w 12192000"/>
              <a:gd name="connsiteY330" fmla="*/ 6089087 h 6858000"/>
              <a:gd name="connsiteX331" fmla="*/ 1680594 w 12192000"/>
              <a:gd name="connsiteY331" fmla="*/ 6089087 h 6858000"/>
              <a:gd name="connsiteX332" fmla="*/ 2106117 w 12192000"/>
              <a:gd name="connsiteY332" fmla="*/ 6856653 h 6858000"/>
              <a:gd name="connsiteX333" fmla="*/ 2103686 w 12192000"/>
              <a:gd name="connsiteY333" fmla="*/ 6858000 h 6858000"/>
              <a:gd name="connsiteX334" fmla="*/ 2099030 w 12192000"/>
              <a:gd name="connsiteY334" fmla="*/ 6858000 h 6858000"/>
              <a:gd name="connsiteX335" fmla="*/ 1672754 w 12192000"/>
              <a:gd name="connsiteY335" fmla="*/ 6089087 h 6858000"/>
              <a:gd name="connsiteX336" fmla="*/ 1672758 w 12192000"/>
              <a:gd name="connsiteY336" fmla="*/ 6089087 h 6858000"/>
              <a:gd name="connsiteX337" fmla="*/ 1672758 w 12192000"/>
              <a:gd name="connsiteY337" fmla="*/ 6089053 h 6858000"/>
              <a:gd name="connsiteX338" fmla="*/ 1187261 w 12192000"/>
              <a:gd name="connsiteY338" fmla="*/ 6085766 h 6858000"/>
              <a:gd name="connsiteX339" fmla="*/ 1189075 w 12192000"/>
              <a:gd name="connsiteY339" fmla="*/ 6089087 h 6858000"/>
              <a:gd name="connsiteX340" fmla="*/ 1189105 w 12192000"/>
              <a:gd name="connsiteY340" fmla="*/ 6089087 h 6858000"/>
              <a:gd name="connsiteX341" fmla="*/ 1614557 w 12192000"/>
              <a:gd name="connsiteY341" fmla="*/ 6856653 h 6858000"/>
              <a:gd name="connsiteX342" fmla="*/ 1612128 w 12192000"/>
              <a:gd name="connsiteY342" fmla="*/ 6858000 h 6858000"/>
              <a:gd name="connsiteX343" fmla="*/ 1607473 w 12192000"/>
              <a:gd name="connsiteY343" fmla="*/ 6858000 h 6858000"/>
              <a:gd name="connsiteX344" fmla="*/ 1181299 w 12192000"/>
              <a:gd name="connsiteY344" fmla="*/ 6089087 h 6858000"/>
              <a:gd name="connsiteX345" fmla="*/ 1181304 w 12192000"/>
              <a:gd name="connsiteY345" fmla="*/ 6089087 h 6858000"/>
              <a:gd name="connsiteX346" fmla="*/ 1181304 w 12192000"/>
              <a:gd name="connsiteY346" fmla="*/ 6089053 h 6858000"/>
              <a:gd name="connsiteX347" fmla="*/ 695790 w 12192000"/>
              <a:gd name="connsiteY347" fmla="*/ 6085766 h 6858000"/>
              <a:gd name="connsiteX348" fmla="*/ 697604 w 12192000"/>
              <a:gd name="connsiteY348" fmla="*/ 6089087 h 6858000"/>
              <a:gd name="connsiteX349" fmla="*/ 697633 w 12192000"/>
              <a:gd name="connsiteY349" fmla="*/ 6089087 h 6858000"/>
              <a:gd name="connsiteX350" fmla="*/ 1123085 w 12192000"/>
              <a:gd name="connsiteY350" fmla="*/ 6856653 h 6858000"/>
              <a:gd name="connsiteX351" fmla="*/ 1120655 w 12192000"/>
              <a:gd name="connsiteY351" fmla="*/ 6858000 h 6858000"/>
              <a:gd name="connsiteX352" fmla="*/ 1116000 w 12192000"/>
              <a:gd name="connsiteY352" fmla="*/ 6858000 h 6858000"/>
              <a:gd name="connsiteX353" fmla="*/ 689828 w 12192000"/>
              <a:gd name="connsiteY353" fmla="*/ 6089087 h 6858000"/>
              <a:gd name="connsiteX354" fmla="*/ 689833 w 12192000"/>
              <a:gd name="connsiteY354" fmla="*/ 6089087 h 6858000"/>
              <a:gd name="connsiteX355" fmla="*/ 689833 w 12192000"/>
              <a:gd name="connsiteY355" fmla="*/ 6089053 h 6858000"/>
              <a:gd name="connsiteX356" fmla="*/ 204304 w 12192000"/>
              <a:gd name="connsiteY356" fmla="*/ 6085766 h 6858000"/>
              <a:gd name="connsiteX357" fmla="*/ 206118 w 12192000"/>
              <a:gd name="connsiteY357" fmla="*/ 6089087 h 6858000"/>
              <a:gd name="connsiteX358" fmla="*/ 206147 w 12192000"/>
              <a:gd name="connsiteY358" fmla="*/ 6089087 h 6858000"/>
              <a:gd name="connsiteX359" fmla="*/ 631633 w 12192000"/>
              <a:gd name="connsiteY359" fmla="*/ 6856653 h 6858000"/>
              <a:gd name="connsiteX360" fmla="*/ 629203 w 12192000"/>
              <a:gd name="connsiteY360" fmla="*/ 6858000 h 6858000"/>
              <a:gd name="connsiteX361" fmla="*/ 624548 w 12192000"/>
              <a:gd name="connsiteY361" fmla="*/ 6858000 h 6858000"/>
              <a:gd name="connsiteX362" fmla="*/ 198342 w 12192000"/>
              <a:gd name="connsiteY362" fmla="*/ 6089087 h 6858000"/>
              <a:gd name="connsiteX363" fmla="*/ 198347 w 12192000"/>
              <a:gd name="connsiteY363" fmla="*/ 6089087 h 6858000"/>
              <a:gd name="connsiteX364" fmla="*/ 198347 w 12192000"/>
              <a:gd name="connsiteY364" fmla="*/ 6089053 h 6858000"/>
              <a:gd name="connsiteX365" fmla="*/ 0 w 12192000"/>
              <a:gd name="connsiteY365" fmla="*/ 5717122 h 6858000"/>
              <a:gd name="connsiteX366" fmla="*/ 140152 w 12192000"/>
              <a:gd name="connsiteY366" fmla="*/ 5969952 h 6858000"/>
              <a:gd name="connsiteX367" fmla="*/ 134161 w 12192000"/>
              <a:gd name="connsiteY367" fmla="*/ 5973273 h 6858000"/>
              <a:gd name="connsiteX368" fmla="*/ 0 w 12192000"/>
              <a:gd name="connsiteY368" fmla="*/ 5731236 h 6858000"/>
              <a:gd name="connsiteX369" fmla="*/ 12175482 w 12192000"/>
              <a:gd name="connsiteY369" fmla="*/ 5642432 h 6858000"/>
              <a:gd name="connsiteX370" fmla="*/ 12181473 w 12192000"/>
              <a:gd name="connsiteY370" fmla="*/ 5645753 h 6858000"/>
              <a:gd name="connsiteX371" fmla="*/ 11993938 w 12192000"/>
              <a:gd name="connsiteY371" fmla="*/ 5984090 h 6858000"/>
              <a:gd name="connsiteX372" fmla="*/ 11993938 w 12192000"/>
              <a:gd name="connsiteY372" fmla="*/ 5984158 h 6858000"/>
              <a:gd name="connsiteX373" fmla="*/ 11935773 w 12192000"/>
              <a:gd name="connsiteY373" fmla="*/ 6089087 h 6858000"/>
              <a:gd name="connsiteX374" fmla="*/ 11935740 w 12192000"/>
              <a:gd name="connsiteY374" fmla="*/ 6089087 h 6858000"/>
              <a:gd name="connsiteX375" fmla="*/ 11754161 w 12192000"/>
              <a:gd name="connsiteY375" fmla="*/ 6416640 h 6858000"/>
              <a:gd name="connsiteX376" fmla="*/ 11748170 w 12192000"/>
              <a:gd name="connsiteY376" fmla="*/ 6413320 h 6858000"/>
              <a:gd name="connsiteX377" fmla="*/ 11927900 w 12192000"/>
              <a:gd name="connsiteY377" fmla="*/ 6089087 h 6858000"/>
              <a:gd name="connsiteX378" fmla="*/ 11927934 w 12192000"/>
              <a:gd name="connsiteY378" fmla="*/ 6089087 h 6858000"/>
              <a:gd name="connsiteX379" fmla="*/ 11993938 w 12192000"/>
              <a:gd name="connsiteY379" fmla="*/ 5970020 h 6858000"/>
              <a:gd name="connsiteX380" fmla="*/ 11993938 w 12192000"/>
              <a:gd name="connsiteY380" fmla="*/ 5969986 h 6858000"/>
              <a:gd name="connsiteX381" fmla="*/ 11683980 w 12192000"/>
              <a:gd name="connsiteY381" fmla="*/ 5642432 h 6858000"/>
              <a:gd name="connsiteX382" fmla="*/ 11689971 w 12192000"/>
              <a:gd name="connsiteY382" fmla="*/ 5645753 h 6858000"/>
              <a:gd name="connsiteX383" fmla="*/ 11502436 w 12192000"/>
              <a:gd name="connsiteY383" fmla="*/ 5984090 h 6858000"/>
              <a:gd name="connsiteX384" fmla="*/ 11502436 w 12192000"/>
              <a:gd name="connsiteY384" fmla="*/ 5984158 h 6858000"/>
              <a:gd name="connsiteX385" fmla="*/ 11444272 w 12192000"/>
              <a:gd name="connsiteY385" fmla="*/ 6089087 h 6858000"/>
              <a:gd name="connsiteX386" fmla="*/ 11444238 w 12192000"/>
              <a:gd name="connsiteY386" fmla="*/ 6089087 h 6858000"/>
              <a:gd name="connsiteX387" fmla="*/ 11262659 w 12192000"/>
              <a:gd name="connsiteY387" fmla="*/ 6416640 h 6858000"/>
              <a:gd name="connsiteX388" fmla="*/ 11256668 w 12192000"/>
              <a:gd name="connsiteY388" fmla="*/ 6413320 h 6858000"/>
              <a:gd name="connsiteX389" fmla="*/ 11436398 w 12192000"/>
              <a:gd name="connsiteY389" fmla="*/ 6089087 h 6858000"/>
              <a:gd name="connsiteX390" fmla="*/ 11436432 w 12192000"/>
              <a:gd name="connsiteY390" fmla="*/ 6089087 h 6858000"/>
              <a:gd name="connsiteX391" fmla="*/ 11502436 w 12192000"/>
              <a:gd name="connsiteY391" fmla="*/ 5970020 h 6858000"/>
              <a:gd name="connsiteX392" fmla="*/ 11502436 w 12192000"/>
              <a:gd name="connsiteY392" fmla="*/ 5969986 h 6858000"/>
              <a:gd name="connsiteX393" fmla="*/ 11192478 w 12192000"/>
              <a:gd name="connsiteY393" fmla="*/ 5642432 h 6858000"/>
              <a:gd name="connsiteX394" fmla="*/ 11198469 w 12192000"/>
              <a:gd name="connsiteY394" fmla="*/ 5645753 h 6858000"/>
              <a:gd name="connsiteX395" fmla="*/ 11010934 w 12192000"/>
              <a:gd name="connsiteY395" fmla="*/ 5984090 h 6858000"/>
              <a:gd name="connsiteX396" fmla="*/ 11010934 w 12192000"/>
              <a:gd name="connsiteY396" fmla="*/ 5984158 h 6858000"/>
              <a:gd name="connsiteX397" fmla="*/ 10952770 w 12192000"/>
              <a:gd name="connsiteY397" fmla="*/ 6089087 h 6858000"/>
              <a:gd name="connsiteX398" fmla="*/ 10952736 w 12192000"/>
              <a:gd name="connsiteY398" fmla="*/ 6089087 h 6858000"/>
              <a:gd name="connsiteX399" fmla="*/ 10771157 w 12192000"/>
              <a:gd name="connsiteY399" fmla="*/ 6416640 h 6858000"/>
              <a:gd name="connsiteX400" fmla="*/ 10765166 w 12192000"/>
              <a:gd name="connsiteY400" fmla="*/ 6413320 h 6858000"/>
              <a:gd name="connsiteX401" fmla="*/ 10944896 w 12192000"/>
              <a:gd name="connsiteY401" fmla="*/ 6089087 h 6858000"/>
              <a:gd name="connsiteX402" fmla="*/ 10944930 w 12192000"/>
              <a:gd name="connsiteY402" fmla="*/ 6089087 h 6858000"/>
              <a:gd name="connsiteX403" fmla="*/ 11010934 w 12192000"/>
              <a:gd name="connsiteY403" fmla="*/ 5970020 h 6858000"/>
              <a:gd name="connsiteX404" fmla="*/ 11010934 w 12192000"/>
              <a:gd name="connsiteY404" fmla="*/ 5969986 h 6858000"/>
              <a:gd name="connsiteX405" fmla="*/ 10700977 w 12192000"/>
              <a:gd name="connsiteY405" fmla="*/ 5642432 h 6858000"/>
              <a:gd name="connsiteX406" fmla="*/ 10706968 w 12192000"/>
              <a:gd name="connsiteY406" fmla="*/ 5645753 h 6858000"/>
              <a:gd name="connsiteX407" fmla="*/ 10519433 w 12192000"/>
              <a:gd name="connsiteY407" fmla="*/ 5984090 h 6858000"/>
              <a:gd name="connsiteX408" fmla="*/ 10519433 w 12192000"/>
              <a:gd name="connsiteY408" fmla="*/ 5984158 h 6858000"/>
              <a:gd name="connsiteX409" fmla="*/ 10461269 w 12192000"/>
              <a:gd name="connsiteY409" fmla="*/ 6089087 h 6858000"/>
              <a:gd name="connsiteX410" fmla="*/ 10461234 w 12192000"/>
              <a:gd name="connsiteY410" fmla="*/ 6089087 h 6858000"/>
              <a:gd name="connsiteX411" fmla="*/ 10279657 w 12192000"/>
              <a:gd name="connsiteY411" fmla="*/ 6416640 h 6858000"/>
              <a:gd name="connsiteX412" fmla="*/ 10273699 w 12192000"/>
              <a:gd name="connsiteY412" fmla="*/ 6413320 h 6858000"/>
              <a:gd name="connsiteX413" fmla="*/ 10453395 w 12192000"/>
              <a:gd name="connsiteY413" fmla="*/ 6089087 h 6858000"/>
              <a:gd name="connsiteX414" fmla="*/ 10453429 w 12192000"/>
              <a:gd name="connsiteY414" fmla="*/ 6089087 h 6858000"/>
              <a:gd name="connsiteX415" fmla="*/ 10519433 w 12192000"/>
              <a:gd name="connsiteY415" fmla="*/ 5970020 h 6858000"/>
              <a:gd name="connsiteX416" fmla="*/ 10519433 w 12192000"/>
              <a:gd name="connsiteY416" fmla="*/ 5969986 h 6858000"/>
              <a:gd name="connsiteX417" fmla="*/ 10209476 w 12192000"/>
              <a:gd name="connsiteY417" fmla="*/ 5642432 h 6858000"/>
              <a:gd name="connsiteX418" fmla="*/ 10215467 w 12192000"/>
              <a:gd name="connsiteY418" fmla="*/ 5645753 h 6858000"/>
              <a:gd name="connsiteX419" fmla="*/ 10027932 w 12192000"/>
              <a:gd name="connsiteY419" fmla="*/ 5984090 h 6858000"/>
              <a:gd name="connsiteX420" fmla="*/ 10027932 w 12192000"/>
              <a:gd name="connsiteY420" fmla="*/ 5984158 h 6858000"/>
              <a:gd name="connsiteX421" fmla="*/ 9969768 w 12192000"/>
              <a:gd name="connsiteY421" fmla="*/ 6089087 h 6858000"/>
              <a:gd name="connsiteX422" fmla="*/ 9969733 w 12192000"/>
              <a:gd name="connsiteY422" fmla="*/ 6089087 h 6858000"/>
              <a:gd name="connsiteX423" fmla="*/ 9788189 w 12192000"/>
              <a:gd name="connsiteY423" fmla="*/ 6416640 h 6858000"/>
              <a:gd name="connsiteX424" fmla="*/ 9782198 w 12192000"/>
              <a:gd name="connsiteY424" fmla="*/ 6413320 h 6858000"/>
              <a:gd name="connsiteX425" fmla="*/ 9961894 w 12192000"/>
              <a:gd name="connsiteY425" fmla="*/ 6089087 h 6858000"/>
              <a:gd name="connsiteX426" fmla="*/ 9961962 w 12192000"/>
              <a:gd name="connsiteY426" fmla="*/ 6089087 h 6858000"/>
              <a:gd name="connsiteX427" fmla="*/ 10027932 w 12192000"/>
              <a:gd name="connsiteY427" fmla="*/ 5970020 h 6858000"/>
              <a:gd name="connsiteX428" fmla="*/ 10027932 w 12192000"/>
              <a:gd name="connsiteY428" fmla="*/ 5969986 h 6858000"/>
              <a:gd name="connsiteX429" fmla="*/ 9718009 w 12192000"/>
              <a:gd name="connsiteY429" fmla="*/ 5642432 h 6858000"/>
              <a:gd name="connsiteX430" fmla="*/ 9723965 w 12192000"/>
              <a:gd name="connsiteY430" fmla="*/ 5645753 h 6858000"/>
              <a:gd name="connsiteX431" fmla="*/ 9536431 w 12192000"/>
              <a:gd name="connsiteY431" fmla="*/ 5984088 h 6858000"/>
              <a:gd name="connsiteX432" fmla="*/ 9536431 w 12192000"/>
              <a:gd name="connsiteY432" fmla="*/ 5984158 h 6858000"/>
              <a:gd name="connsiteX433" fmla="*/ 9478267 w 12192000"/>
              <a:gd name="connsiteY433" fmla="*/ 6089087 h 6858000"/>
              <a:gd name="connsiteX434" fmla="*/ 9478231 w 12192000"/>
              <a:gd name="connsiteY434" fmla="*/ 6089087 h 6858000"/>
              <a:gd name="connsiteX435" fmla="*/ 9296687 w 12192000"/>
              <a:gd name="connsiteY435" fmla="*/ 6416640 h 6858000"/>
              <a:gd name="connsiteX436" fmla="*/ 9290696 w 12192000"/>
              <a:gd name="connsiteY436" fmla="*/ 6413320 h 6858000"/>
              <a:gd name="connsiteX437" fmla="*/ 9470426 w 12192000"/>
              <a:gd name="connsiteY437" fmla="*/ 6089087 h 6858000"/>
              <a:gd name="connsiteX438" fmla="*/ 9470461 w 12192000"/>
              <a:gd name="connsiteY438" fmla="*/ 6089087 h 6858000"/>
              <a:gd name="connsiteX439" fmla="*/ 9536430 w 12192000"/>
              <a:gd name="connsiteY439" fmla="*/ 5970022 h 6858000"/>
              <a:gd name="connsiteX440" fmla="*/ 9536430 w 12192000"/>
              <a:gd name="connsiteY440" fmla="*/ 5969986 h 6858000"/>
              <a:gd name="connsiteX441" fmla="*/ 9226508 w 12192000"/>
              <a:gd name="connsiteY441" fmla="*/ 5642432 h 6858000"/>
              <a:gd name="connsiteX442" fmla="*/ 9232499 w 12192000"/>
              <a:gd name="connsiteY442" fmla="*/ 5645753 h 6858000"/>
              <a:gd name="connsiteX443" fmla="*/ 9044929 w 12192000"/>
              <a:gd name="connsiteY443" fmla="*/ 5984090 h 6858000"/>
              <a:gd name="connsiteX444" fmla="*/ 9044929 w 12192000"/>
              <a:gd name="connsiteY444" fmla="*/ 5984158 h 6858000"/>
              <a:gd name="connsiteX445" fmla="*/ 8986765 w 12192000"/>
              <a:gd name="connsiteY445" fmla="*/ 6089087 h 6858000"/>
              <a:gd name="connsiteX446" fmla="*/ 8986730 w 12192000"/>
              <a:gd name="connsiteY446" fmla="*/ 6089087 h 6858000"/>
              <a:gd name="connsiteX447" fmla="*/ 8805186 w 12192000"/>
              <a:gd name="connsiteY447" fmla="*/ 6416640 h 6858000"/>
              <a:gd name="connsiteX448" fmla="*/ 8799195 w 12192000"/>
              <a:gd name="connsiteY448" fmla="*/ 6413320 h 6858000"/>
              <a:gd name="connsiteX449" fmla="*/ 8978925 w 12192000"/>
              <a:gd name="connsiteY449" fmla="*/ 6089087 h 6858000"/>
              <a:gd name="connsiteX450" fmla="*/ 8978959 w 12192000"/>
              <a:gd name="connsiteY450" fmla="*/ 6089087 h 6858000"/>
              <a:gd name="connsiteX451" fmla="*/ 9044929 w 12192000"/>
              <a:gd name="connsiteY451" fmla="*/ 5970020 h 6858000"/>
              <a:gd name="connsiteX452" fmla="*/ 9044929 w 12192000"/>
              <a:gd name="connsiteY452" fmla="*/ 5969986 h 6858000"/>
              <a:gd name="connsiteX453" fmla="*/ 8735006 w 12192000"/>
              <a:gd name="connsiteY453" fmla="*/ 5642432 h 6858000"/>
              <a:gd name="connsiteX454" fmla="*/ 8740997 w 12192000"/>
              <a:gd name="connsiteY454" fmla="*/ 5645753 h 6858000"/>
              <a:gd name="connsiteX455" fmla="*/ 8553427 w 12192000"/>
              <a:gd name="connsiteY455" fmla="*/ 5984090 h 6858000"/>
              <a:gd name="connsiteX456" fmla="*/ 8553427 w 12192000"/>
              <a:gd name="connsiteY456" fmla="*/ 5984158 h 6858000"/>
              <a:gd name="connsiteX457" fmla="*/ 8495263 w 12192000"/>
              <a:gd name="connsiteY457" fmla="*/ 6089087 h 6858000"/>
              <a:gd name="connsiteX458" fmla="*/ 8495229 w 12192000"/>
              <a:gd name="connsiteY458" fmla="*/ 6089087 h 6858000"/>
              <a:gd name="connsiteX459" fmla="*/ 8313685 w 12192000"/>
              <a:gd name="connsiteY459" fmla="*/ 6416640 h 6858000"/>
              <a:gd name="connsiteX460" fmla="*/ 8307694 w 12192000"/>
              <a:gd name="connsiteY460" fmla="*/ 6413320 h 6858000"/>
              <a:gd name="connsiteX461" fmla="*/ 8487424 w 12192000"/>
              <a:gd name="connsiteY461" fmla="*/ 6089087 h 6858000"/>
              <a:gd name="connsiteX462" fmla="*/ 8487458 w 12192000"/>
              <a:gd name="connsiteY462" fmla="*/ 6089087 h 6858000"/>
              <a:gd name="connsiteX463" fmla="*/ 8553427 w 12192000"/>
              <a:gd name="connsiteY463" fmla="*/ 5970020 h 6858000"/>
              <a:gd name="connsiteX464" fmla="*/ 8553427 w 12192000"/>
              <a:gd name="connsiteY464" fmla="*/ 5969986 h 6858000"/>
              <a:gd name="connsiteX465" fmla="*/ 8243505 w 12192000"/>
              <a:gd name="connsiteY465" fmla="*/ 5642432 h 6858000"/>
              <a:gd name="connsiteX466" fmla="*/ 8249496 w 12192000"/>
              <a:gd name="connsiteY466" fmla="*/ 5645753 h 6858000"/>
              <a:gd name="connsiteX467" fmla="*/ 8061927 w 12192000"/>
              <a:gd name="connsiteY467" fmla="*/ 5984088 h 6858000"/>
              <a:gd name="connsiteX468" fmla="*/ 8061927 w 12192000"/>
              <a:gd name="connsiteY468" fmla="*/ 5984158 h 6858000"/>
              <a:gd name="connsiteX469" fmla="*/ 8003797 w 12192000"/>
              <a:gd name="connsiteY469" fmla="*/ 6089087 h 6858000"/>
              <a:gd name="connsiteX470" fmla="*/ 8003727 w 12192000"/>
              <a:gd name="connsiteY470" fmla="*/ 6089087 h 6858000"/>
              <a:gd name="connsiteX471" fmla="*/ 7822183 w 12192000"/>
              <a:gd name="connsiteY471" fmla="*/ 6416640 h 6858000"/>
              <a:gd name="connsiteX472" fmla="*/ 7816192 w 12192000"/>
              <a:gd name="connsiteY472" fmla="*/ 6413320 h 6858000"/>
              <a:gd name="connsiteX473" fmla="*/ 7995922 w 12192000"/>
              <a:gd name="connsiteY473" fmla="*/ 6089087 h 6858000"/>
              <a:gd name="connsiteX474" fmla="*/ 7995957 w 12192000"/>
              <a:gd name="connsiteY474" fmla="*/ 6089087 h 6858000"/>
              <a:gd name="connsiteX475" fmla="*/ 8061926 w 12192000"/>
              <a:gd name="connsiteY475" fmla="*/ 5970022 h 6858000"/>
              <a:gd name="connsiteX476" fmla="*/ 8061926 w 12192000"/>
              <a:gd name="connsiteY476" fmla="*/ 5969986 h 6858000"/>
              <a:gd name="connsiteX477" fmla="*/ 7752003 w 12192000"/>
              <a:gd name="connsiteY477" fmla="*/ 5642432 h 6858000"/>
              <a:gd name="connsiteX478" fmla="*/ 7757994 w 12192000"/>
              <a:gd name="connsiteY478" fmla="*/ 5645753 h 6858000"/>
              <a:gd name="connsiteX479" fmla="*/ 7570425 w 12192000"/>
              <a:gd name="connsiteY479" fmla="*/ 5984088 h 6858000"/>
              <a:gd name="connsiteX480" fmla="*/ 7570425 w 12192000"/>
              <a:gd name="connsiteY480" fmla="*/ 5984158 h 6858000"/>
              <a:gd name="connsiteX481" fmla="*/ 7512295 w 12192000"/>
              <a:gd name="connsiteY481" fmla="*/ 6089087 h 6858000"/>
              <a:gd name="connsiteX482" fmla="*/ 7512261 w 12192000"/>
              <a:gd name="connsiteY482" fmla="*/ 6089087 h 6858000"/>
              <a:gd name="connsiteX483" fmla="*/ 7330682 w 12192000"/>
              <a:gd name="connsiteY483" fmla="*/ 6416640 h 6858000"/>
              <a:gd name="connsiteX484" fmla="*/ 7324691 w 12192000"/>
              <a:gd name="connsiteY484" fmla="*/ 6413320 h 6858000"/>
              <a:gd name="connsiteX485" fmla="*/ 7504421 w 12192000"/>
              <a:gd name="connsiteY485" fmla="*/ 6089087 h 6858000"/>
              <a:gd name="connsiteX486" fmla="*/ 7504455 w 12192000"/>
              <a:gd name="connsiteY486" fmla="*/ 6089087 h 6858000"/>
              <a:gd name="connsiteX487" fmla="*/ 7570424 w 12192000"/>
              <a:gd name="connsiteY487" fmla="*/ 5970021 h 6858000"/>
              <a:gd name="connsiteX488" fmla="*/ 7570424 w 12192000"/>
              <a:gd name="connsiteY488" fmla="*/ 5969986 h 6858000"/>
              <a:gd name="connsiteX489" fmla="*/ 7260501 w 12192000"/>
              <a:gd name="connsiteY489" fmla="*/ 5642432 h 6858000"/>
              <a:gd name="connsiteX490" fmla="*/ 7266492 w 12192000"/>
              <a:gd name="connsiteY490" fmla="*/ 5645753 h 6858000"/>
              <a:gd name="connsiteX491" fmla="*/ 7078957 w 12192000"/>
              <a:gd name="connsiteY491" fmla="*/ 5984090 h 6858000"/>
              <a:gd name="connsiteX492" fmla="*/ 7078957 w 12192000"/>
              <a:gd name="connsiteY492" fmla="*/ 5984158 h 6858000"/>
              <a:gd name="connsiteX493" fmla="*/ 7020793 w 12192000"/>
              <a:gd name="connsiteY493" fmla="*/ 6089087 h 6858000"/>
              <a:gd name="connsiteX494" fmla="*/ 7020759 w 12192000"/>
              <a:gd name="connsiteY494" fmla="*/ 6089087 h 6858000"/>
              <a:gd name="connsiteX495" fmla="*/ 6839180 w 12192000"/>
              <a:gd name="connsiteY495" fmla="*/ 6416640 h 6858000"/>
              <a:gd name="connsiteX496" fmla="*/ 6833189 w 12192000"/>
              <a:gd name="connsiteY496" fmla="*/ 6413320 h 6858000"/>
              <a:gd name="connsiteX497" fmla="*/ 7012919 w 12192000"/>
              <a:gd name="connsiteY497" fmla="*/ 6089087 h 6858000"/>
              <a:gd name="connsiteX498" fmla="*/ 7012953 w 12192000"/>
              <a:gd name="connsiteY498" fmla="*/ 6089087 h 6858000"/>
              <a:gd name="connsiteX499" fmla="*/ 7078957 w 12192000"/>
              <a:gd name="connsiteY499" fmla="*/ 5970020 h 6858000"/>
              <a:gd name="connsiteX500" fmla="*/ 7078957 w 12192000"/>
              <a:gd name="connsiteY500" fmla="*/ 5969986 h 6858000"/>
              <a:gd name="connsiteX501" fmla="*/ 6769000 w 12192000"/>
              <a:gd name="connsiteY501" fmla="*/ 5642432 h 6858000"/>
              <a:gd name="connsiteX502" fmla="*/ 6774991 w 12192000"/>
              <a:gd name="connsiteY502" fmla="*/ 5645753 h 6858000"/>
              <a:gd name="connsiteX503" fmla="*/ 6587456 w 12192000"/>
              <a:gd name="connsiteY503" fmla="*/ 5984090 h 6858000"/>
              <a:gd name="connsiteX504" fmla="*/ 6587456 w 12192000"/>
              <a:gd name="connsiteY504" fmla="*/ 5984158 h 6858000"/>
              <a:gd name="connsiteX505" fmla="*/ 6529292 w 12192000"/>
              <a:gd name="connsiteY505" fmla="*/ 6089087 h 6858000"/>
              <a:gd name="connsiteX506" fmla="*/ 6529258 w 12192000"/>
              <a:gd name="connsiteY506" fmla="*/ 6089087 h 6858000"/>
              <a:gd name="connsiteX507" fmla="*/ 6347679 w 12192000"/>
              <a:gd name="connsiteY507" fmla="*/ 6416640 h 6858000"/>
              <a:gd name="connsiteX508" fmla="*/ 6341688 w 12192000"/>
              <a:gd name="connsiteY508" fmla="*/ 6413320 h 6858000"/>
              <a:gd name="connsiteX509" fmla="*/ 6521418 w 12192000"/>
              <a:gd name="connsiteY509" fmla="*/ 6089087 h 6858000"/>
              <a:gd name="connsiteX510" fmla="*/ 6521452 w 12192000"/>
              <a:gd name="connsiteY510" fmla="*/ 6089087 h 6858000"/>
              <a:gd name="connsiteX511" fmla="*/ 6587456 w 12192000"/>
              <a:gd name="connsiteY511" fmla="*/ 5970020 h 6858000"/>
              <a:gd name="connsiteX512" fmla="*/ 6587456 w 12192000"/>
              <a:gd name="connsiteY512" fmla="*/ 5969986 h 6858000"/>
              <a:gd name="connsiteX513" fmla="*/ 6277499 w 12192000"/>
              <a:gd name="connsiteY513" fmla="*/ 5642432 h 6858000"/>
              <a:gd name="connsiteX514" fmla="*/ 6283490 w 12192000"/>
              <a:gd name="connsiteY514" fmla="*/ 5645753 h 6858000"/>
              <a:gd name="connsiteX515" fmla="*/ 6096000 w 12192000"/>
              <a:gd name="connsiteY515" fmla="*/ 5984064 h 6858000"/>
              <a:gd name="connsiteX516" fmla="*/ 6096000 w 12192000"/>
              <a:gd name="connsiteY516" fmla="*/ 5984158 h 6858000"/>
              <a:gd name="connsiteX517" fmla="*/ 6038081 w 12192000"/>
              <a:gd name="connsiteY517" fmla="*/ 6089087 h 6858000"/>
              <a:gd name="connsiteX518" fmla="*/ 6038046 w 12192000"/>
              <a:gd name="connsiteY518" fmla="*/ 6089087 h 6858000"/>
              <a:gd name="connsiteX519" fmla="*/ 5856497 w 12192000"/>
              <a:gd name="connsiteY519" fmla="*/ 6416640 h 6858000"/>
              <a:gd name="connsiteX520" fmla="*/ 5850506 w 12192000"/>
              <a:gd name="connsiteY520" fmla="*/ 6413320 h 6858000"/>
              <a:gd name="connsiteX521" fmla="*/ 6030233 w 12192000"/>
              <a:gd name="connsiteY521" fmla="*/ 6089087 h 6858000"/>
              <a:gd name="connsiteX522" fmla="*/ 6030267 w 12192000"/>
              <a:gd name="connsiteY522" fmla="*/ 6089087 h 6858000"/>
              <a:gd name="connsiteX523" fmla="*/ 6096000 w 12192000"/>
              <a:gd name="connsiteY523" fmla="*/ 5970046 h 6858000"/>
              <a:gd name="connsiteX524" fmla="*/ 6096000 w 12192000"/>
              <a:gd name="connsiteY524" fmla="*/ 5969986 h 6858000"/>
              <a:gd name="connsiteX525" fmla="*/ 5786327 w 12192000"/>
              <a:gd name="connsiteY525" fmla="*/ 5642432 h 6858000"/>
              <a:gd name="connsiteX526" fmla="*/ 5792316 w 12192000"/>
              <a:gd name="connsiteY526" fmla="*/ 5645753 h 6858000"/>
              <a:gd name="connsiteX527" fmla="*/ 5604798 w 12192000"/>
              <a:gd name="connsiteY527" fmla="*/ 5984088 h 6858000"/>
              <a:gd name="connsiteX528" fmla="*/ 5604798 w 12192000"/>
              <a:gd name="connsiteY528" fmla="*/ 5984158 h 6858000"/>
              <a:gd name="connsiteX529" fmla="*/ 5546665 w 12192000"/>
              <a:gd name="connsiteY529" fmla="*/ 6089087 h 6858000"/>
              <a:gd name="connsiteX530" fmla="*/ 5546630 w 12192000"/>
              <a:gd name="connsiteY530" fmla="*/ 6089087 h 6858000"/>
              <a:gd name="connsiteX531" fmla="*/ 5365077 w 12192000"/>
              <a:gd name="connsiteY531" fmla="*/ 6416640 h 6858000"/>
              <a:gd name="connsiteX532" fmla="*/ 5359083 w 12192000"/>
              <a:gd name="connsiteY532" fmla="*/ 6413320 h 6858000"/>
              <a:gd name="connsiteX533" fmla="*/ 5538753 w 12192000"/>
              <a:gd name="connsiteY533" fmla="*/ 6089087 h 6858000"/>
              <a:gd name="connsiteX534" fmla="*/ 5538788 w 12192000"/>
              <a:gd name="connsiteY534" fmla="*/ 6089087 h 6858000"/>
              <a:gd name="connsiteX535" fmla="*/ 5604791 w 12192000"/>
              <a:gd name="connsiteY535" fmla="*/ 5970021 h 6858000"/>
              <a:gd name="connsiteX536" fmla="*/ 5604791 w 12192000"/>
              <a:gd name="connsiteY536" fmla="*/ 5969986 h 6858000"/>
              <a:gd name="connsiteX537" fmla="*/ 5294803 w 12192000"/>
              <a:gd name="connsiteY537" fmla="*/ 5642432 h 6858000"/>
              <a:gd name="connsiteX538" fmla="*/ 5300781 w 12192000"/>
              <a:gd name="connsiteY538" fmla="*/ 5645753 h 6858000"/>
              <a:gd name="connsiteX539" fmla="*/ 5113324 w 12192000"/>
              <a:gd name="connsiteY539" fmla="*/ 5984088 h 6858000"/>
              <a:gd name="connsiteX540" fmla="*/ 5113324 w 12192000"/>
              <a:gd name="connsiteY540" fmla="*/ 5984158 h 6858000"/>
              <a:gd name="connsiteX541" fmla="*/ 5055136 w 12192000"/>
              <a:gd name="connsiteY541" fmla="*/ 6089087 h 6858000"/>
              <a:gd name="connsiteX542" fmla="*/ 5055096 w 12192000"/>
              <a:gd name="connsiteY542" fmla="*/ 6089087 h 6858000"/>
              <a:gd name="connsiteX543" fmla="*/ 4873545 w 12192000"/>
              <a:gd name="connsiteY543" fmla="*/ 6416640 h 6858000"/>
              <a:gd name="connsiteX544" fmla="*/ 4867551 w 12192000"/>
              <a:gd name="connsiteY544" fmla="*/ 6413320 h 6858000"/>
              <a:gd name="connsiteX545" fmla="*/ 5047257 w 12192000"/>
              <a:gd name="connsiteY545" fmla="*/ 6089087 h 6858000"/>
              <a:gd name="connsiteX546" fmla="*/ 5047297 w 12192000"/>
              <a:gd name="connsiteY546" fmla="*/ 6089087 h 6858000"/>
              <a:gd name="connsiteX547" fmla="*/ 5113324 w 12192000"/>
              <a:gd name="connsiteY547" fmla="*/ 5970022 h 6858000"/>
              <a:gd name="connsiteX548" fmla="*/ 5113324 w 12192000"/>
              <a:gd name="connsiteY548" fmla="*/ 5969986 h 6858000"/>
              <a:gd name="connsiteX549" fmla="*/ 4803356 w 12192000"/>
              <a:gd name="connsiteY549" fmla="*/ 5642432 h 6858000"/>
              <a:gd name="connsiteX550" fmla="*/ 4809329 w 12192000"/>
              <a:gd name="connsiteY550" fmla="*/ 5645753 h 6858000"/>
              <a:gd name="connsiteX551" fmla="*/ 4621812 w 12192000"/>
              <a:gd name="connsiteY551" fmla="*/ 5984088 h 6858000"/>
              <a:gd name="connsiteX552" fmla="*/ 4621812 w 12192000"/>
              <a:gd name="connsiteY552" fmla="*/ 5984158 h 6858000"/>
              <a:gd name="connsiteX553" fmla="*/ 4563646 w 12192000"/>
              <a:gd name="connsiteY553" fmla="*/ 6089087 h 6858000"/>
              <a:gd name="connsiteX554" fmla="*/ 4563606 w 12192000"/>
              <a:gd name="connsiteY554" fmla="*/ 6089087 h 6858000"/>
              <a:gd name="connsiteX555" fmla="*/ 4382015 w 12192000"/>
              <a:gd name="connsiteY555" fmla="*/ 6416640 h 6858000"/>
              <a:gd name="connsiteX556" fmla="*/ 4376057 w 12192000"/>
              <a:gd name="connsiteY556" fmla="*/ 6413320 h 6858000"/>
              <a:gd name="connsiteX557" fmla="*/ 4555764 w 12192000"/>
              <a:gd name="connsiteY557" fmla="*/ 6089087 h 6858000"/>
              <a:gd name="connsiteX558" fmla="*/ 4555803 w 12192000"/>
              <a:gd name="connsiteY558" fmla="*/ 6089087 h 6858000"/>
              <a:gd name="connsiteX559" fmla="*/ 4621812 w 12192000"/>
              <a:gd name="connsiteY559" fmla="*/ 5970022 h 6858000"/>
              <a:gd name="connsiteX560" fmla="*/ 4621812 w 12192000"/>
              <a:gd name="connsiteY560" fmla="*/ 5969986 h 6858000"/>
              <a:gd name="connsiteX561" fmla="*/ 4311833 w 12192000"/>
              <a:gd name="connsiteY561" fmla="*/ 5642432 h 6858000"/>
              <a:gd name="connsiteX562" fmla="*/ 4317824 w 12192000"/>
              <a:gd name="connsiteY562" fmla="*/ 5645753 h 6858000"/>
              <a:gd name="connsiteX563" fmla="*/ 4130294 w 12192000"/>
              <a:gd name="connsiteY563" fmla="*/ 5984088 h 6858000"/>
              <a:gd name="connsiteX564" fmla="*/ 4130294 w 12192000"/>
              <a:gd name="connsiteY564" fmla="*/ 5984158 h 6858000"/>
              <a:gd name="connsiteX565" fmla="*/ 4072135 w 12192000"/>
              <a:gd name="connsiteY565" fmla="*/ 6089087 h 6858000"/>
              <a:gd name="connsiteX566" fmla="*/ 4072092 w 12192000"/>
              <a:gd name="connsiteY566" fmla="*/ 6089087 h 6858000"/>
              <a:gd name="connsiteX567" fmla="*/ 3890561 w 12192000"/>
              <a:gd name="connsiteY567" fmla="*/ 6416640 h 6858000"/>
              <a:gd name="connsiteX568" fmla="*/ 3884570 w 12192000"/>
              <a:gd name="connsiteY568" fmla="*/ 6413320 h 6858000"/>
              <a:gd name="connsiteX569" fmla="*/ 4064257 w 12192000"/>
              <a:gd name="connsiteY569" fmla="*/ 6089087 h 6858000"/>
              <a:gd name="connsiteX570" fmla="*/ 4064328 w 12192000"/>
              <a:gd name="connsiteY570" fmla="*/ 6089087 h 6858000"/>
              <a:gd name="connsiteX571" fmla="*/ 4130294 w 12192000"/>
              <a:gd name="connsiteY571" fmla="*/ 5970022 h 6858000"/>
              <a:gd name="connsiteX572" fmla="*/ 4130294 w 12192000"/>
              <a:gd name="connsiteY572" fmla="*/ 5969986 h 6858000"/>
              <a:gd name="connsiteX573" fmla="*/ 3820379 w 12192000"/>
              <a:gd name="connsiteY573" fmla="*/ 5642432 h 6858000"/>
              <a:gd name="connsiteX574" fmla="*/ 3826339 w 12192000"/>
              <a:gd name="connsiteY574" fmla="*/ 5645753 h 6858000"/>
              <a:gd name="connsiteX575" fmla="*/ 3638821 w 12192000"/>
              <a:gd name="connsiteY575" fmla="*/ 5984057 h 6858000"/>
              <a:gd name="connsiteX576" fmla="*/ 3638821 w 12192000"/>
              <a:gd name="connsiteY576" fmla="*/ 5984158 h 6858000"/>
              <a:gd name="connsiteX577" fmla="*/ 3580652 w 12192000"/>
              <a:gd name="connsiteY577" fmla="*/ 6089087 h 6858000"/>
              <a:gd name="connsiteX578" fmla="*/ 3580618 w 12192000"/>
              <a:gd name="connsiteY578" fmla="*/ 6089087 h 6858000"/>
              <a:gd name="connsiteX579" fmla="*/ 3399086 w 12192000"/>
              <a:gd name="connsiteY579" fmla="*/ 6416640 h 6858000"/>
              <a:gd name="connsiteX580" fmla="*/ 3393098 w 12192000"/>
              <a:gd name="connsiteY580" fmla="*/ 6413320 h 6858000"/>
              <a:gd name="connsiteX581" fmla="*/ 3572810 w 12192000"/>
              <a:gd name="connsiteY581" fmla="*/ 6089087 h 6858000"/>
              <a:gd name="connsiteX582" fmla="*/ 3572852 w 12192000"/>
              <a:gd name="connsiteY582" fmla="*/ 6089087 h 6858000"/>
              <a:gd name="connsiteX583" fmla="*/ 3638804 w 12192000"/>
              <a:gd name="connsiteY583" fmla="*/ 5970053 h 6858000"/>
              <a:gd name="connsiteX584" fmla="*/ 3638804 w 12192000"/>
              <a:gd name="connsiteY584" fmla="*/ 5969986 h 6858000"/>
              <a:gd name="connsiteX585" fmla="*/ 3328929 w 12192000"/>
              <a:gd name="connsiteY585" fmla="*/ 5642432 h 6858000"/>
              <a:gd name="connsiteX586" fmla="*/ 3334914 w 12192000"/>
              <a:gd name="connsiteY586" fmla="*/ 5645753 h 6858000"/>
              <a:gd name="connsiteX587" fmla="*/ 3147302 w 12192000"/>
              <a:gd name="connsiteY587" fmla="*/ 5984088 h 6858000"/>
              <a:gd name="connsiteX588" fmla="*/ 3147302 w 12192000"/>
              <a:gd name="connsiteY588" fmla="*/ 5984158 h 6858000"/>
              <a:gd name="connsiteX589" fmla="*/ 3089133 w 12192000"/>
              <a:gd name="connsiteY589" fmla="*/ 6089087 h 6858000"/>
              <a:gd name="connsiteX590" fmla="*/ 3089094 w 12192000"/>
              <a:gd name="connsiteY590" fmla="*/ 6089087 h 6858000"/>
              <a:gd name="connsiteX591" fmla="*/ 2907558 w 12192000"/>
              <a:gd name="connsiteY591" fmla="*/ 6416640 h 6858000"/>
              <a:gd name="connsiteX592" fmla="*/ 2901569 w 12192000"/>
              <a:gd name="connsiteY592" fmla="*/ 6413320 h 6858000"/>
              <a:gd name="connsiteX593" fmla="*/ 3081302 w 12192000"/>
              <a:gd name="connsiteY593" fmla="*/ 6089087 h 6858000"/>
              <a:gd name="connsiteX594" fmla="*/ 3081341 w 12192000"/>
              <a:gd name="connsiteY594" fmla="*/ 6089087 h 6858000"/>
              <a:gd name="connsiteX595" fmla="*/ 3147302 w 12192000"/>
              <a:gd name="connsiteY595" fmla="*/ 5970021 h 6858000"/>
              <a:gd name="connsiteX596" fmla="*/ 3147302 w 12192000"/>
              <a:gd name="connsiteY596" fmla="*/ 5969986 h 6858000"/>
              <a:gd name="connsiteX597" fmla="*/ 2837389 w 12192000"/>
              <a:gd name="connsiteY597" fmla="*/ 5642432 h 6858000"/>
              <a:gd name="connsiteX598" fmla="*/ 2843379 w 12192000"/>
              <a:gd name="connsiteY598" fmla="*/ 5645753 h 6858000"/>
              <a:gd name="connsiteX599" fmla="*/ 2655848 w 12192000"/>
              <a:gd name="connsiteY599" fmla="*/ 5984088 h 6858000"/>
              <a:gd name="connsiteX600" fmla="*/ 2655848 w 12192000"/>
              <a:gd name="connsiteY600" fmla="*/ 5984158 h 6858000"/>
              <a:gd name="connsiteX601" fmla="*/ 2597717 w 12192000"/>
              <a:gd name="connsiteY601" fmla="*/ 6089087 h 6858000"/>
              <a:gd name="connsiteX602" fmla="*/ 2597643 w 12192000"/>
              <a:gd name="connsiteY602" fmla="*/ 6089087 h 6858000"/>
              <a:gd name="connsiteX603" fmla="*/ 2416078 w 12192000"/>
              <a:gd name="connsiteY603" fmla="*/ 6416640 h 6858000"/>
              <a:gd name="connsiteX604" fmla="*/ 2410088 w 12192000"/>
              <a:gd name="connsiteY604" fmla="*/ 6413320 h 6858000"/>
              <a:gd name="connsiteX605" fmla="*/ 2589837 w 12192000"/>
              <a:gd name="connsiteY605" fmla="*/ 6089087 h 6858000"/>
              <a:gd name="connsiteX606" fmla="*/ 2589877 w 12192000"/>
              <a:gd name="connsiteY606" fmla="*/ 6089087 h 6858000"/>
              <a:gd name="connsiteX607" fmla="*/ 2655847 w 12192000"/>
              <a:gd name="connsiteY607" fmla="*/ 5970021 h 6858000"/>
              <a:gd name="connsiteX608" fmla="*/ 2655847 w 12192000"/>
              <a:gd name="connsiteY608" fmla="*/ 5969986 h 6858000"/>
              <a:gd name="connsiteX609" fmla="*/ 2345909 w 12192000"/>
              <a:gd name="connsiteY609" fmla="*/ 5642432 h 6858000"/>
              <a:gd name="connsiteX610" fmla="*/ 2351898 w 12192000"/>
              <a:gd name="connsiteY610" fmla="*/ 5645753 h 6858000"/>
              <a:gd name="connsiteX611" fmla="*/ 2164311 w 12192000"/>
              <a:gd name="connsiteY611" fmla="*/ 5984088 h 6858000"/>
              <a:gd name="connsiteX612" fmla="*/ 2164311 w 12192000"/>
              <a:gd name="connsiteY612" fmla="*/ 5984158 h 6858000"/>
              <a:gd name="connsiteX613" fmla="*/ 2106193 w 12192000"/>
              <a:gd name="connsiteY613" fmla="*/ 6089087 h 6858000"/>
              <a:gd name="connsiteX614" fmla="*/ 2106117 w 12192000"/>
              <a:gd name="connsiteY614" fmla="*/ 6089087 h 6858000"/>
              <a:gd name="connsiteX615" fmla="*/ 1924507 w 12192000"/>
              <a:gd name="connsiteY615" fmla="*/ 6416640 h 6858000"/>
              <a:gd name="connsiteX616" fmla="*/ 1918516 w 12192000"/>
              <a:gd name="connsiteY616" fmla="*/ 6413320 h 6858000"/>
              <a:gd name="connsiteX617" fmla="*/ 2098313 w 12192000"/>
              <a:gd name="connsiteY617" fmla="*/ 6089087 h 6858000"/>
              <a:gd name="connsiteX618" fmla="*/ 2098345 w 12192000"/>
              <a:gd name="connsiteY618" fmla="*/ 6089087 h 6858000"/>
              <a:gd name="connsiteX619" fmla="*/ 2164308 w 12192000"/>
              <a:gd name="connsiteY619" fmla="*/ 5970022 h 6858000"/>
              <a:gd name="connsiteX620" fmla="*/ 2164308 w 12192000"/>
              <a:gd name="connsiteY620" fmla="*/ 5969986 h 6858000"/>
              <a:gd name="connsiteX621" fmla="*/ 1854333 w 12192000"/>
              <a:gd name="connsiteY621" fmla="*/ 5642432 h 6858000"/>
              <a:gd name="connsiteX622" fmla="*/ 1860324 w 12192000"/>
              <a:gd name="connsiteY622" fmla="*/ 5645753 h 6858000"/>
              <a:gd name="connsiteX623" fmla="*/ 1672794 w 12192000"/>
              <a:gd name="connsiteY623" fmla="*/ 5984027 h 6858000"/>
              <a:gd name="connsiteX624" fmla="*/ 1672794 w 12192000"/>
              <a:gd name="connsiteY624" fmla="*/ 5984158 h 6858000"/>
              <a:gd name="connsiteX625" fmla="*/ 1614631 w 12192000"/>
              <a:gd name="connsiteY625" fmla="*/ 6089087 h 6858000"/>
              <a:gd name="connsiteX626" fmla="*/ 1614592 w 12192000"/>
              <a:gd name="connsiteY626" fmla="*/ 6089087 h 6858000"/>
              <a:gd name="connsiteX627" fmla="*/ 1433019 w 12192000"/>
              <a:gd name="connsiteY627" fmla="*/ 6416640 h 6858000"/>
              <a:gd name="connsiteX628" fmla="*/ 1427028 w 12192000"/>
              <a:gd name="connsiteY628" fmla="*/ 6413320 h 6858000"/>
              <a:gd name="connsiteX629" fmla="*/ 1606753 w 12192000"/>
              <a:gd name="connsiteY629" fmla="*/ 6089087 h 6858000"/>
              <a:gd name="connsiteX630" fmla="*/ 1606791 w 12192000"/>
              <a:gd name="connsiteY630" fmla="*/ 6089087 h 6858000"/>
              <a:gd name="connsiteX631" fmla="*/ 1672759 w 12192000"/>
              <a:gd name="connsiteY631" fmla="*/ 5970083 h 6858000"/>
              <a:gd name="connsiteX632" fmla="*/ 1672759 w 12192000"/>
              <a:gd name="connsiteY632" fmla="*/ 5969986 h 6858000"/>
              <a:gd name="connsiteX633" fmla="*/ 1362844 w 12192000"/>
              <a:gd name="connsiteY633" fmla="*/ 5642432 h 6858000"/>
              <a:gd name="connsiteX634" fmla="*/ 1368835 w 12192000"/>
              <a:gd name="connsiteY634" fmla="*/ 5645753 h 6858000"/>
              <a:gd name="connsiteX635" fmla="*/ 1181321 w 12192000"/>
              <a:gd name="connsiteY635" fmla="*/ 5984060 h 6858000"/>
              <a:gd name="connsiteX636" fmla="*/ 1181321 w 12192000"/>
              <a:gd name="connsiteY636" fmla="*/ 5984158 h 6858000"/>
              <a:gd name="connsiteX637" fmla="*/ 1123159 w 12192000"/>
              <a:gd name="connsiteY637" fmla="*/ 6089087 h 6858000"/>
              <a:gd name="connsiteX638" fmla="*/ 1123120 w 12192000"/>
              <a:gd name="connsiteY638" fmla="*/ 6089087 h 6858000"/>
              <a:gd name="connsiteX639" fmla="*/ 941546 w 12192000"/>
              <a:gd name="connsiteY639" fmla="*/ 6416640 h 6858000"/>
              <a:gd name="connsiteX640" fmla="*/ 935556 w 12192000"/>
              <a:gd name="connsiteY640" fmla="*/ 6413320 h 6858000"/>
              <a:gd name="connsiteX641" fmla="*/ 1115281 w 12192000"/>
              <a:gd name="connsiteY641" fmla="*/ 6089087 h 6858000"/>
              <a:gd name="connsiteX642" fmla="*/ 1115319 w 12192000"/>
              <a:gd name="connsiteY642" fmla="*/ 6089087 h 6858000"/>
              <a:gd name="connsiteX643" fmla="*/ 1181305 w 12192000"/>
              <a:gd name="connsiteY643" fmla="*/ 5970050 h 6858000"/>
              <a:gd name="connsiteX644" fmla="*/ 1181305 w 12192000"/>
              <a:gd name="connsiteY644" fmla="*/ 5969986 h 6858000"/>
              <a:gd name="connsiteX645" fmla="*/ 871373 w 12192000"/>
              <a:gd name="connsiteY645" fmla="*/ 5642432 h 6858000"/>
              <a:gd name="connsiteX646" fmla="*/ 877364 w 12192000"/>
              <a:gd name="connsiteY646" fmla="*/ 5645753 h 6858000"/>
              <a:gd name="connsiteX647" fmla="*/ 689834 w 12192000"/>
              <a:gd name="connsiteY647" fmla="*/ 5984088 h 6858000"/>
              <a:gd name="connsiteX648" fmla="*/ 689834 w 12192000"/>
              <a:gd name="connsiteY648" fmla="*/ 5984158 h 6858000"/>
              <a:gd name="connsiteX649" fmla="*/ 631672 w 12192000"/>
              <a:gd name="connsiteY649" fmla="*/ 6089087 h 6858000"/>
              <a:gd name="connsiteX650" fmla="*/ 631633 w 12192000"/>
              <a:gd name="connsiteY650" fmla="*/ 6089087 h 6858000"/>
              <a:gd name="connsiteX651" fmla="*/ 450059 w 12192000"/>
              <a:gd name="connsiteY651" fmla="*/ 6416640 h 6858000"/>
              <a:gd name="connsiteX652" fmla="*/ 444068 w 12192000"/>
              <a:gd name="connsiteY652" fmla="*/ 6413320 h 6858000"/>
              <a:gd name="connsiteX653" fmla="*/ 623793 w 12192000"/>
              <a:gd name="connsiteY653" fmla="*/ 6089087 h 6858000"/>
              <a:gd name="connsiteX654" fmla="*/ 623832 w 12192000"/>
              <a:gd name="connsiteY654" fmla="*/ 6089087 h 6858000"/>
              <a:gd name="connsiteX655" fmla="*/ 689834 w 12192000"/>
              <a:gd name="connsiteY655" fmla="*/ 5970021 h 6858000"/>
              <a:gd name="connsiteX656" fmla="*/ 689834 w 12192000"/>
              <a:gd name="connsiteY656" fmla="*/ 5969986 h 6858000"/>
              <a:gd name="connsiteX657" fmla="*/ 379886 w 12192000"/>
              <a:gd name="connsiteY657" fmla="*/ 5642432 h 6858000"/>
              <a:gd name="connsiteX658" fmla="*/ 385877 w 12192000"/>
              <a:gd name="connsiteY658" fmla="*/ 5645753 h 6858000"/>
              <a:gd name="connsiteX659" fmla="*/ 198348 w 12192000"/>
              <a:gd name="connsiteY659" fmla="*/ 5984088 h 6858000"/>
              <a:gd name="connsiteX660" fmla="*/ 198348 w 12192000"/>
              <a:gd name="connsiteY660" fmla="*/ 5984158 h 6858000"/>
              <a:gd name="connsiteX661" fmla="*/ 140186 w 12192000"/>
              <a:gd name="connsiteY661" fmla="*/ 6089087 h 6858000"/>
              <a:gd name="connsiteX662" fmla="*/ 140147 w 12192000"/>
              <a:gd name="connsiteY662" fmla="*/ 6089087 h 6858000"/>
              <a:gd name="connsiteX663" fmla="*/ 0 w 12192000"/>
              <a:gd name="connsiteY663" fmla="*/ 6341909 h 6858000"/>
              <a:gd name="connsiteX664" fmla="*/ 0 w 12192000"/>
              <a:gd name="connsiteY664" fmla="*/ 6327778 h 6858000"/>
              <a:gd name="connsiteX665" fmla="*/ 132308 w 12192000"/>
              <a:gd name="connsiteY665" fmla="*/ 6089087 h 6858000"/>
              <a:gd name="connsiteX666" fmla="*/ 132346 w 12192000"/>
              <a:gd name="connsiteY666" fmla="*/ 6089087 h 6858000"/>
              <a:gd name="connsiteX667" fmla="*/ 198347 w 12192000"/>
              <a:gd name="connsiteY667" fmla="*/ 5970021 h 6858000"/>
              <a:gd name="connsiteX668" fmla="*/ 198347 w 12192000"/>
              <a:gd name="connsiteY668" fmla="*/ 5969986 h 6858000"/>
              <a:gd name="connsiteX669" fmla="*/ 11993938 w 12192000"/>
              <a:gd name="connsiteY669" fmla="*/ 5202386 h 6858000"/>
              <a:gd name="connsiteX670" fmla="*/ 12001743 w 12192000"/>
              <a:gd name="connsiteY670" fmla="*/ 5202386 h 6858000"/>
              <a:gd name="connsiteX671" fmla="*/ 12192000 w 12192000"/>
              <a:gd name="connsiteY671" fmla="*/ 5545624 h 6858000"/>
              <a:gd name="connsiteX672" fmla="*/ 12192000 w 12192000"/>
              <a:gd name="connsiteY672" fmla="*/ 5559727 h 6858000"/>
              <a:gd name="connsiteX673" fmla="*/ 11502436 w 12192000"/>
              <a:gd name="connsiteY673" fmla="*/ 5202386 h 6858000"/>
              <a:gd name="connsiteX674" fmla="*/ 11510242 w 12192000"/>
              <a:gd name="connsiteY674" fmla="*/ 5202386 h 6858000"/>
              <a:gd name="connsiteX675" fmla="*/ 11935739 w 12192000"/>
              <a:gd name="connsiteY675" fmla="*/ 5969952 h 6858000"/>
              <a:gd name="connsiteX676" fmla="*/ 11929748 w 12192000"/>
              <a:gd name="connsiteY676" fmla="*/ 5973273 h 6858000"/>
              <a:gd name="connsiteX677" fmla="*/ 11010934 w 12192000"/>
              <a:gd name="connsiteY677" fmla="*/ 5202386 h 6858000"/>
              <a:gd name="connsiteX678" fmla="*/ 11018740 w 12192000"/>
              <a:gd name="connsiteY678" fmla="*/ 5202386 h 6858000"/>
              <a:gd name="connsiteX679" fmla="*/ 11444237 w 12192000"/>
              <a:gd name="connsiteY679" fmla="*/ 5969952 h 6858000"/>
              <a:gd name="connsiteX680" fmla="*/ 11438246 w 12192000"/>
              <a:gd name="connsiteY680" fmla="*/ 5973273 h 6858000"/>
              <a:gd name="connsiteX681" fmla="*/ 10519433 w 12192000"/>
              <a:gd name="connsiteY681" fmla="*/ 5202386 h 6858000"/>
              <a:gd name="connsiteX682" fmla="*/ 10527273 w 12192000"/>
              <a:gd name="connsiteY682" fmla="*/ 5202386 h 6858000"/>
              <a:gd name="connsiteX683" fmla="*/ 10952736 w 12192000"/>
              <a:gd name="connsiteY683" fmla="*/ 5969952 h 6858000"/>
              <a:gd name="connsiteX684" fmla="*/ 10946745 w 12192000"/>
              <a:gd name="connsiteY684" fmla="*/ 5973273 h 6858000"/>
              <a:gd name="connsiteX685" fmla="*/ 10027932 w 12192000"/>
              <a:gd name="connsiteY685" fmla="*/ 5202386 h 6858000"/>
              <a:gd name="connsiteX686" fmla="*/ 10035771 w 12192000"/>
              <a:gd name="connsiteY686" fmla="*/ 5202386 h 6858000"/>
              <a:gd name="connsiteX687" fmla="*/ 10461235 w 12192000"/>
              <a:gd name="connsiteY687" fmla="*/ 5969952 h 6858000"/>
              <a:gd name="connsiteX688" fmla="*/ 10455244 w 12192000"/>
              <a:gd name="connsiteY688" fmla="*/ 5973273 h 6858000"/>
              <a:gd name="connsiteX689" fmla="*/ 9536430 w 12192000"/>
              <a:gd name="connsiteY689" fmla="*/ 5202386 h 6858000"/>
              <a:gd name="connsiteX690" fmla="*/ 9544270 w 12192000"/>
              <a:gd name="connsiteY690" fmla="*/ 5202386 h 6858000"/>
              <a:gd name="connsiteX691" fmla="*/ 9969733 w 12192000"/>
              <a:gd name="connsiteY691" fmla="*/ 5969952 h 6858000"/>
              <a:gd name="connsiteX692" fmla="*/ 9963742 w 12192000"/>
              <a:gd name="connsiteY692" fmla="*/ 5973273 h 6858000"/>
              <a:gd name="connsiteX693" fmla="*/ 9044929 w 12192000"/>
              <a:gd name="connsiteY693" fmla="*/ 5202386 h 6858000"/>
              <a:gd name="connsiteX694" fmla="*/ 9052769 w 12192000"/>
              <a:gd name="connsiteY694" fmla="*/ 5202386 h 6858000"/>
              <a:gd name="connsiteX695" fmla="*/ 9478232 w 12192000"/>
              <a:gd name="connsiteY695" fmla="*/ 5969952 h 6858000"/>
              <a:gd name="connsiteX696" fmla="*/ 9472241 w 12192000"/>
              <a:gd name="connsiteY696" fmla="*/ 5973273 h 6858000"/>
              <a:gd name="connsiteX697" fmla="*/ 8553427 w 12192000"/>
              <a:gd name="connsiteY697" fmla="*/ 5202386 h 6858000"/>
              <a:gd name="connsiteX698" fmla="*/ 8561267 w 12192000"/>
              <a:gd name="connsiteY698" fmla="*/ 5202386 h 6858000"/>
              <a:gd name="connsiteX699" fmla="*/ 8986730 w 12192000"/>
              <a:gd name="connsiteY699" fmla="*/ 5969952 h 6858000"/>
              <a:gd name="connsiteX700" fmla="*/ 8980739 w 12192000"/>
              <a:gd name="connsiteY700" fmla="*/ 5973273 h 6858000"/>
              <a:gd name="connsiteX701" fmla="*/ 8061926 w 12192000"/>
              <a:gd name="connsiteY701" fmla="*/ 5202386 h 6858000"/>
              <a:gd name="connsiteX702" fmla="*/ 8069766 w 12192000"/>
              <a:gd name="connsiteY702" fmla="*/ 5202386 h 6858000"/>
              <a:gd name="connsiteX703" fmla="*/ 8495229 w 12192000"/>
              <a:gd name="connsiteY703" fmla="*/ 5969952 h 6858000"/>
              <a:gd name="connsiteX704" fmla="*/ 8489238 w 12192000"/>
              <a:gd name="connsiteY704" fmla="*/ 5973273 h 6858000"/>
              <a:gd name="connsiteX705" fmla="*/ 7570424 w 12192000"/>
              <a:gd name="connsiteY705" fmla="*/ 5202386 h 6858000"/>
              <a:gd name="connsiteX706" fmla="*/ 7578264 w 12192000"/>
              <a:gd name="connsiteY706" fmla="*/ 5202386 h 6858000"/>
              <a:gd name="connsiteX707" fmla="*/ 8003727 w 12192000"/>
              <a:gd name="connsiteY707" fmla="*/ 5969952 h 6858000"/>
              <a:gd name="connsiteX708" fmla="*/ 7997736 w 12192000"/>
              <a:gd name="connsiteY708" fmla="*/ 5973273 h 6858000"/>
              <a:gd name="connsiteX709" fmla="*/ 7078957 w 12192000"/>
              <a:gd name="connsiteY709" fmla="*/ 5202386 h 6858000"/>
              <a:gd name="connsiteX710" fmla="*/ 7086763 w 12192000"/>
              <a:gd name="connsiteY710" fmla="*/ 5202386 h 6858000"/>
              <a:gd name="connsiteX711" fmla="*/ 7512226 w 12192000"/>
              <a:gd name="connsiteY711" fmla="*/ 5969952 h 6858000"/>
              <a:gd name="connsiteX712" fmla="*/ 7506235 w 12192000"/>
              <a:gd name="connsiteY712" fmla="*/ 5973273 h 6858000"/>
              <a:gd name="connsiteX713" fmla="*/ 6587456 w 12192000"/>
              <a:gd name="connsiteY713" fmla="*/ 5202386 h 6858000"/>
              <a:gd name="connsiteX714" fmla="*/ 6595261 w 12192000"/>
              <a:gd name="connsiteY714" fmla="*/ 5202386 h 6858000"/>
              <a:gd name="connsiteX715" fmla="*/ 7020724 w 12192000"/>
              <a:gd name="connsiteY715" fmla="*/ 5969952 h 6858000"/>
              <a:gd name="connsiteX716" fmla="*/ 7014733 w 12192000"/>
              <a:gd name="connsiteY716" fmla="*/ 5973273 h 6858000"/>
              <a:gd name="connsiteX717" fmla="*/ 6096000 w 12192000"/>
              <a:gd name="connsiteY717" fmla="*/ 5202386 h 6858000"/>
              <a:gd name="connsiteX718" fmla="*/ 6103761 w 12192000"/>
              <a:gd name="connsiteY718" fmla="*/ 5202386 h 6858000"/>
              <a:gd name="connsiteX719" fmla="*/ 6529258 w 12192000"/>
              <a:gd name="connsiteY719" fmla="*/ 5969952 h 6858000"/>
              <a:gd name="connsiteX720" fmla="*/ 6523267 w 12192000"/>
              <a:gd name="connsiteY720" fmla="*/ 5973273 h 6858000"/>
              <a:gd name="connsiteX721" fmla="*/ 5604791 w 12192000"/>
              <a:gd name="connsiteY721" fmla="*/ 5202386 h 6858000"/>
              <a:gd name="connsiteX722" fmla="*/ 5612590 w 12192000"/>
              <a:gd name="connsiteY722" fmla="*/ 5202386 h 6858000"/>
              <a:gd name="connsiteX723" fmla="*/ 6038046 w 12192000"/>
              <a:gd name="connsiteY723" fmla="*/ 5969952 h 6858000"/>
              <a:gd name="connsiteX724" fmla="*/ 6032075 w 12192000"/>
              <a:gd name="connsiteY724" fmla="*/ 5973273 h 6858000"/>
              <a:gd name="connsiteX725" fmla="*/ 5113324 w 12192000"/>
              <a:gd name="connsiteY725" fmla="*/ 5202386 h 6858000"/>
              <a:gd name="connsiteX726" fmla="*/ 5121174 w 12192000"/>
              <a:gd name="connsiteY726" fmla="*/ 5202386 h 6858000"/>
              <a:gd name="connsiteX727" fmla="*/ 5546630 w 12192000"/>
              <a:gd name="connsiteY727" fmla="*/ 5969952 h 6858000"/>
              <a:gd name="connsiteX728" fmla="*/ 5540610 w 12192000"/>
              <a:gd name="connsiteY728" fmla="*/ 5973273 h 6858000"/>
              <a:gd name="connsiteX729" fmla="*/ 4621812 w 12192000"/>
              <a:gd name="connsiteY729" fmla="*/ 5202386 h 6858000"/>
              <a:gd name="connsiteX730" fmla="*/ 4629649 w 12192000"/>
              <a:gd name="connsiteY730" fmla="*/ 5202386 h 6858000"/>
              <a:gd name="connsiteX731" fmla="*/ 5055100 w 12192000"/>
              <a:gd name="connsiteY731" fmla="*/ 5969952 h 6858000"/>
              <a:gd name="connsiteX732" fmla="*/ 5049111 w 12192000"/>
              <a:gd name="connsiteY732" fmla="*/ 5973273 h 6858000"/>
              <a:gd name="connsiteX733" fmla="*/ 4130294 w 12192000"/>
              <a:gd name="connsiteY733" fmla="*/ 5202386 h 6858000"/>
              <a:gd name="connsiteX734" fmla="*/ 4138139 w 12192000"/>
              <a:gd name="connsiteY734" fmla="*/ 5202386 h 6858000"/>
              <a:gd name="connsiteX735" fmla="*/ 4563610 w 12192000"/>
              <a:gd name="connsiteY735" fmla="*/ 5969952 h 6858000"/>
              <a:gd name="connsiteX736" fmla="*/ 4557619 w 12192000"/>
              <a:gd name="connsiteY736" fmla="*/ 5973273 h 6858000"/>
              <a:gd name="connsiteX737" fmla="*/ 3638802 w 12192000"/>
              <a:gd name="connsiteY737" fmla="*/ 5202386 h 6858000"/>
              <a:gd name="connsiteX738" fmla="*/ 3646639 w 12192000"/>
              <a:gd name="connsiteY738" fmla="*/ 5202386 h 6858000"/>
              <a:gd name="connsiteX739" fmla="*/ 4072098 w 12192000"/>
              <a:gd name="connsiteY739" fmla="*/ 5969952 h 6858000"/>
              <a:gd name="connsiteX740" fmla="*/ 4066109 w 12192000"/>
              <a:gd name="connsiteY740" fmla="*/ 5973273 h 6858000"/>
              <a:gd name="connsiteX741" fmla="*/ 3147302 w 12192000"/>
              <a:gd name="connsiteY741" fmla="*/ 5202386 h 6858000"/>
              <a:gd name="connsiteX742" fmla="*/ 3155137 w 12192000"/>
              <a:gd name="connsiteY742" fmla="*/ 5202386 h 6858000"/>
              <a:gd name="connsiteX743" fmla="*/ 3580621 w 12192000"/>
              <a:gd name="connsiteY743" fmla="*/ 5969952 h 6858000"/>
              <a:gd name="connsiteX744" fmla="*/ 3574631 w 12192000"/>
              <a:gd name="connsiteY744" fmla="*/ 5973273 h 6858000"/>
              <a:gd name="connsiteX745" fmla="*/ 2655847 w 12192000"/>
              <a:gd name="connsiteY745" fmla="*/ 5202386 h 6858000"/>
              <a:gd name="connsiteX746" fmla="*/ 2663684 w 12192000"/>
              <a:gd name="connsiteY746" fmla="*/ 5202386 h 6858000"/>
              <a:gd name="connsiteX747" fmla="*/ 3089099 w 12192000"/>
              <a:gd name="connsiteY747" fmla="*/ 5969952 h 6858000"/>
              <a:gd name="connsiteX748" fmla="*/ 3083123 w 12192000"/>
              <a:gd name="connsiteY748" fmla="*/ 5973273 h 6858000"/>
              <a:gd name="connsiteX749" fmla="*/ 2164308 w 12192000"/>
              <a:gd name="connsiteY749" fmla="*/ 5202386 h 6858000"/>
              <a:gd name="connsiteX750" fmla="*/ 2172146 w 12192000"/>
              <a:gd name="connsiteY750" fmla="*/ 5202386 h 6858000"/>
              <a:gd name="connsiteX751" fmla="*/ 2597649 w 12192000"/>
              <a:gd name="connsiteY751" fmla="*/ 5969952 h 6858000"/>
              <a:gd name="connsiteX752" fmla="*/ 2591657 w 12192000"/>
              <a:gd name="connsiteY752" fmla="*/ 5973273 h 6858000"/>
              <a:gd name="connsiteX753" fmla="*/ 1672759 w 12192000"/>
              <a:gd name="connsiteY753" fmla="*/ 5202386 h 6858000"/>
              <a:gd name="connsiteX754" fmla="*/ 1680598 w 12192000"/>
              <a:gd name="connsiteY754" fmla="*/ 5202386 h 6858000"/>
              <a:gd name="connsiteX755" fmla="*/ 2106124 w 12192000"/>
              <a:gd name="connsiteY755" fmla="*/ 5969952 h 6858000"/>
              <a:gd name="connsiteX756" fmla="*/ 2100133 w 12192000"/>
              <a:gd name="connsiteY756" fmla="*/ 5973273 h 6858000"/>
              <a:gd name="connsiteX757" fmla="*/ 1181304 w 12192000"/>
              <a:gd name="connsiteY757" fmla="*/ 5202386 h 6858000"/>
              <a:gd name="connsiteX758" fmla="*/ 1189110 w 12192000"/>
              <a:gd name="connsiteY758" fmla="*/ 5202386 h 6858000"/>
              <a:gd name="connsiteX759" fmla="*/ 1614562 w 12192000"/>
              <a:gd name="connsiteY759" fmla="*/ 5969952 h 6858000"/>
              <a:gd name="connsiteX760" fmla="*/ 1608571 w 12192000"/>
              <a:gd name="connsiteY760" fmla="*/ 5973273 h 6858000"/>
              <a:gd name="connsiteX761" fmla="*/ 689833 w 12192000"/>
              <a:gd name="connsiteY761" fmla="*/ 5202386 h 6858000"/>
              <a:gd name="connsiteX762" fmla="*/ 697638 w 12192000"/>
              <a:gd name="connsiteY762" fmla="*/ 5202386 h 6858000"/>
              <a:gd name="connsiteX763" fmla="*/ 1123090 w 12192000"/>
              <a:gd name="connsiteY763" fmla="*/ 5969952 h 6858000"/>
              <a:gd name="connsiteX764" fmla="*/ 1117099 w 12192000"/>
              <a:gd name="connsiteY764" fmla="*/ 5973273 h 6858000"/>
              <a:gd name="connsiteX765" fmla="*/ 198347 w 12192000"/>
              <a:gd name="connsiteY765" fmla="*/ 5202386 h 6858000"/>
              <a:gd name="connsiteX766" fmla="*/ 206152 w 12192000"/>
              <a:gd name="connsiteY766" fmla="*/ 5202386 h 6858000"/>
              <a:gd name="connsiteX767" fmla="*/ 631638 w 12192000"/>
              <a:gd name="connsiteY767" fmla="*/ 5969952 h 6858000"/>
              <a:gd name="connsiteX768" fmla="*/ 625647 w 12192000"/>
              <a:gd name="connsiteY768" fmla="*/ 5973273 h 6858000"/>
              <a:gd name="connsiteX769" fmla="*/ 11999895 w 12192000"/>
              <a:gd name="connsiteY769" fmla="*/ 5199064 h 6858000"/>
              <a:gd name="connsiteX770" fmla="*/ 12001708 w 12192000"/>
              <a:gd name="connsiteY770" fmla="*/ 5202385 h 6858000"/>
              <a:gd name="connsiteX771" fmla="*/ 11993938 w 12192000"/>
              <a:gd name="connsiteY771" fmla="*/ 5202385 h 6858000"/>
              <a:gd name="connsiteX772" fmla="*/ 11508393 w 12192000"/>
              <a:gd name="connsiteY772" fmla="*/ 5199064 h 6858000"/>
              <a:gd name="connsiteX773" fmla="*/ 11510207 w 12192000"/>
              <a:gd name="connsiteY773" fmla="*/ 5202385 h 6858000"/>
              <a:gd name="connsiteX774" fmla="*/ 11502436 w 12192000"/>
              <a:gd name="connsiteY774" fmla="*/ 5202385 h 6858000"/>
              <a:gd name="connsiteX775" fmla="*/ 11016891 w 12192000"/>
              <a:gd name="connsiteY775" fmla="*/ 5199064 h 6858000"/>
              <a:gd name="connsiteX776" fmla="*/ 11018705 w 12192000"/>
              <a:gd name="connsiteY776" fmla="*/ 5202385 h 6858000"/>
              <a:gd name="connsiteX777" fmla="*/ 11010934 w 12192000"/>
              <a:gd name="connsiteY777" fmla="*/ 5202385 h 6858000"/>
              <a:gd name="connsiteX778" fmla="*/ 10525390 w 12192000"/>
              <a:gd name="connsiteY778" fmla="*/ 5199064 h 6858000"/>
              <a:gd name="connsiteX779" fmla="*/ 10527204 w 12192000"/>
              <a:gd name="connsiteY779" fmla="*/ 5202385 h 6858000"/>
              <a:gd name="connsiteX780" fmla="*/ 10519433 w 12192000"/>
              <a:gd name="connsiteY780" fmla="*/ 5202385 h 6858000"/>
              <a:gd name="connsiteX781" fmla="*/ 10033889 w 12192000"/>
              <a:gd name="connsiteY781" fmla="*/ 5199064 h 6858000"/>
              <a:gd name="connsiteX782" fmla="*/ 10035738 w 12192000"/>
              <a:gd name="connsiteY782" fmla="*/ 5202385 h 6858000"/>
              <a:gd name="connsiteX783" fmla="*/ 10027932 w 12192000"/>
              <a:gd name="connsiteY783" fmla="*/ 5202385 h 6858000"/>
              <a:gd name="connsiteX784" fmla="*/ 9542387 w 12192000"/>
              <a:gd name="connsiteY784" fmla="*/ 5199064 h 6858000"/>
              <a:gd name="connsiteX785" fmla="*/ 9544236 w 12192000"/>
              <a:gd name="connsiteY785" fmla="*/ 5202385 h 6858000"/>
              <a:gd name="connsiteX786" fmla="*/ 9536430 w 12192000"/>
              <a:gd name="connsiteY786" fmla="*/ 5202385 h 6858000"/>
              <a:gd name="connsiteX787" fmla="*/ 9050886 w 12192000"/>
              <a:gd name="connsiteY787" fmla="*/ 5199064 h 6858000"/>
              <a:gd name="connsiteX788" fmla="*/ 9052735 w 12192000"/>
              <a:gd name="connsiteY788" fmla="*/ 5202385 h 6858000"/>
              <a:gd name="connsiteX789" fmla="*/ 9044929 w 12192000"/>
              <a:gd name="connsiteY789" fmla="*/ 5202385 h 6858000"/>
              <a:gd name="connsiteX790" fmla="*/ 8559385 w 12192000"/>
              <a:gd name="connsiteY790" fmla="*/ 5199064 h 6858000"/>
              <a:gd name="connsiteX791" fmla="*/ 8561233 w 12192000"/>
              <a:gd name="connsiteY791" fmla="*/ 5202385 h 6858000"/>
              <a:gd name="connsiteX792" fmla="*/ 8553427 w 12192000"/>
              <a:gd name="connsiteY792" fmla="*/ 5202385 h 6858000"/>
              <a:gd name="connsiteX793" fmla="*/ 8067883 w 12192000"/>
              <a:gd name="connsiteY793" fmla="*/ 5199064 h 6858000"/>
              <a:gd name="connsiteX794" fmla="*/ 8069732 w 12192000"/>
              <a:gd name="connsiteY794" fmla="*/ 5202385 h 6858000"/>
              <a:gd name="connsiteX795" fmla="*/ 8061926 w 12192000"/>
              <a:gd name="connsiteY795" fmla="*/ 5202385 h 6858000"/>
              <a:gd name="connsiteX796" fmla="*/ 7576381 w 12192000"/>
              <a:gd name="connsiteY796" fmla="*/ 5199064 h 6858000"/>
              <a:gd name="connsiteX797" fmla="*/ 7578230 w 12192000"/>
              <a:gd name="connsiteY797" fmla="*/ 5202385 h 6858000"/>
              <a:gd name="connsiteX798" fmla="*/ 7570424 w 12192000"/>
              <a:gd name="connsiteY798" fmla="*/ 5202385 h 6858000"/>
              <a:gd name="connsiteX799" fmla="*/ 7084914 w 12192000"/>
              <a:gd name="connsiteY799" fmla="*/ 5199064 h 6858000"/>
              <a:gd name="connsiteX800" fmla="*/ 7086728 w 12192000"/>
              <a:gd name="connsiteY800" fmla="*/ 5202385 h 6858000"/>
              <a:gd name="connsiteX801" fmla="*/ 7078957 w 12192000"/>
              <a:gd name="connsiteY801" fmla="*/ 5202385 h 6858000"/>
              <a:gd name="connsiteX802" fmla="*/ 6593413 w 12192000"/>
              <a:gd name="connsiteY802" fmla="*/ 5199064 h 6858000"/>
              <a:gd name="connsiteX803" fmla="*/ 6595226 w 12192000"/>
              <a:gd name="connsiteY803" fmla="*/ 5202385 h 6858000"/>
              <a:gd name="connsiteX804" fmla="*/ 6587456 w 12192000"/>
              <a:gd name="connsiteY804" fmla="*/ 5202385 h 6858000"/>
              <a:gd name="connsiteX805" fmla="*/ 6101912 w 12192000"/>
              <a:gd name="connsiteY805" fmla="*/ 5199064 h 6858000"/>
              <a:gd name="connsiteX806" fmla="*/ 6103726 w 12192000"/>
              <a:gd name="connsiteY806" fmla="*/ 5202385 h 6858000"/>
              <a:gd name="connsiteX807" fmla="*/ 6096000 w 12192000"/>
              <a:gd name="connsiteY807" fmla="*/ 5202385 h 6858000"/>
              <a:gd name="connsiteX808" fmla="*/ 5610738 w 12192000"/>
              <a:gd name="connsiteY808" fmla="*/ 5199064 h 6858000"/>
              <a:gd name="connsiteX809" fmla="*/ 5612553 w 12192000"/>
              <a:gd name="connsiteY809" fmla="*/ 5202385 h 6858000"/>
              <a:gd name="connsiteX810" fmla="*/ 5604805 w 12192000"/>
              <a:gd name="connsiteY810" fmla="*/ 5202385 h 6858000"/>
              <a:gd name="connsiteX811" fmla="*/ 5119306 w 12192000"/>
              <a:gd name="connsiteY811" fmla="*/ 5199064 h 6858000"/>
              <a:gd name="connsiteX812" fmla="*/ 5121107 w 12192000"/>
              <a:gd name="connsiteY812" fmla="*/ 5202385 h 6858000"/>
              <a:gd name="connsiteX813" fmla="*/ 5113324 w 12192000"/>
              <a:gd name="connsiteY813" fmla="*/ 5202385 h 6858000"/>
              <a:gd name="connsiteX814" fmla="*/ 4627774 w 12192000"/>
              <a:gd name="connsiteY814" fmla="*/ 5199064 h 6858000"/>
              <a:gd name="connsiteX815" fmla="*/ 4629622 w 12192000"/>
              <a:gd name="connsiteY815" fmla="*/ 5202385 h 6858000"/>
              <a:gd name="connsiteX816" fmla="*/ 4621815 w 12192000"/>
              <a:gd name="connsiteY816" fmla="*/ 5202385 h 6858000"/>
              <a:gd name="connsiteX817" fmla="*/ 4136263 w 12192000"/>
              <a:gd name="connsiteY817" fmla="*/ 5199064 h 6858000"/>
              <a:gd name="connsiteX818" fmla="*/ 4138110 w 12192000"/>
              <a:gd name="connsiteY818" fmla="*/ 5202385 h 6858000"/>
              <a:gd name="connsiteX819" fmla="*/ 4130299 w 12192000"/>
              <a:gd name="connsiteY819" fmla="*/ 5202385 h 6858000"/>
              <a:gd name="connsiteX820" fmla="*/ 3644762 w 12192000"/>
              <a:gd name="connsiteY820" fmla="*/ 5199064 h 6858000"/>
              <a:gd name="connsiteX821" fmla="*/ 3646609 w 12192000"/>
              <a:gd name="connsiteY821" fmla="*/ 5202385 h 6858000"/>
              <a:gd name="connsiteX822" fmla="*/ 3638807 w 12192000"/>
              <a:gd name="connsiteY822" fmla="*/ 5202385 h 6858000"/>
              <a:gd name="connsiteX823" fmla="*/ 3153262 w 12192000"/>
              <a:gd name="connsiteY823" fmla="*/ 5199064 h 6858000"/>
              <a:gd name="connsiteX824" fmla="*/ 3155124 w 12192000"/>
              <a:gd name="connsiteY824" fmla="*/ 5202385 h 6858000"/>
              <a:gd name="connsiteX825" fmla="*/ 3147302 w 12192000"/>
              <a:gd name="connsiteY825" fmla="*/ 5202385 h 6858000"/>
              <a:gd name="connsiteX826" fmla="*/ 2661809 w 12192000"/>
              <a:gd name="connsiteY826" fmla="*/ 5199064 h 6858000"/>
              <a:gd name="connsiteX827" fmla="*/ 2663656 w 12192000"/>
              <a:gd name="connsiteY827" fmla="*/ 5202385 h 6858000"/>
              <a:gd name="connsiteX828" fmla="*/ 2655852 w 12192000"/>
              <a:gd name="connsiteY828" fmla="*/ 5202385 h 6858000"/>
              <a:gd name="connsiteX829" fmla="*/ 2170269 w 12192000"/>
              <a:gd name="connsiteY829" fmla="*/ 5199064 h 6858000"/>
              <a:gd name="connsiteX830" fmla="*/ 2172116 w 12192000"/>
              <a:gd name="connsiteY830" fmla="*/ 5202385 h 6858000"/>
              <a:gd name="connsiteX831" fmla="*/ 2164311 w 12192000"/>
              <a:gd name="connsiteY831" fmla="*/ 5202385 h 6858000"/>
              <a:gd name="connsiteX832" fmla="*/ 1678720 w 12192000"/>
              <a:gd name="connsiteY832" fmla="*/ 5199064 h 6858000"/>
              <a:gd name="connsiteX833" fmla="*/ 1680569 w 12192000"/>
              <a:gd name="connsiteY833" fmla="*/ 5202385 h 6858000"/>
              <a:gd name="connsiteX834" fmla="*/ 1672764 w 12192000"/>
              <a:gd name="connsiteY834" fmla="*/ 5202385 h 6858000"/>
              <a:gd name="connsiteX835" fmla="*/ 1187266 w 12192000"/>
              <a:gd name="connsiteY835" fmla="*/ 5199064 h 6858000"/>
              <a:gd name="connsiteX836" fmla="*/ 1189080 w 12192000"/>
              <a:gd name="connsiteY836" fmla="*/ 5202385 h 6858000"/>
              <a:gd name="connsiteX837" fmla="*/ 1181309 w 12192000"/>
              <a:gd name="connsiteY837" fmla="*/ 5202385 h 6858000"/>
              <a:gd name="connsiteX838" fmla="*/ 695795 w 12192000"/>
              <a:gd name="connsiteY838" fmla="*/ 5199064 h 6858000"/>
              <a:gd name="connsiteX839" fmla="*/ 697609 w 12192000"/>
              <a:gd name="connsiteY839" fmla="*/ 5202385 h 6858000"/>
              <a:gd name="connsiteX840" fmla="*/ 689838 w 12192000"/>
              <a:gd name="connsiteY840" fmla="*/ 5202385 h 6858000"/>
              <a:gd name="connsiteX841" fmla="*/ 204309 w 12192000"/>
              <a:gd name="connsiteY841" fmla="*/ 5199064 h 6858000"/>
              <a:gd name="connsiteX842" fmla="*/ 206123 w 12192000"/>
              <a:gd name="connsiteY842" fmla="*/ 5202385 h 6858000"/>
              <a:gd name="connsiteX843" fmla="*/ 198353 w 12192000"/>
              <a:gd name="connsiteY843" fmla="*/ 5202385 h 6858000"/>
              <a:gd name="connsiteX844" fmla="*/ 0 w 12192000"/>
              <a:gd name="connsiteY844" fmla="*/ 4830410 h 6858000"/>
              <a:gd name="connsiteX845" fmla="*/ 140158 w 12192000"/>
              <a:gd name="connsiteY845" fmla="*/ 5083250 h 6858000"/>
              <a:gd name="connsiteX846" fmla="*/ 134167 w 12192000"/>
              <a:gd name="connsiteY846" fmla="*/ 5086571 h 6858000"/>
              <a:gd name="connsiteX847" fmla="*/ 0 w 12192000"/>
              <a:gd name="connsiteY847" fmla="*/ 4844523 h 6858000"/>
              <a:gd name="connsiteX848" fmla="*/ 12175482 w 12192000"/>
              <a:gd name="connsiteY848" fmla="*/ 4755730 h 6858000"/>
              <a:gd name="connsiteX849" fmla="*/ 12181473 w 12192000"/>
              <a:gd name="connsiteY849" fmla="*/ 4759051 h 6858000"/>
              <a:gd name="connsiteX850" fmla="*/ 11993938 w 12192000"/>
              <a:gd name="connsiteY850" fmla="*/ 5097388 h 6858000"/>
              <a:gd name="connsiteX851" fmla="*/ 11993938 w 12192000"/>
              <a:gd name="connsiteY851" fmla="*/ 5097457 h 6858000"/>
              <a:gd name="connsiteX852" fmla="*/ 11935773 w 12192000"/>
              <a:gd name="connsiteY852" fmla="*/ 5202386 h 6858000"/>
              <a:gd name="connsiteX853" fmla="*/ 11935740 w 12192000"/>
              <a:gd name="connsiteY853" fmla="*/ 5202386 h 6858000"/>
              <a:gd name="connsiteX854" fmla="*/ 11754161 w 12192000"/>
              <a:gd name="connsiteY854" fmla="*/ 5529939 h 6858000"/>
              <a:gd name="connsiteX855" fmla="*/ 11748170 w 12192000"/>
              <a:gd name="connsiteY855" fmla="*/ 5526619 h 6858000"/>
              <a:gd name="connsiteX856" fmla="*/ 11927900 w 12192000"/>
              <a:gd name="connsiteY856" fmla="*/ 5202386 h 6858000"/>
              <a:gd name="connsiteX857" fmla="*/ 11927934 w 12192000"/>
              <a:gd name="connsiteY857" fmla="*/ 5202386 h 6858000"/>
              <a:gd name="connsiteX858" fmla="*/ 11993938 w 12192000"/>
              <a:gd name="connsiteY858" fmla="*/ 5083353 h 6858000"/>
              <a:gd name="connsiteX859" fmla="*/ 11993938 w 12192000"/>
              <a:gd name="connsiteY859" fmla="*/ 5083284 h 6858000"/>
              <a:gd name="connsiteX860" fmla="*/ 11683980 w 12192000"/>
              <a:gd name="connsiteY860" fmla="*/ 4755730 h 6858000"/>
              <a:gd name="connsiteX861" fmla="*/ 11689971 w 12192000"/>
              <a:gd name="connsiteY861" fmla="*/ 4759051 h 6858000"/>
              <a:gd name="connsiteX862" fmla="*/ 11502436 w 12192000"/>
              <a:gd name="connsiteY862" fmla="*/ 5097388 h 6858000"/>
              <a:gd name="connsiteX863" fmla="*/ 11502436 w 12192000"/>
              <a:gd name="connsiteY863" fmla="*/ 5097457 h 6858000"/>
              <a:gd name="connsiteX864" fmla="*/ 11444272 w 12192000"/>
              <a:gd name="connsiteY864" fmla="*/ 5202386 h 6858000"/>
              <a:gd name="connsiteX865" fmla="*/ 11444238 w 12192000"/>
              <a:gd name="connsiteY865" fmla="*/ 5202386 h 6858000"/>
              <a:gd name="connsiteX866" fmla="*/ 11262659 w 12192000"/>
              <a:gd name="connsiteY866" fmla="*/ 5529939 h 6858000"/>
              <a:gd name="connsiteX867" fmla="*/ 11256668 w 12192000"/>
              <a:gd name="connsiteY867" fmla="*/ 5526619 h 6858000"/>
              <a:gd name="connsiteX868" fmla="*/ 11436398 w 12192000"/>
              <a:gd name="connsiteY868" fmla="*/ 5202386 h 6858000"/>
              <a:gd name="connsiteX869" fmla="*/ 11436432 w 12192000"/>
              <a:gd name="connsiteY869" fmla="*/ 5202386 h 6858000"/>
              <a:gd name="connsiteX870" fmla="*/ 11502436 w 12192000"/>
              <a:gd name="connsiteY870" fmla="*/ 5083353 h 6858000"/>
              <a:gd name="connsiteX871" fmla="*/ 11502436 w 12192000"/>
              <a:gd name="connsiteY871" fmla="*/ 5083284 h 6858000"/>
              <a:gd name="connsiteX872" fmla="*/ 11192478 w 12192000"/>
              <a:gd name="connsiteY872" fmla="*/ 4755730 h 6858000"/>
              <a:gd name="connsiteX873" fmla="*/ 11198469 w 12192000"/>
              <a:gd name="connsiteY873" fmla="*/ 4759051 h 6858000"/>
              <a:gd name="connsiteX874" fmla="*/ 11010934 w 12192000"/>
              <a:gd name="connsiteY874" fmla="*/ 5097388 h 6858000"/>
              <a:gd name="connsiteX875" fmla="*/ 11010934 w 12192000"/>
              <a:gd name="connsiteY875" fmla="*/ 5097457 h 6858000"/>
              <a:gd name="connsiteX876" fmla="*/ 10952770 w 12192000"/>
              <a:gd name="connsiteY876" fmla="*/ 5202386 h 6858000"/>
              <a:gd name="connsiteX877" fmla="*/ 10952736 w 12192000"/>
              <a:gd name="connsiteY877" fmla="*/ 5202386 h 6858000"/>
              <a:gd name="connsiteX878" fmla="*/ 10771157 w 12192000"/>
              <a:gd name="connsiteY878" fmla="*/ 5529939 h 6858000"/>
              <a:gd name="connsiteX879" fmla="*/ 10765166 w 12192000"/>
              <a:gd name="connsiteY879" fmla="*/ 5526619 h 6858000"/>
              <a:gd name="connsiteX880" fmla="*/ 10944896 w 12192000"/>
              <a:gd name="connsiteY880" fmla="*/ 5202386 h 6858000"/>
              <a:gd name="connsiteX881" fmla="*/ 10944930 w 12192000"/>
              <a:gd name="connsiteY881" fmla="*/ 5202386 h 6858000"/>
              <a:gd name="connsiteX882" fmla="*/ 11010934 w 12192000"/>
              <a:gd name="connsiteY882" fmla="*/ 5083353 h 6858000"/>
              <a:gd name="connsiteX883" fmla="*/ 11010934 w 12192000"/>
              <a:gd name="connsiteY883" fmla="*/ 5083284 h 6858000"/>
              <a:gd name="connsiteX884" fmla="*/ 10700977 w 12192000"/>
              <a:gd name="connsiteY884" fmla="*/ 4755730 h 6858000"/>
              <a:gd name="connsiteX885" fmla="*/ 10706968 w 12192000"/>
              <a:gd name="connsiteY885" fmla="*/ 4759051 h 6858000"/>
              <a:gd name="connsiteX886" fmla="*/ 10519433 w 12192000"/>
              <a:gd name="connsiteY886" fmla="*/ 5097388 h 6858000"/>
              <a:gd name="connsiteX887" fmla="*/ 10519433 w 12192000"/>
              <a:gd name="connsiteY887" fmla="*/ 5097457 h 6858000"/>
              <a:gd name="connsiteX888" fmla="*/ 10461269 w 12192000"/>
              <a:gd name="connsiteY888" fmla="*/ 5202386 h 6858000"/>
              <a:gd name="connsiteX889" fmla="*/ 10461234 w 12192000"/>
              <a:gd name="connsiteY889" fmla="*/ 5202386 h 6858000"/>
              <a:gd name="connsiteX890" fmla="*/ 10279657 w 12192000"/>
              <a:gd name="connsiteY890" fmla="*/ 5529939 h 6858000"/>
              <a:gd name="connsiteX891" fmla="*/ 10273699 w 12192000"/>
              <a:gd name="connsiteY891" fmla="*/ 5526619 h 6858000"/>
              <a:gd name="connsiteX892" fmla="*/ 10453395 w 12192000"/>
              <a:gd name="connsiteY892" fmla="*/ 5202386 h 6858000"/>
              <a:gd name="connsiteX893" fmla="*/ 10453429 w 12192000"/>
              <a:gd name="connsiteY893" fmla="*/ 5202386 h 6858000"/>
              <a:gd name="connsiteX894" fmla="*/ 10519433 w 12192000"/>
              <a:gd name="connsiteY894" fmla="*/ 5083353 h 6858000"/>
              <a:gd name="connsiteX895" fmla="*/ 10519433 w 12192000"/>
              <a:gd name="connsiteY895" fmla="*/ 5083284 h 6858000"/>
              <a:gd name="connsiteX896" fmla="*/ 10209476 w 12192000"/>
              <a:gd name="connsiteY896" fmla="*/ 4755730 h 6858000"/>
              <a:gd name="connsiteX897" fmla="*/ 10215467 w 12192000"/>
              <a:gd name="connsiteY897" fmla="*/ 4759051 h 6858000"/>
              <a:gd name="connsiteX898" fmla="*/ 10027932 w 12192000"/>
              <a:gd name="connsiteY898" fmla="*/ 5097388 h 6858000"/>
              <a:gd name="connsiteX899" fmla="*/ 10027932 w 12192000"/>
              <a:gd name="connsiteY899" fmla="*/ 5097457 h 6858000"/>
              <a:gd name="connsiteX900" fmla="*/ 9969768 w 12192000"/>
              <a:gd name="connsiteY900" fmla="*/ 5202386 h 6858000"/>
              <a:gd name="connsiteX901" fmla="*/ 9969733 w 12192000"/>
              <a:gd name="connsiteY901" fmla="*/ 5202386 h 6858000"/>
              <a:gd name="connsiteX902" fmla="*/ 9788189 w 12192000"/>
              <a:gd name="connsiteY902" fmla="*/ 5529939 h 6858000"/>
              <a:gd name="connsiteX903" fmla="*/ 9782198 w 12192000"/>
              <a:gd name="connsiteY903" fmla="*/ 5526619 h 6858000"/>
              <a:gd name="connsiteX904" fmla="*/ 9961894 w 12192000"/>
              <a:gd name="connsiteY904" fmla="*/ 5202386 h 6858000"/>
              <a:gd name="connsiteX905" fmla="*/ 9961962 w 12192000"/>
              <a:gd name="connsiteY905" fmla="*/ 5202386 h 6858000"/>
              <a:gd name="connsiteX906" fmla="*/ 10027932 w 12192000"/>
              <a:gd name="connsiteY906" fmla="*/ 5083353 h 6858000"/>
              <a:gd name="connsiteX907" fmla="*/ 10027932 w 12192000"/>
              <a:gd name="connsiteY907" fmla="*/ 5083284 h 6858000"/>
              <a:gd name="connsiteX908" fmla="*/ 9718009 w 12192000"/>
              <a:gd name="connsiteY908" fmla="*/ 4755730 h 6858000"/>
              <a:gd name="connsiteX909" fmla="*/ 9723965 w 12192000"/>
              <a:gd name="connsiteY909" fmla="*/ 4759051 h 6858000"/>
              <a:gd name="connsiteX910" fmla="*/ 9536431 w 12192000"/>
              <a:gd name="connsiteY910" fmla="*/ 5097386 h 6858000"/>
              <a:gd name="connsiteX911" fmla="*/ 9536431 w 12192000"/>
              <a:gd name="connsiteY911" fmla="*/ 5097457 h 6858000"/>
              <a:gd name="connsiteX912" fmla="*/ 9478267 w 12192000"/>
              <a:gd name="connsiteY912" fmla="*/ 5202386 h 6858000"/>
              <a:gd name="connsiteX913" fmla="*/ 9478231 w 12192000"/>
              <a:gd name="connsiteY913" fmla="*/ 5202386 h 6858000"/>
              <a:gd name="connsiteX914" fmla="*/ 9296687 w 12192000"/>
              <a:gd name="connsiteY914" fmla="*/ 5529939 h 6858000"/>
              <a:gd name="connsiteX915" fmla="*/ 9290696 w 12192000"/>
              <a:gd name="connsiteY915" fmla="*/ 5526619 h 6858000"/>
              <a:gd name="connsiteX916" fmla="*/ 9470426 w 12192000"/>
              <a:gd name="connsiteY916" fmla="*/ 5202386 h 6858000"/>
              <a:gd name="connsiteX917" fmla="*/ 9470461 w 12192000"/>
              <a:gd name="connsiteY917" fmla="*/ 5202386 h 6858000"/>
              <a:gd name="connsiteX918" fmla="*/ 9536430 w 12192000"/>
              <a:gd name="connsiteY918" fmla="*/ 5083355 h 6858000"/>
              <a:gd name="connsiteX919" fmla="*/ 9536430 w 12192000"/>
              <a:gd name="connsiteY919" fmla="*/ 5083284 h 6858000"/>
              <a:gd name="connsiteX920" fmla="*/ 9226508 w 12192000"/>
              <a:gd name="connsiteY920" fmla="*/ 4755730 h 6858000"/>
              <a:gd name="connsiteX921" fmla="*/ 9232499 w 12192000"/>
              <a:gd name="connsiteY921" fmla="*/ 4759051 h 6858000"/>
              <a:gd name="connsiteX922" fmla="*/ 9044929 w 12192000"/>
              <a:gd name="connsiteY922" fmla="*/ 5097388 h 6858000"/>
              <a:gd name="connsiteX923" fmla="*/ 9044929 w 12192000"/>
              <a:gd name="connsiteY923" fmla="*/ 5097457 h 6858000"/>
              <a:gd name="connsiteX924" fmla="*/ 8986765 w 12192000"/>
              <a:gd name="connsiteY924" fmla="*/ 5202386 h 6858000"/>
              <a:gd name="connsiteX925" fmla="*/ 8986730 w 12192000"/>
              <a:gd name="connsiteY925" fmla="*/ 5202386 h 6858000"/>
              <a:gd name="connsiteX926" fmla="*/ 8805186 w 12192000"/>
              <a:gd name="connsiteY926" fmla="*/ 5529939 h 6858000"/>
              <a:gd name="connsiteX927" fmla="*/ 8799195 w 12192000"/>
              <a:gd name="connsiteY927" fmla="*/ 5526619 h 6858000"/>
              <a:gd name="connsiteX928" fmla="*/ 8978925 w 12192000"/>
              <a:gd name="connsiteY928" fmla="*/ 5202386 h 6858000"/>
              <a:gd name="connsiteX929" fmla="*/ 8978959 w 12192000"/>
              <a:gd name="connsiteY929" fmla="*/ 5202386 h 6858000"/>
              <a:gd name="connsiteX930" fmla="*/ 9044929 w 12192000"/>
              <a:gd name="connsiteY930" fmla="*/ 5083353 h 6858000"/>
              <a:gd name="connsiteX931" fmla="*/ 9044929 w 12192000"/>
              <a:gd name="connsiteY931" fmla="*/ 5083284 h 6858000"/>
              <a:gd name="connsiteX932" fmla="*/ 8735006 w 12192000"/>
              <a:gd name="connsiteY932" fmla="*/ 4755730 h 6858000"/>
              <a:gd name="connsiteX933" fmla="*/ 8740997 w 12192000"/>
              <a:gd name="connsiteY933" fmla="*/ 4759051 h 6858000"/>
              <a:gd name="connsiteX934" fmla="*/ 8553427 w 12192000"/>
              <a:gd name="connsiteY934" fmla="*/ 5097388 h 6858000"/>
              <a:gd name="connsiteX935" fmla="*/ 8553427 w 12192000"/>
              <a:gd name="connsiteY935" fmla="*/ 5097457 h 6858000"/>
              <a:gd name="connsiteX936" fmla="*/ 8495263 w 12192000"/>
              <a:gd name="connsiteY936" fmla="*/ 5202386 h 6858000"/>
              <a:gd name="connsiteX937" fmla="*/ 8495229 w 12192000"/>
              <a:gd name="connsiteY937" fmla="*/ 5202386 h 6858000"/>
              <a:gd name="connsiteX938" fmla="*/ 8313685 w 12192000"/>
              <a:gd name="connsiteY938" fmla="*/ 5529939 h 6858000"/>
              <a:gd name="connsiteX939" fmla="*/ 8307694 w 12192000"/>
              <a:gd name="connsiteY939" fmla="*/ 5526619 h 6858000"/>
              <a:gd name="connsiteX940" fmla="*/ 8487424 w 12192000"/>
              <a:gd name="connsiteY940" fmla="*/ 5202386 h 6858000"/>
              <a:gd name="connsiteX941" fmla="*/ 8487458 w 12192000"/>
              <a:gd name="connsiteY941" fmla="*/ 5202386 h 6858000"/>
              <a:gd name="connsiteX942" fmla="*/ 8553427 w 12192000"/>
              <a:gd name="connsiteY942" fmla="*/ 5083353 h 6858000"/>
              <a:gd name="connsiteX943" fmla="*/ 8553427 w 12192000"/>
              <a:gd name="connsiteY943" fmla="*/ 5083284 h 6858000"/>
              <a:gd name="connsiteX944" fmla="*/ 8243505 w 12192000"/>
              <a:gd name="connsiteY944" fmla="*/ 4755730 h 6858000"/>
              <a:gd name="connsiteX945" fmla="*/ 8249496 w 12192000"/>
              <a:gd name="connsiteY945" fmla="*/ 4759051 h 6858000"/>
              <a:gd name="connsiteX946" fmla="*/ 8061927 w 12192000"/>
              <a:gd name="connsiteY946" fmla="*/ 5097386 h 6858000"/>
              <a:gd name="connsiteX947" fmla="*/ 8061927 w 12192000"/>
              <a:gd name="connsiteY947" fmla="*/ 5097457 h 6858000"/>
              <a:gd name="connsiteX948" fmla="*/ 8003797 w 12192000"/>
              <a:gd name="connsiteY948" fmla="*/ 5202386 h 6858000"/>
              <a:gd name="connsiteX949" fmla="*/ 8003727 w 12192000"/>
              <a:gd name="connsiteY949" fmla="*/ 5202386 h 6858000"/>
              <a:gd name="connsiteX950" fmla="*/ 7822183 w 12192000"/>
              <a:gd name="connsiteY950" fmla="*/ 5529939 h 6858000"/>
              <a:gd name="connsiteX951" fmla="*/ 7816192 w 12192000"/>
              <a:gd name="connsiteY951" fmla="*/ 5526619 h 6858000"/>
              <a:gd name="connsiteX952" fmla="*/ 7995922 w 12192000"/>
              <a:gd name="connsiteY952" fmla="*/ 5202386 h 6858000"/>
              <a:gd name="connsiteX953" fmla="*/ 7995957 w 12192000"/>
              <a:gd name="connsiteY953" fmla="*/ 5202386 h 6858000"/>
              <a:gd name="connsiteX954" fmla="*/ 8061926 w 12192000"/>
              <a:gd name="connsiteY954" fmla="*/ 5083355 h 6858000"/>
              <a:gd name="connsiteX955" fmla="*/ 8061926 w 12192000"/>
              <a:gd name="connsiteY955" fmla="*/ 5083284 h 6858000"/>
              <a:gd name="connsiteX956" fmla="*/ 7752003 w 12192000"/>
              <a:gd name="connsiteY956" fmla="*/ 4755730 h 6858000"/>
              <a:gd name="connsiteX957" fmla="*/ 7757994 w 12192000"/>
              <a:gd name="connsiteY957" fmla="*/ 4759051 h 6858000"/>
              <a:gd name="connsiteX958" fmla="*/ 7570425 w 12192000"/>
              <a:gd name="connsiteY958" fmla="*/ 5097386 h 6858000"/>
              <a:gd name="connsiteX959" fmla="*/ 7570425 w 12192000"/>
              <a:gd name="connsiteY959" fmla="*/ 5097457 h 6858000"/>
              <a:gd name="connsiteX960" fmla="*/ 7512295 w 12192000"/>
              <a:gd name="connsiteY960" fmla="*/ 5202386 h 6858000"/>
              <a:gd name="connsiteX961" fmla="*/ 7512261 w 12192000"/>
              <a:gd name="connsiteY961" fmla="*/ 5202386 h 6858000"/>
              <a:gd name="connsiteX962" fmla="*/ 7330682 w 12192000"/>
              <a:gd name="connsiteY962" fmla="*/ 5529939 h 6858000"/>
              <a:gd name="connsiteX963" fmla="*/ 7324691 w 12192000"/>
              <a:gd name="connsiteY963" fmla="*/ 5526619 h 6858000"/>
              <a:gd name="connsiteX964" fmla="*/ 7504421 w 12192000"/>
              <a:gd name="connsiteY964" fmla="*/ 5202386 h 6858000"/>
              <a:gd name="connsiteX965" fmla="*/ 7504455 w 12192000"/>
              <a:gd name="connsiteY965" fmla="*/ 5202386 h 6858000"/>
              <a:gd name="connsiteX966" fmla="*/ 7570424 w 12192000"/>
              <a:gd name="connsiteY966" fmla="*/ 5083354 h 6858000"/>
              <a:gd name="connsiteX967" fmla="*/ 7570424 w 12192000"/>
              <a:gd name="connsiteY967" fmla="*/ 5083284 h 6858000"/>
              <a:gd name="connsiteX968" fmla="*/ 7260501 w 12192000"/>
              <a:gd name="connsiteY968" fmla="*/ 4755730 h 6858000"/>
              <a:gd name="connsiteX969" fmla="*/ 7266492 w 12192000"/>
              <a:gd name="connsiteY969" fmla="*/ 4759051 h 6858000"/>
              <a:gd name="connsiteX970" fmla="*/ 7078957 w 12192000"/>
              <a:gd name="connsiteY970" fmla="*/ 5097388 h 6858000"/>
              <a:gd name="connsiteX971" fmla="*/ 7078957 w 12192000"/>
              <a:gd name="connsiteY971" fmla="*/ 5097457 h 6858000"/>
              <a:gd name="connsiteX972" fmla="*/ 7020793 w 12192000"/>
              <a:gd name="connsiteY972" fmla="*/ 5202386 h 6858000"/>
              <a:gd name="connsiteX973" fmla="*/ 7020759 w 12192000"/>
              <a:gd name="connsiteY973" fmla="*/ 5202386 h 6858000"/>
              <a:gd name="connsiteX974" fmla="*/ 6839180 w 12192000"/>
              <a:gd name="connsiteY974" fmla="*/ 5529939 h 6858000"/>
              <a:gd name="connsiteX975" fmla="*/ 6833189 w 12192000"/>
              <a:gd name="connsiteY975" fmla="*/ 5526619 h 6858000"/>
              <a:gd name="connsiteX976" fmla="*/ 7012919 w 12192000"/>
              <a:gd name="connsiteY976" fmla="*/ 5202386 h 6858000"/>
              <a:gd name="connsiteX977" fmla="*/ 7012953 w 12192000"/>
              <a:gd name="connsiteY977" fmla="*/ 5202386 h 6858000"/>
              <a:gd name="connsiteX978" fmla="*/ 7078957 w 12192000"/>
              <a:gd name="connsiteY978" fmla="*/ 5083353 h 6858000"/>
              <a:gd name="connsiteX979" fmla="*/ 7078957 w 12192000"/>
              <a:gd name="connsiteY979" fmla="*/ 5083284 h 6858000"/>
              <a:gd name="connsiteX980" fmla="*/ 6769000 w 12192000"/>
              <a:gd name="connsiteY980" fmla="*/ 4755730 h 6858000"/>
              <a:gd name="connsiteX981" fmla="*/ 6774991 w 12192000"/>
              <a:gd name="connsiteY981" fmla="*/ 4759051 h 6858000"/>
              <a:gd name="connsiteX982" fmla="*/ 6587456 w 12192000"/>
              <a:gd name="connsiteY982" fmla="*/ 5097388 h 6858000"/>
              <a:gd name="connsiteX983" fmla="*/ 6587456 w 12192000"/>
              <a:gd name="connsiteY983" fmla="*/ 5097457 h 6858000"/>
              <a:gd name="connsiteX984" fmla="*/ 6529292 w 12192000"/>
              <a:gd name="connsiteY984" fmla="*/ 5202386 h 6858000"/>
              <a:gd name="connsiteX985" fmla="*/ 6529258 w 12192000"/>
              <a:gd name="connsiteY985" fmla="*/ 5202386 h 6858000"/>
              <a:gd name="connsiteX986" fmla="*/ 6347679 w 12192000"/>
              <a:gd name="connsiteY986" fmla="*/ 5529939 h 6858000"/>
              <a:gd name="connsiteX987" fmla="*/ 6341688 w 12192000"/>
              <a:gd name="connsiteY987" fmla="*/ 5526619 h 6858000"/>
              <a:gd name="connsiteX988" fmla="*/ 6521418 w 12192000"/>
              <a:gd name="connsiteY988" fmla="*/ 5202386 h 6858000"/>
              <a:gd name="connsiteX989" fmla="*/ 6521452 w 12192000"/>
              <a:gd name="connsiteY989" fmla="*/ 5202386 h 6858000"/>
              <a:gd name="connsiteX990" fmla="*/ 6587456 w 12192000"/>
              <a:gd name="connsiteY990" fmla="*/ 5083353 h 6858000"/>
              <a:gd name="connsiteX991" fmla="*/ 6587456 w 12192000"/>
              <a:gd name="connsiteY991" fmla="*/ 5083284 h 6858000"/>
              <a:gd name="connsiteX992" fmla="*/ 6277499 w 12192000"/>
              <a:gd name="connsiteY992" fmla="*/ 4755730 h 6858000"/>
              <a:gd name="connsiteX993" fmla="*/ 6283490 w 12192000"/>
              <a:gd name="connsiteY993" fmla="*/ 4759051 h 6858000"/>
              <a:gd name="connsiteX994" fmla="*/ 6096000 w 12192000"/>
              <a:gd name="connsiteY994" fmla="*/ 5097366 h 6858000"/>
              <a:gd name="connsiteX995" fmla="*/ 6096000 w 12192000"/>
              <a:gd name="connsiteY995" fmla="*/ 5097457 h 6858000"/>
              <a:gd name="connsiteX996" fmla="*/ 6038084 w 12192000"/>
              <a:gd name="connsiteY996" fmla="*/ 5202386 h 6858000"/>
              <a:gd name="connsiteX997" fmla="*/ 6038046 w 12192000"/>
              <a:gd name="connsiteY997" fmla="*/ 5202386 h 6858000"/>
              <a:gd name="connsiteX998" fmla="*/ 5856506 w 12192000"/>
              <a:gd name="connsiteY998" fmla="*/ 5529939 h 6858000"/>
              <a:gd name="connsiteX999" fmla="*/ 5850513 w 12192000"/>
              <a:gd name="connsiteY999" fmla="*/ 5526619 h 6858000"/>
              <a:gd name="connsiteX1000" fmla="*/ 6030243 w 12192000"/>
              <a:gd name="connsiteY1000" fmla="*/ 5202386 h 6858000"/>
              <a:gd name="connsiteX1001" fmla="*/ 6030278 w 12192000"/>
              <a:gd name="connsiteY1001" fmla="*/ 5202386 h 6858000"/>
              <a:gd name="connsiteX1002" fmla="*/ 6096000 w 12192000"/>
              <a:gd name="connsiteY1002" fmla="*/ 5083375 h 6858000"/>
              <a:gd name="connsiteX1003" fmla="*/ 6096000 w 12192000"/>
              <a:gd name="connsiteY1003" fmla="*/ 5083284 h 6858000"/>
              <a:gd name="connsiteX1004" fmla="*/ 5786335 w 12192000"/>
              <a:gd name="connsiteY1004" fmla="*/ 4755730 h 6858000"/>
              <a:gd name="connsiteX1005" fmla="*/ 5792320 w 12192000"/>
              <a:gd name="connsiteY1005" fmla="*/ 4759051 h 6858000"/>
              <a:gd name="connsiteX1006" fmla="*/ 5604805 w 12192000"/>
              <a:gd name="connsiteY1006" fmla="*/ 5097387 h 6858000"/>
              <a:gd name="connsiteX1007" fmla="*/ 5604805 w 12192000"/>
              <a:gd name="connsiteY1007" fmla="*/ 5097457 h 6858000"/>
              <a:gd name="connsiteX1008" fmla="*/ 5546672 w 12192000"/>
              <a:gd name="connsiteY1008" fmla="*/ 5202386 h 6858000"/>
              <a:gd name="connsiteX1009" fmla="*/ 5546630 w 12192000"/>
              <a:gd name="connsiteY1009" fmla="*/ 5202386 h 6858000"/>
              <a:gd name="connsiteX1010" fmla="*/ 5365084 w 12192000"/>
              <a:gd name="connsiteY1010" fmla="*/ 5529939 h 6858000"/>
              <a:gd name="connsiteX1011" fmla="*/ 5359090 w 12192000"/>
              <a:gd name="connsiteY1011" fmla="*/ 5526619 h 6858000"/>
              <a:gd name="connsiteX1012" fmla="*/ 5538753 w 12192000"/>
              <a:gd name="connsiteY1012" fmla="*/ 5202386 h 6858000"/>
              <a:gd name="connsiteX1013" fmla="*/ 5538788 w 12192000"/>
              <a:gd name="connsiteY1013" fmla="*/ 5202386 h 6858000"/>
              <a:gd name="connsiteX1014" fmla="*/ 5604805 w 12192000"/>
              <a:gd name="connsiteY1014" fmla="*/ 5083354 h 6858000"/>
              <a:gd name="connsiteX1015" fmla="*/ 5604805 w 12192000"/>
              <a:gd name="connsiteY1015" fmla="*/ 5083284 h 6858000"/>
              <a:gd name="connsiteX1016" fmla="*/ 5294803 w 12192000"/>
              <a:gd name="connsiteY1016" fmla="*/ 4755730 h 6858000"/>
              <a:gd name="connsiteX1017" fmla="*/ 5300784 w 12192000"/>
              <a:gd name="connsiteY1017" fmla="*/ 4759051 h 6858000"/>
              <a:gd name="connsiteX1018" fmla="*/ 5113324 w 12192000"/>
              <a:gd name="connsiteY1018" fmla="*/ 5097386 h 6858000"/>
              <a:gd name="connsiteX1019" fmla="*/ 5113324 w 12192000"/>
              <a:gd name="connsiteY1019" fmla="*/ 5097457 h 6858000"/>
              <a:gd name="connsiteX1020" fmla="*/ 5055143 w 12192000"/>
              <a:gd name="connsiteY1020" fmla="*/ 5202386 h 6858000"/>
              <a:gd name="connsiteX1021" fmla="*/ 5055102 w 12192000"/>
              <a:gd name="connsiteY1021" fmla="*/ 5202386 h 6858000"/>
              <a:gd name="connsiteX1022" fmla="*/ 4873549 w 12192000"/>
              <a:gd name="connsiteY1022" fmla="*/ 5529939 h 6858000"/>
              <a:gd name="connsiteX1023" fmla="*/ 4867558 w 12192000"/>
              <a:gd name="connsiteY1023" fmla="*/ 5526619 h 6858000"/>
              <a:gd name="connsiteX1024" fmla="*/ 5047261 w 12192000"/>
              <a:gd name="connsiteY1024" fmla="*/ 5202386 h 6858000"/>
              <a:gd name="connsiteX1025" fmla="*/ 5047305 w 12192000"/>
              <a:gd name="connsiteY1025" fmla="*/ 5202386 h 6858000"/>
              <a:gd name="connsiteX1026" fmla="*/ 5113324 w 12192000"/>
              <a:gd name="connsiteY1026" fmla="*/ 5083354 h 6858000"/>
              <a:gd name="connsiteX1027" fmla="*/ 5113324 w 12192000"/>
              <a:gd name="connsiteY1027" fmla="*/ 5083284 h 6858000"/>
              <a:gd name="connsiteX1028" fmla="*/ 4803361 w 12192000"/>
              <a:gd name="connsiteY1028" fmla="*/ 4755730 h 6858000"/>
              <a:gd name="connsiteX1029" fmla="*/ 4809345 w 12192000"/>
              <a:gd name="connsiteY1029" fmla="*/ 4759051 h 6858000"/>
              <a:gd name="connsiteX1030" fmla="*/ 4621816 w 12192000"/>
              <a:gd name="connsiteY1030" fmla="*/ 5097387 h 6858000"/>
              <a:gd name="connsiteX1031" fmla="*/ 4621816 w 12192000"/>
              <a:gd name="connsiteY1031" fmla="*/ 5097457 h 6858000"/>
              <a:gd name="connsiteX1032" fmla="*/ 4563650 w 12192000"/>
              <a:gd name="connsiteY1032" fmla="*/ 5202386 h 6858000"/>
              <a:gd name="connsiteX1033" fmla="*/ 4563610 w 12192000"/>
              <a:gd name="connsiteY1033" fmla="*/ 5202386 h 6858000"/>
              <a:gd name="connsiteX1034" fmla="*/ 4382020 w 12192000"/>
              <a:gd name="connsiteY1034" fmla="*/ 5529939 h 6858000"/>
              <a:gd name="connsiteX1035" fmla="*/ 4376059 w 12192000"/>
              <a:gd name="connsiteY1035" fmla="*/ 5526619 h 6858000"/>
              <a:gd name="connsiteX1036" fmla="*/ 4555769 w 12192000"/>
              <a:gd name="connsiteY1036" fmla="*/ 5202386 h 6858000"/>
              <a:gd name="connsiteX1037" fmla="*/ 4555809 w 12192000"/>
              <a:gd name="connsiteY1037" fmla="*/ 5202386 h 6858000"/>
              <a:gd name="connsiteX1038" fmla="*/ 4621816 w 12192000"/>
              <a:gd name="connsiteY1038" fmla="*/ 5083354 h 6858000"/>
              <a:gd name="connsiteX1039" fmla="*/ 4621816 w 12192000"/>
              <a:gd name="connsiteY1039" fmla="*/ 5083284 h 6858000"/>
              <a:gd name="connsiteX1040" fmla="*/ 4311838 w 12192000"/>
              <a:gd name="connsiteY1040" fmla="*/ 4755730 h 6858000"/>
              <a:gd name="connsiteX1041" fmla="*/ 4317831 w 12192000"/>
              <a:gd name="connsiteY1041" fmla="*/ 4759051 h 6858000"/>
              <a:gd name="connsiteX1042" fmla="*/ 4130302 w 12192000"/>
              <a:gd name="connsiteY1042" fmla="*/ 5097386 h 6858000"/>
              <a:gd name="connsiteX1043" fmla="*/ 4130302 w 12192000"/>
              <a:gd name="connsiteY1043" fmla="*/ 5097457 h 6858000"/>
              <a:gd name="connsiteX1044" fmla="*/ 4072139 w 12192000"/>
              <a:gd name="connsiteY1044" fmla="*/ 5202386 h 6858000"/>
              <a:gd name="connsiteX1045" fmla="*/ 4072098 w 12192000"/>
              <a:gd name="connsiteY1045" fmla="*/ 5202386 h 6858000"/>
              <a:gd name="connsiteX1046" fmla="*/ 3890566 w 12192000"/>
              <a:gd name="connsiteY1046" fmla="*/ 5529939 h 6858000"/>
              <a:gd name="connsiteX1047" fmla="*/ 3884576 w 12192000"/>
              <a:gd name="connsiteY1047" fmla="*/ 5526619 h 6858000"/>
              <a:gd name="connsiteX1048" fmla="*/ 4064262 w 12192000"/>
              <a:gd name="connsiteY1048" fmla="*/ 5202386 h 6858000"/>
              <a:gd name="connsiteX1049" fmla="*/ 4064335 w 12192000"/>
              <a:gd name="connsiteY1049" fmla="*/ 5202386 h 6858000"/>
              <a:gd name="connsiteX1050" fmla="*/ 4130300 w 12192000"/>
              <a:gd name="connsiteY1050" fmla="*/ 5083355 h 6858000"/>
              <a:gd name="connsiteX1051" fmla="*/ 4130300 w 12192000"/>
              <a:gd name="connsiteY1051" fmla="*/ 5083284 h 6858000"/>
              <a:gd name="connsiteX1052" fmla="*/ 3820389 w 12192000"/>
              <a:gd name="connsiteY1052" fmla="*/ 4755730 h 6858000"/>
              <a:gd name="connsiteX1053" fmla="*/ 3826344 w 12192000"/>
              <a:gd name="connsiteY1053" fmla="*/ 4759051 h 6858000"/>
              <a:gd name="connsiteX1054" fmla="*/ 3638826 w 12192000"/>
              <a:gd name="connsiteY1054" fmla="*/ 5097356 h 6858000"/>
              <a:gd name="connsiteX1055" fmla="*/ 3638826 w 12192000"/>
              <a:gd name="connsiteY1055" fmla="*/ 5097457 h 6858000"/>
              <a:gd name="connsiteX1056" fmla="*/ 3580659 w 12192000"/>
              <a:gd name="connsiteY1056" fmla="*/ 5202386 h 6858000"/>
              <a:gd name="connsiteX1057" fmla="*/ 3580621 w 12192000"/>
              <a:gd name="connsiteY1057" fmla="*/ 5202386 h 6858000"/>
              <a:gd name="connsiteX1058" fmla="*/ 3399095 w 12192000"/>
              <a:gd name="connsiteY1058" fmla="*/ 5529939 h 6858000"/>
              <a:gd name="connsiteX1059" fmla="*/ 3393104 w 12192000"/>
              <a:gd name="connsiteY1059" fmla="*/ 5526619 h 6858000"/>
              <a:gd name="connsiteX1060" fmla="*/ 3572817 w 12192000"/>
              <a:gd name="connsiteY1060" fmla="*/ 5202386 h 6858000"/>
              <a:gd name="connsiteX1061" fmla="*/ 3572859 w 12192000"/>
              <a:gd name="connsiteY1061" fmla="*/ 5202386 h 6858000"/>
              <a:gd name="connsiteX1062" fmla="*/ 3638809 w 12192000"/>
              <a:gd name="connsiteY1062" fmla="*/ 5083385 h 6858000"/>
              <a:gd name="connsiteX1063" fmla="*/ 3638809 w 12192000"/>
              <a:gd name="connsiteY1063" fmla="*/ 5083284 h 6858000"/>
              <a:gd name="connsiteX1064" fmla="*/ 3328932 w 12192000"/>
              <a:gd name="connsiteY1064" fmla="*/ 4755730 h 6858000"/>
              <a:gd name="connsiteX1065" fmla="*/ 3334921 w 12192000"/>
              <a:gd name="connsiteY1065" fmla="*/ 4759051 h 6858000"/>
              <a:gd name="connsiteX1066" fmla="*/ 3147308 w 12192000"/>
              <a:gd name="connsiteY1066" fmla="*/ 5097386 h 6858000"/>
              <a:gd name="connsiteX1067" fmla="*/ 3147308 w 12192000"/>
              <a:gd name="connsiteY1067" fmla="*/ 5097457 h 6858000"/>
              <a:gd name="connsiteX1068" fmla="*/ 3089140 w 12192000"/>
              <a:gd name="connsiteY1068" fmla="*/ 5202386 h 6858000"/>
              <a:gd name="connsiteX1069" fmla="*/ 3089099 w 12192000"/>
              <a:gd name="connsiteY1069" fmla="*/ 5202386 h 6858000"/>
              <a:gd name="connsiteX1070" fmla="*/ 2907562 w 12192000"/>
              <a:gd name="connsiteY1070" fmla="*/ 5529939 h 6858000"/>
              <a:gd name="connsiteX1071" fmla="*/ 2901573 w 12192000"/>
              <a:gd name="connsiteY1071" fmla="*/ 5526619 h 6858000"/>
              <a:gd name="connsiteX1072" fmla="*/ 3081310 w 12192000"/>
              <a:gd name="connsiteY1072" fmla="*/ 5202386 h 6858000"/>
              <a:gd name="connsiteX1073" fmla="*/ 3081349 w 12192000"/>
              <a:gd name="connsiteY1073" fmla="*/ 5202386 h 6858000"/>
              <a:gd name="connsiteX1074" fmla="*/ 3147308 w 12192000"/>
              <a:gd name="connsiteY1074" fmla="*/ 5083355 h 6858000"/>
              <a:gd name="connsiteX1075" fmla="*/ 3147308 w 12192000"/>
              <a:gd name="connsiteY1075" fmla="*/ 5083284 h 6858000"/>
              <a:gd name="connsiteX1076" fmla="*/ 2837393 w 12192000"/>
              <a:gd name="connsiteY1076" fmla="*/ 4755730 h 6858000"/>
              <a:gd name="connsiteX1077" fmla="*/ 2843384 w 12192000"/>
              <a:gd name="connsiteY1077" fmla="*/ 4759051 h 6858000"/>
              <a:gd name="connsiteX1078" fmla="*/ 2655854 w 12192000"/>
              <a:gd name="connsiteY1078" fmla="*/ 5097386 h 6858000"/>
              <a:gd name="connsiteX1079" fmla="*/ 2655854 w 12192000"/>
              <a:gd name="connsiteY1079" fmla="*/ 5097457 h 6858000"/>
              <a:gd name="connsiteX1080" fmla="*/ 2597723 w 12192000"/>
              <a:gd name="connsiteY1080" fmla="*/ 5202386 h 6858000"/>
              <a:gd name="connsiteX1081" fmla="*/ 2597649 w 12192000"/>
              <a:gd name="connsiteY1081" fmla="*/ 5202386 h 6858000"/>
              <a:gd name="connsiteX1082" fmla="*/ 2416084 w 12192000"/>
              <a:gd name="connsiteY1082" fmla="*/ 5529939 h 6858000"/>
              <a:gd name="connsiteX1083" fmla="*/ 2410094 w 12192000"/>
              <a:gd name="connsiteY1083" fmla="*/ 5526619 h 6858000"/>
              <a:gd name="connsiteX1084" fmla="*/ 2589842 w 12192000"/>
              <a:gd name="connsiteY1084" fmla="*/ 5202386 h 6858000"/>
              <a:gd name="connsiteX1085" fmla="*/ 2589883 w 12192000"/>
              <a:gd name="connsiteY1085" fmla="*/ 5202386 h 6858000"/>
              <a:gd name="connsiteX1086" fmla="*/ 2655853 w 12192000"/>
              <a:gd name="connsiteY1086" fmla="*/ 5083354 h 6858000"/>
              <a:gd name="connsiteX1087" fmla="*/ 2655853 w 12192000"/>
              <a:gd name="connsiteY1087" fmla="*/ 5083284 h 6858000"/>
              <a:gd name="connsiteX1088" fmla="*/ 2345915 w 12192000"/>
              <a:gd name="connsiteY1088" fmla="*/ 4755730 h 6858000"/>
              <a:gd name="connsiteX1089" fmla="*/ 2351904 w 12192000"/>
              <a:gd name="connsiteY1089" fmla="*/ 4759051 h 6858000"/>
              <a:gd name="connsiteX1090" fmla="*/ 2164315 w 12192000"/>
              <a:gd name="connsiteY1090" fmla="*/ 5097386 h 6858000"/>
              <a:gd name="connsiteX1091" fmla="*/ 2164315 w 12192000"/>
              <a:gd name="connsiteY1091" fmla="*/ 5097457 h 6858000"/>
              <a:gd name="connsiteX1092" fmla="*/ 2106195 w 12192000"/>
              <a:gd name="connsiteY1092" fmla="*/ 5202386 h 6858000"/>
              <a:gd name="connsiteX1093" fmla="*/ 2106124 w 12192000"/>
              <a:gd name="connsiteY1093" fmla="*/ 5202386 h 6858000"/>
              <a:gd name="connsiteX1094" fmla="*/ 1924511 w 12192000"/>
              <a:gd name="connsiteY1094" fmla="*/ 5529939 h 6858000"/>
              <a:gd name="connsiteX1095" fmla="*/ 1918521 w 12192000"/>
              <a:gd name="connsiteY1095" fmla="*/ 5526619 h 6858000"/>
              <a:gd name="connsiteX1096" fmla="*/ 2098316 w 12192000"/>
              <a:gd name="connsiteY1096" fmla="*/ 5202386 h 6858000"/>
              <a:gd name="connsiteX1097" fmla="*/ 2098345 w 12192000"/>
              <a:gd name="connsiteY1097" fmla="*/ 5202386 h 6858000"/>
              <a:gd name="connsiteX1098" fmla="*/ 2164311 w 12192000"/>
              <a:gd name="connsiteY1098" fmla="*/ 5083355 h 6858000"/>
              <a:gd name="connsiteX1099" fmla="*/ 2164311 w 12192000"/>
              <a:gd name="connsiteY1099" fmla="*/ 5083284 h 6858000"/>
              <a:gd name="connsiteX1100" fmla="*/ 1854338 w 12192000"/>
              <a:gd name="connsiteY1100" fmla="*/ 4755730 h 6858000"/>
              <a:gd name="connsiteX1101" fmla="*/ 1860329 w 12192000"/>
              <a:gd name="connsiteY1101" fmla="*/ 4759051 h 6858000"/>
              <a:gd name="connsiteX1102" fmla="*/ 1672799 w 12192000"/>
              <a:gd name="connsiteY1102" fmla="*/ 5097325 h 6858000"/>
              <a:gd name="connsiteX1103" fmla="*/ 1672799 w 12192000"/>
              <a:gd name="connsiteY1103" fmla="*/ 5097457 h 6858000"/>
              <a:gd name="connsiteX1104" fmla="*/ 1614636 w 12192000"/>
              <a:gd name="connsiteY1104" fmla="*/ 5202386 h 6858000"/>
              <a:gd name="connsiteX1105" fmla="*/ 1614597 w 12192000"/>
              <a:gd name="connsiteY1105" fmla="*/ 5202386 h 6858000"/>
              <a:gd name="connsiteX1106" fmla="*/ 1433024 w 12192000"/>
              <a:gd name="connsiteY1106" fmla="*/ 5529939 h 6858000"/>
              <a:gd name="connsiteX1107" fmla="*/ 1427033 w 12192000"/>
              <a:gd name="connsiteY1107" fmla="*/ 5526619 h 6858000"/>
              <a:gd name="connsiteX1108" fmla="*/ 1606758 w 12192000"/>
              <a:gd name="connsiteY1108" fmla="*/ 5202386 h 6858000"/>
              <a:gd name="connsiteX1109" fmla="*/ 1606796 w 12192000"/>
              <a:gd name="connsiteY1109" fmla="*/ 5202386 h 6858000"/>
              <a:gd name="connsiteX1110" fmla="*/ 1672764 w 12192000"/>
              <a:gd name="connsiteY1110" fmla="*/ 5083416 h 6858000"/>
              <a:gd name="connsiteX1111" fmla="*/ 1672764 w 12192000"/>
              <a:gd name="connsiteY1111" fmla="*/ 5083284 h 6858000"/>
              <a:gd name="connsiteX1112" fmla="*/ 1362849 w 12192000"/>
              <a:gd name="connsiteY1112" fmla="*/ 4755730 h 6858000"/>
              <a:gd name="connsiteX1113" fmla="*/ 1368840 w 12192000"/>
              <a:gd name="connsiteY1113" fmla="*/ 4759051 h 6858000"/>
              <a:gd name="connsiteX1114" fmla="*/ 1181326 w 12192000"/>
              <a:gd name="connsiteY1114" fmla="*/ 5097357 h 6858000"/>
              <a:gd name="connsiteX1115" fmla="*/ 1181326 w 12192000"/>
              <a:gd name="connsiteY1115" fmla="*/ 5097457 h 6858000"/>
              <a:gd name="connsiteX1116" fmla="*/ 1123164 w 12192000"/>
              <a:gd name="connsiteY1116" fmla="*/ 5202386 h 6858000"/>
              <a:gd name="connsiteX1117" fmla="*/ 1123125 w 12192000"/>
              <a:gd name="connsiteY1117" fmla="*/ 5202386 h 6858000"/>
              <a:gd name="connsiteX1118" fmla="*/ 941552 w 12192000"/>
              <a:gd name="connsiteY1118" fmla="*/ 5529939 h 6858000"/>
              <a:gd name="connsiteX1119" fmla="*/ 935561 w 12192000"/>
              <a:gd name="connsiteY1119" fmla="*/ 5526619 h 6858000"/>
              <a:gd name="connsiteX1120" fmla="*/ 1115286 w 12192000"/>
              <a:gd name="connsiteY1120" fmla="*/ 5202386 h 6858000"/>
              <a:gd name="connsiteX1121" fmla="*/ 1115324 w 12192000"/>
              <a:gd name="connsiteY1121" fmla="*/ 5202386 h 6858000"/>
              <a:gd name="connsiteX1122" fmla="*/ 1181310 w 12192000"/>
              <a:gd name="connsiteY1122" fmla="*/ 5083383 h 6858000"/>
              <a:gd name="connsiteX1123" fmla="*/ 1181310 w 12192000"/>
              <a:gd name="connsiteY1123" fmla="*/ 5083284 h 6858000"/>
              <a:gd name="connsiteX1124" fmla="*/ 871378 w 12192000"/>
              <a:gd name="connsiteY1124" fmla="*/ 4755730 h 6858000"/>
              <a:gd name="connsiteX1125" fmla="*/ 877369 w 12192000"/>
              <a:gd name="connsiteY1125" fmla="*/ 4759051 h 6858000"/>
              <a:gd name="connsiteX1126" fmla="*/ 689840 w 12192000"/>
              <a:gd name="connsiteY1126" fmla="*/ 5097386 h 6858000"/>
              <a:gd name="connsiteX1127" fmla="*/ 689840 w 12192000"/>
              <a:gd name="connsiteY1127" fmla="*/ 5097457 h 6858000"/>
              <a:gd name="connsiteX1128" fmla="*/ 631677 w 12192000"/>
              <a:gd name="connsiteY1128" fmla="*/ 5202386 h 6858000"/>
              <a:gd name="connsiteX1129" fmla="*/ 631639 w 12192000"/>
              <a:gd name="connsiteY1129" fmla="*/ 5202386 h 6858000"/>
              <a:gd name="connsiteX1130" fmla="*/ 450064 w 12192000"/>
              <a:gd name="connsiteY1130" fmla="*/ 5529939 h 6858000"/>
              <a:gd name="connsiteX1131" fmla="*/ 444073 w 12192000"/>
              <a:gd name="connsiteY1131" fmla="*/ 5526619 h 6858000"/>
              <a:gd name="connsiteX1132" fmla="*/ 623799 w 12192000"/>
              <a:gd name="connsiteY1132" fmla="*/ 5202386 h 6858000"/>
              <a:gd name="connsiteX1133" fmla="*/ 623838 w 12192000"/>
              <a:gd name="connsiteY1133" fmla="*/ 5202386 h 6858000"/>
              <a:gd name="connsiteX1134" fmla="*/ 689839 w 12192000"/>
              <a:gd name="connsiteY1134" fmla="*/ 5083354 h 6858000"/>
              <a:gd name="connsiteX1135" fmla="*/ 689839 w 12192000"/>
              <a:gd name="connsiteY1135" fmla="*/ 5083284 h 6858000"/>
              <a:gd name="connsiteX1136" fmla="*/ 379891 w 12192000"/>
              <a:gd name="connsiteY1136" fmla="*/ 4755730 h 6858000"/>
              <a:gd name="connsiteX1137" fmla="*/ 385882 w 12192000"/>
              <a:gd name="connsiteY1137" fmla="*/ 4759051 h 6858000"/>
              <a:gd name="connsiteX1138" fmla="*/ 198354 w 12192000"/>
              <a:gd name="connsiteY1138" fmla="*/ 5097386 h 6858000"/>
              <a:gd name="connsiteX1139" fmla="*/ 198354 w 12192000"/>
              <a:gd name="connsiteY1139" fmla="*/ 5097457 h 6858000"/>
              <a:gd name="connsiteX1140" fmla="*/ 140192 w 12192000"/>
              <a:gd name="connsiteY1140" fmla="*/ 5202386 h 6858000"/>
              <a:gd name="connsiteX1141" fmla="*/ 140153 w 12192000"/>
              <a:gd name="connsiteY1141" fmla="*/ 5202386 h 6858000"/>
              <a:gd name="connsiteX1142" fmla="*/ 0 w 12192000"/>
              <a:gd name="connsiteY1142" fmla="*/ 5455217 h 6858000"/>
              <a:gd name="connsiteX1143" fmla="*/ 0 w 12192000"/>
              <a:gd name="connsiteY1143" fmla="*/ 5441086 h 6858000"/>
              <a:gd name="connsiteX1144" fmla="*/ 132314 w 12192000"/>
              <a:gd name="connsiteY1144" fmla="*/ 5202386 h 6858000"/>
              <a:gd name="connsiteX1145" fmla="*/ 132352 w 12192000"/>
              <a:gd name="connsiteY1145" fmla="*/ 5202386 h 6858000"/>
              <a:gd name="connsiteX1146" fmla="*/ 198353 w 12192000"/>
              <a:gd name="connsiteY1146" fmla="*/ 5083354 h 6858000"/>
              <a:gd name="connsiteX1147" fmla="*/ 198353 w 12192000"/>
              <a:gd name="connsiteY1147" fmla="*/ 5083284 h 6858000"/>
              <a:gd name="connsiteX1148" fmla="*/ 11999895 w 12192000"/>
              <a:gd name="connsiteY1148" fmla="*/ 4312397 h 6858000"/>
              <a:gd name="connsiteX1149" fmla="*/ 12001708 w 12192000"/>
              <a:gd name="connsiteY1149" fmla="*/ 4315684 h 6858000"/>
              <a:gd name="connsiteX1150" fmla="*/ 12001743 w 12192000"/>
              <a:gd name="connsiteY1150" fmla="*/ 4315684 h 6858000"/>
              <a:gd name="connsiteX1151" fmla="*/ 12192000 w 12192000"/>
              <a:gd name="connsiteY1151" fmla="*/ 4658922 h 6858000"/>
              <a:gd name="connsiteX1152" fmla="*/ 12192000 w 12192000"/>
              <a:gd name="connsiteY1152" fmla="*/ 4673025 h 6858000"/>
              <a:gd name="connsiteX1153" fmla="*/ 11993938 w 12192000"/>
              <a:gd name="connsiteY1153" fmla="*/ 4315684 h 6858000"/>
              <a:gd name="connsiteX1154" fmla="*/ 11508393 w 12192000"/>
              <a:gd name="connsiteY1154" fmla="*/ 4312397 h 6858000"/>
              <a:gd name="connsiteX1155" fmla="*/ 11510207 w 12192000"/>
              <a:gd name="connsiteY1155" fmla="*/ 4315684 h 6858000"/>
              <a:gd name="connsiteX1156" fmla="*/ 11510242 w 12192000"/>
              <a:gd name="connsiteY1156" fmla="*/ 4315684 h 6858000"/>
              <a:gd name="connsiteX1157" fmla="*/ 11935739 w 12192000"/>
              <a:gd name="connsiteY1157" fmla="*/ 5083250 h 6858000"/>
              <a:gd name="connsiteX1158" fmla="*/ 11929748 w 12192000"/>
              <a:gd name="connsiteY1158" fmla="*/ 5086571 h 6858000"/>
              <a:gd name="connsiteX1159" fmla="*/ 11502436 w 12192000"/>
              <a:gd name="connsiteY1159" fmla="*/ 4315684 h 6858000"/>
              <a:gd name="connsiteX1160" fmla="*/ 11016891 w 12192000"/>
              <a:gd name="connsiteY1160" fmla="*/ 4312397 h 6858000"/>
              <a:gd name="connsiteX1161" fmla="*/ 11018705 w 12192000"/>
              <a:gd name="connsiteY1161" fmla="*/ 4315684 h 6858000"/>
              <a:gd name="connsiteX1162" fmla="*/ 11018740 w 12192000"/>
              <a:gd name="connsiteY1162" fmla="*/ 4315684 h 6858000"/>
              <a:gd name="connsiteX1163" fmla="*/ 11444237 w 12192000"/>
              <a:gd name="connsiteY1163" fmla="*/ 5083250 h 6858000"/>
              <a:gd name="connsiteX1164" fmla="*/ 11438246 w 12192000"/>
              <a:gd name="connsiteY1164" fmla="*/ 5086571 h 6858000"/>
              <a:gd name="connsiteX1165" fmla="*/ 11010934 w 12192000"/>
              <a:gd name="connsiteY1165" fmla="*/ 4315684 h 6858000"/>
              <a:gd name="connsiteX1166" fmla="*/ 10525390 w 12192000"/>
              <a:gd name="connsiteY1166" fmla="*/ 4312397 h 6858000"/>
              <a:gd name="connsiteX1167" fmla="*/ 10527204 w 12192000"/>
              <a:gd name="connsiteY1167" fmla="*/ 4315684 h 6858000"/>
              <a:gd name="connsiteX1168" fmla="*/ 10527273 w 12192000"/>
              <a:gd name="connsiteY1168" fmla="*/ 4315684 h 6858000"/>
              <a:gd name="connsiteX1169" fmla="*/ 10952736 w 12192000"/>
              <a:gd name="connsiteY1169" fmla="*/ 5083250 h 6858000"/>
              <a:gd name="connsiteX1170" fmla="*/ 10946745 w 12192000"/>
              <a:gd name="connsiteY1170" fmla="*/ 5086571 h 6858000"/>
              <a:gd name="connsiteX1171" fmla="*/ 10519433 w 12192000"/>
              <a:gd name="connsiteY1171" fmla="*/ 4315684 h 6858000"/>
              <a:gd name="connsiteX1172" fmla="*/ 10033889 w 12192000"/>
              <a:gd name="connsiteY1172" fmla="*/ 4312397 h 6858000"/>
              <a:gd name="connsiteX1173" fmla="*/ 10035738 w 12192000"/>
              <a:gd name="connsiteY1173" fmla="*/ 4315684 h 6858000"/>
              <a:gd name="connsiteX1174" fmla="*/ 10035771 w 12192000"/>
              <a:gd name="connsiteY1174" fmla="*/ 4315684 h 6858000"/>
              <a:gd name="connsiteX1175" fmla="*/ 10461235 w 12192000"/>
              <a:gd name="connsiteY1175" fmla="*/ 5083250 h 6858000"/>
              <a:gd name="connsiteX1176" fmla="*/ 10455244 w 12192000"/>
              <a:gd name="connsiteY1176" fmla="*/ 5086571 h 6858000"/>
              <a:gd name="connsiteX1177" fmla="*/ 10027932 w 12192000"/>
              <a:gd name="connsiteY1177" fmla="*/ 4315684 h 6858000"/>
              <a:gd name="connsiteX1178" fmla="*/ 9542387 w 12192000"/>
              <a:gd name="connsiteY1178" fmla="*/ 4312397 h 6858000"/>
              <a:gd name="connsiteX1179" fmla="*/ 9544236 w 12192000"/>
              <a:gd name="connsiteY1179" fmla="*/ 4315684 h 6858000"/>
              <a:gd name="connsiteX1180" fmla="*/ 9544270 w 12192000"/>
              <a:gd name="connsiteY1180" fmla="*/ 4315684 h 6858000"/>
              <a:gd name="connsiteX1181" fmla="*/ 9969733 w 12192000"/>
              <a:gd name="connsiteY1181" fmla="*/ 5083250 h 6858000"/>
              <a:gd name="connsiteX1182" fmla="*/ 9963742 w 12192000"/>
              <a:gd name="connsiteY1182" fmla="*/ 5086571 h 6858000"/>
              <a:gd name="connsiteX1183" fmla="*/ 9536430 w 12192000"/>
              <a:gd name="connsiteY1183" fmla="*/ 4315684 h 6858000"/>
              <a:gd name="connsiteX1184" fmla="*/ 9050886 w 12192000"/>
              <a:gd name="connsiteY1184" fmla="*/ 4312397 h 6858000"/>
              <a:gd name="connsiteX1185" fmla="*/ 9052735 w 12192000"/>
              <a:gd name="connsiteY1185" fmla="*/ 4315684 h 6858000"/>
              <a:gd name="connsiteX1186" fmla="*/ 9052769 w 12192000"/>
              <a:gd name="connsiteY1186" fmla="*/ 4315684 h 6858000"/>
              <a:gd name="connsiteX1187" fmla="*/ 9478232 w 12192000"/>
              <a:gd name="connsiteY1187" fmla="*/ 5083250 h 6858000"/>
              <a:gd name="connsiteX1188" fmla="*/ 9472241 w 12192000"/>
              <a:gd name="connsiteY1188" fmla="*/ 5086571 h 6858000"/>
              <a:gd name="connsiteX1189" fmla="*/ 9044929 w 12192000"/>
              <a:gd name="connsiteY1189" fmla="*/ 4315684 h 6858000"/>
              <a:gd name="connsiteX1190" fmla="*/ 8559385 w 12192000"/>
              <a:gd name="connsiteY1190" fmla="*/ 4312397 h 6858000"/>
              <a:gd name="connsiteX1191" fmla="*/ 8561233 w 12192000"/>
              <a:gd name="connsiteY1191" fmla="*/ 4315684 h 6858000"/>
              <a:gd name="connsiteX1192" fmla="*/ 8561267 w 12192000"/>
              <a:gd name="connsiteY1192" fmla="*/ 4315684 h 6858000"/>
              <a:gd name="connsiteX1193" fmla="*/ 8986730 w 12192000"/>
              <a:gd name="connsiteY1193" fmla="*/ 5083250 h 6858000"/>
              <a:gd name="connsiteX1194" fmla="*/ 8980739 w 12192000"/>
              <a:gd name="connsiteY1194" fmla="*/ 5086571 h 6858000"/>
              <a:gd name="connsiteX1195" fmla="*/ 8553427 w 12192000"/>
              <a:gd name="connsiteY1195" fmla="*/ 4315684 h 6858000"/>
              <a:gd name="connsiteX1196" fmla="*/ 8067883 w 12192000"/>
              <a:gd name="connsiteY1196" fmla="*/ 4312397 h 6858000"/>
              <a:gd name="connsiteX1197" fmla="*/ 8069732 w 12192000"/>
              <a:gd name="connsiteY1197" fmla="*/ 4315684 h 6858000"/>
              <a:gd name="connsiteX1198" fmla="*/ 8069766 w 12192000"/>
              <a:gd name="connsiteY1198" fmla="*/ 4315684 h 6858000"/>
              <a:gd name="connsiteX1199" fmla="*/ 8495229 w 12192000"/>
              <a:gd name="connsiteY1199" fmla="*/ 5083250 h 6858000"/>
              <a:gd name="connsiteX1200" fmla="*/ 8489238 w 12192000"/>
              <a:gd name="connsiteY1200" fmla="*/ 5086571 h 6858000"/>
              <a:gd name="connsiteX1201" fmla="*/ 8061926 w 12192000"/>
              <a:gd name="connsiteY1201" fmla="*/ 4315684 h 6858000"/>
              <a:gd name="connsiteX1202" fmla="*/ 7576381 w 12192000"/>
              <a:gd name="connsiteY1202" fmla="*/ 4312397 h 6858000"/>
              <a:gd name="connsiteX1203" fmla="*/ 7578230 w 12192000"/>
              <a:gd name="connsiteY1203" fmla="*/ 4315684 h 6858000"/>
              <a:gd name="connsiteX1204" fmla="*/ 7578264 w 12192000"/>
              <a:gd name="connsiteY1204" fmla="*/ 4315684 h 6858000"/>
              <a:gd name="connsiteX1205" fmla="*/ 8003727 w 12192000"/>
              <a:gd name="connsiteY1205" fmla="*/ 5083250 h 6858000"/>
              <a:gd name="connsiteX1206" fmla="*/ 7997736 w 12192000"/>
              <a:gd name="connsiteY1206" fmla="*/ 5086571 h 6858000"/>
              <a:gd name="connsiteX1207" fmla="*/ 7570424 w 12192000"/>
              <a:gd name="connsiteY1207" fmla="*/ 4315684 h 6858000"/>
              <a:gd name="connsiteX1208" fmla="*/ 7084914 w 12192000"/>
              <a:gd name="connsiteY1208" fmla="*/ 4312397 h 6858000"/>
              <a:gd name="connsiteX1209" fmla="*/ 7086728 w 12192000"/>
              <a:gd name="connsiteY1209" fmla="*/ 4315684 h 6858000"/>
              <a:gd name="connsiteX1210" fmla="*/ 7086763 w 12192000"/>
              <a:gd name="connsiteY1210" fmla="*/ 4315684 h 6858000"/>
              <a:gd name="connsiteX1211" fmla="*/ 7512226 w 12192000"/>
              <a:gd name="connsiteY1211" fmla="*/ 5083250 h 6858000"/>
              <a:gd name="connsiteX1212" fmla="*/ 7506235 w 12192000"/>
              <a:gd name="connsiteY1212" fmla="*/ 5086571 h 6858000"/>
              <a:gd name="connsiteX1213" fmla="*/ 7078957 w 12192000"/>
              <a:gd name="connsiteY1213" fmla="*/ 4315684 h 6858000"/>
              <a:gd name="connsiteX1214" fmla="*/ 6593413 w 12192000"/>
              <a:gd name="connsiteY1214" fmla="*/ 4312397 h 6858000"/>
              <a:gd name="connsiteX1215" fmla="*/ 6595226 w 12192000"/>
              <a:gd name="connsiteY1215" fmla="*/ 4315684 h 6858000"/>
              <a:gd name="connsiteX1216" fmla="*/ 6595261 w 12192000"/>
              <a:gd name="connsiteY1216" fmla="*/ 4315684 h 6858000"/>
              <a:gd name="connsiteX1217" fmla="*/ 7020724 w 12192000"/>
              <a:gd name="connsiteY1217" fmla="*/ 5083250 h 6858000"/>
              <a:gd name="connsiteX1218" fmla="*/ 7014733 w 12192000"/>
              <a:gd name="connsiteY1218" fmla="*/ 5086571 h 6858000"/>
              <a:gd name="connsiteX1219" fmla="*/ 6587456 w 12192000"/>
              <a:gd name="connsiteY1219" fmla="*/ 4315684 h 6858000"/>
              <a:gd name="connsiteX1220" fmla="*/ 6101912 w 12192000"/>
              <a:gd name="connsiteY1220" fmla="*/ 4312397 h 6858000"/>
              <a:gd name="connsiteX1221" fmla="*/ 6103726 w 12192000"/>
              <a:gd name="connsiteY1221" fmla="*/ 4315684 h 6858000"/>
              <a:gd name="connsiteX1222" fmla="*/ 6103761 w 12192000"/>
              <a:gd name="connsiteY1222" fmla="*/ 4315684 h 6858000"/>
              <a:gd name="connsiteX1223" fmla="*/ 6529258 w 12192000"/>
              <a:gd name="connsiteY1223" fmla="*/ 5083250 h 6858000"/>
              <a:gd name="connsiteX1224" fmla="*/ 6523267 w 12192000"/>
              <a:gd name="connsiteY1224" fmla="*/ 5086571 h 6858000"/>
              <a:gd name="connsiteX1225" fmla="*/ 6096000 w 12192000"/>
              <a:gd name="connsiteY1225" fmla="*/ 4315684 h 6858000"/>
              <a:gd name="connsiteX1226" fmla="*/ 5610740 w 12192000"/>
              <a:gd name="connsiteY1226" fmla="*/ 4312397 h 6858000"/>
              <a:gd name="connsiteX1227" fmla="*/ 5612557 w 12192000"/>
              <a:gd name="connsiteY1227" fmla="*/ 4315684 h 6858000"/>
              <a:gd name="connsiteX1228" fmla="*/ 5612590 w 12192000"/>
              <a:gd name="connsiteY1228" fmla="*/ 4315684 h 6858000"/>
              <a:gd name="connsiteX1229" fmla="*/ 6038050 w 12192000"/>
              <a:gd name="connsiteY1229" fmla="*/ 5083250 h 6858000"/>
              <a:gd name="connsiteX1230" fmla="*/ 6032083 w 12192000"/>
              <a:gd name="connsiteY1230" fmla="*/ 5086571 h 6858000"/>
              <a:gd name="connsiteX1231" fmla="*/ 5604805 w 12192000"/>
              <a:gd name="connsiteY1231" fmla="*/ 4315684 h 6858000"/>
              <a:gd name="connsiteX1232" fmla="*/ 5119313 w 12192000"/>
              <a:gd name="connsiteY1232" fmla="*/ 4312397 h 6858000"/>
              <a:gd name="connsiteX1233" fmla="*/ 5121123 w 12192000"/>
              <a:gd name="connsiteY1233" fmla="*/ 4315684 h 6858000"/>
              <a:gd name="connsiteX1234" fmla="*/ 5121177 w 12192000"/>
              <a:gd name="connsiteY1234" fmla="*/ 4315684 h 6858000"/>
              <a:gd name="connsiteX1235" fmla="*/ 5546637 w 12192000"/>
              <a:gd name="connsiteY1235" fmla="*/ 5083250 h 6858000"/>
              <a:gd name="connsiteX1236" fmla="*/ 5540610 w 12192000"/>
              <a:gd name="connsiteY1236" fmla="*/ 5086571 h 6858000"/>
              <a:gd name="connsiteX1237" fmla="*/ 5113324 w 12192000"/>
              <a:gd name="connsiteY1237" fmla="*/ 4315684 h 6858000"/>
              <a:gd name="connsiteX1238" fmla="*/ 5113329 w 12192000"/>
              <a:gd name="connsiteY1238" fmla="*/ 4315684 h 6858000"/>
              <a:gd name="connsiteX1239" fmla="*/ 4627779 w 12192000"/>
              <a:gd name="connsiteY1239" fmla="*/ 4312397 h 6858000"/>
              <a:gd name="connsiteX1240" fmla="*/ 4629627 w 12192000"/>
              <a:gd name="connsiteY1240" fmla="*/ 4315684 h 6858000"/>
              <a:gd name="connsiteX1241" fmla="*/ 4629656 w 12192000"/>
              <a:gd name="connsiteY1241" fmla="*/ 4315684 h 6858000"/>
              <a:gd name="connsiteX1242" fmla="*/ 5055102 w 12192000"/>
              <a:gd name="connsiteY1242" fmla="*/ 5083250 h 6858000"/>
              <a:gd name="connsiteX1243" fmla="*/ 5049115 w 12192000"/>
              <a:gd name="connsiteY1243" fmla="*/ 5086571 h 6858000"/>
              <a:gd name="connsiteX1244" fmla="*/ 4621815 w 12192000"/>
              <a:gd name="connsiteY1244" fmla="*/ 4315684 h 6858000"/>
              <a:gd name="connsiteX1245" fmla="*/ 4621821 w 12192000"/>
              <a:gd name="connsiteY1245" fmla="*/ 4315684 h 6858000"/>
              <a:gd name="connsiteX1246" fmla="*/ 4136269 w 12192000"/>
              <a:gd name="connsiteY1246" fmla="*/ 4312397 h 6858000"/>
              <a:gd name="connsiteX1247" fmla="*/ 4138115 w 12192000"/>
              <a:gd name="connsiteY1247" fmla="*/ 4315684 h 6858000"/>
              <a:gd name="connsiteX1248" fmla="*/ 4138145 w 12192000"/>
              <a:gd name="connsiteY1248" fmla="*/ 4315684 h 6858000"/>
              <a:gd name="connsiteX1249" fmla="*/ 4563617 w 12192000"/>
              <a:gd name="connsiteY1249" fmla="*/ 5083250 h 6858000"/>
              <a:gd name="connsiteX1250" fmla="*/ 4557623 w 12192000"/>
              <a:gd name="connsiteY1250" fmla="*/ 5086571 h 6858000"/>
              <a:gd name="connsiteX1251" fmla="*/ 4130299 w 12192000"/>
              <a:gd name="connsiteY1251" fmla="*/ 4315684 h 6858000"/>
              <a:gd name="connsiteX1252" fmla="*/ 4130302 w 12192000"/>
              <a:gd name="connsiteY1252" fmla="*/ 4315684 h 6858000"/>
              <a:gd name="connsiteX1253" fmla="*/ 3644771 w 12192000"/>
              <a:gd name="connsiteY1253" fmla="*/ 4312397 h 6858000"/>
              <a:gd name="connsiteX1254" fmla="*/ 3646614 w 12192000"/>
              <a:gd name="connsiteY1254" fmla="*/ 4315684 h 6858000"/>
              <a:gd name="connsiteX1255" fmla="*/ 3646647 w 12192000"/>
              <a:gd name="connsiteY1255" fmla="*/ 4315684 h 6858000"/>
              <a:gd name="connsiteX1256" fmla="*/ 4072106 w 12192000"/>
              <a:gd name="connsiteY1256" fmla="*/ 5083250 h 6858000"/>
              <a:gd name="connsiteX1257" fmla="*/ 4066116 w 12192000"/>
              <a:gd name="connsiteY1257" fmla="*/ 5086571 h 6858000"/>
              <a:gd name="connsiteX1258" fmla="*/ 3638807 w 12192000"/>
              <a:gd name="connsiteY1258" fmla="*/ 4315684 h 6858000"/>
              <a:gd name="connsiteX1259" fmla="*/ 3638814 w 12192000"/>
              <a:gd name="connsiteY1259" fmla="*/ 4315684 h 6858000"/>
              <a:gd name="connsiteX1260" fmla="*/ 3153269 w 12192000"/>
              <a:gd name="connsiteY1260" fmla="*/ 4312397 h 6858000"/>
              <a:gd name="connsiteX1261" fmla="*/ 3155124 w 12192000"/>
              <a:gd name="connsiteY1261" fmla="*/ 4315684 h 6858000"/>
              <a:gd name="connsiteX1262" fmla="*/ 3155147 w 12192000"/>
              <a:gd name="connsiteY1262" fmla="*/ 4315684 h 6858000"/>
              <a:gd name="connsiteX1263" fmla="*/ 3580627 w 12192000"/>
              <a:gd name="connsiteY1263" fmla="*/ 5083250 h 6858000"/>
              <a:gd name="connsiteX1264" fmla="*/ 3574638 w 12192000"/>
              <a:gd name="connsiteY1264" fmla="*/ 5086571 h 6858000"/>
              <a:gd name="connsiteX1265" fmla="*/ 3147302 w 12192000"/>
              <a:gd name="connsiteY1265" fmla="*/ 4315684 h 6858000"/>
              <a:gd name="connsiteX1266" fmla="*/ 3147308 w 12192000"/>
              <a:gd name="connsiteY1266" fmla="*/ 4315684 h 6858000"/>
              <a:gd name="connsiteX1267" fmla="*/ 2661814 w 12192000"/>
              <a:gd name="connsiteY1267" fmla="*/ 4312397 h 6858000"/>
              <a:gd name="connsiteX1268" fmla="*/ 2663662 w 12192000"/>
              <a:gd name="connsiteY1268" fmla="*/ 4315684 h 6858000"/>
              <a:gd name="connsiteX1269" fmla="*/ 2663690 w 12192000"/>
              <a:gd name="connsiteY1269" fmla="*/ 4315684 h 6858000"/>
              <a:gd name="connsiteX1270" fmla="*/ 3089106 w 12192000"/>
              <a:gd name="connsiteY1270" fmla="*/ 5083250 h 6858000"/>
              <a:gd name="connsiteX1271" fmla="*/ 3083128 w 12192000"/>
              <a:gd name="connsiteY1271" fmla="*/ 5086571 h 6858000"/>
              <a:gd name="connsiteX1272" fmla="*/ 2655853 w 12192000"/>
              <a:gd name="connsiteY1272" fmla="*/ 4315684 h 6858000"/>
              <a:gd name="connsiteX1273" fmla="*/ 2655859 w 12192000"/>
              <a:gd name="connsiteY1273" fmla="*/ 4315684 h 6858000"/>
              <a:gd name="connsiteX1274" fmla="*/ 2170274 w 12192000"/>
              <a:gd name="connsiteY1274" fmla="*/ 4312397 h 6858000"/>
              <a:gd name="connsiteX1275" fmla="*/ 2172123 w 12192000"/>
              <a:gd name="connsiteY1275" fmla="*/ 4315684 h 6858000"/>
              <a:gd name="connsiteX1276" fmla="*/ 2172153 w 12192000"/>
              <a:gd name="connsiteY1276" fmla="*/ 4315684 h 6858000"/>
              <a:gd name="connsiteX1277" fmla="*/ 2597655 w 12192000"/>
              <a:gd name="connsiteY1277" fmla="*/ 5083250 h 6858000"/>
              <a:gd name="connsiteX1278" fmla="*/ 2591662 w 12192000"/>
              <a:gd name="connsiteY1278" fmla="*/ 5086571 h 6858000"/>
              <a:gd name="connsiteX1279" fmla="*/ 2164311 w 12192000"/>
              <a:gd name="connsiteY1279" fmla="*/ 4315684 h 6858000"/>
              <a:gd name="connsiteX1280" fmla="*/ 2164319 w 12192000"/>
              <a:gd name="connsiteY1280" fmla="*/ 4315684 h 6858000"/>
              <a:gd name="connsiteX1281" fmla="*/ 1678725 w 12192000"/>
              <a:gd name="connsiteY1281" fmla="*/ 4312397 h 6858000"/>
              <a:gd name="connsiteX1282" fmla="*/ 1680574 w 12192000"/>
              <a:gd name="connsiteY1282" fmla="*/ 4315684 h 6858000"/>
              <a:gd name="connsiteX1283" fmla="*/ 1680604 w 12192000"/>
              <a:gd name="connsiteY1283" fmla="*/ 4315684 h 6858000"/>
              <a:gd name="connsiteX1284" fmla="*/ 2106129 w 12192000"/>
              <a:gd name="connsiteY1284" fmla="*/ 5083250 h 6858000"/>
              <a:gd name="connsiteX1285" fmla="*/ 2100138 w 12192000"/>
              <a:gd name="connsiteY1285" fmla="*/ 5086571 h 6858000"/>
              <a:gd name="connsiteX1286" fmla="*/ 1672764 w 12192000"/>
              <a:gd name="connsiteY1286" fmla="*/ 4315684 h 6858000"/>
              <a:gd name="connsiteX1287" fmla="*/ 1672768 w 12192000"/>
              <a:gd name="connsiteY1287" fmla="*/ 4315684 h 6858000"/>
              <a:gd name="connsiteX1288" fmla="*/ 1187271 w 12192000"/>
              <a:gd name="connsiteY1288" fmla="*/ 4312397 h 6858000"/>
              <a:gd name="connsiteX1289" fmla="*/ 1189085 w 12192000"/>
              <a:gd name="connsiteY1289" fmla="*/ 4315684 h 6858000"/>
              <a:gd name="connsiteX1290" fmla="*/ 1189115 w 12192000"/>
              <a:gd name="connsiteY1290" fmla="*/ 4315684 h 6858000"/>
              <a:gd name="connsiteX1291" fmla="*/ 1614567 w 12192000"/>
              <a:gd name="connsiteY1291" fmla="*/ 5083250 h 6858000"/>
              <a:gd name="connsiteX1292" fmla="*/ 1608576 w 12192000"/>
              <a:gd name="connsiteY1292" fmla="*/ 5086571 h 6858000"/>
              <a:gd name="connsiteX1293" fmla="*/ 1181309 w 12192000"/>
              <a:gd name="connsiteY1293" fmla="*/ 4315684 h 6858000"/>
              <a:gd name="connsiteX1294" fmla="*/ 1181314 w 12192000"/>
              <a:gd name="connsiteY1294" fmla="*/ 4315684 h 6858000"/>
              <a:gd name="connsiteX1295" fmla="*/ 695800 w 12192000"/>
              <a:gd name="connsiteY1295" fmla="*/ 4312397 h 6858000"/>
              <a:gd name="connsiteX1296" fmla="*/ 697615 w 12192000"/>
              <a:gd name="connsiteY1296" fmla="*/ 4315684 h 6858000"/>
              <a:gd name="connsiteX1297" fmla="*/ 697643 w 12192000"/>
              <a:gd name="connsiteY1297" fmla="*/ 4315684 h 6858000"/>
              <a:gd name="connsiteX1298" fmla="*/ 1123095 w 12192000"/>
              <a:gd name="connsiteY1298" fmla="*/ 5083250 h 6858000"/>
              <a:gd name="connsiteX1299" fmla="*/ 1117104 w 12192000"/>
              <a:gd name="connsiteY1299" fmla="*/ 5086571 h 6858000"/>
              <a:gd name="connsiteX1300" fmla="*/ 689838 w 12192000"/>
              <a:gd name="connsiteY1300" fmla="*/ 4315684 h 6858000"/>
              <a:gd name="connsiteX1301" fmla="*/ 689843 w 12192000"/>
              <a:gd name="connsiteY1301" fmla="*/ 4315684 h 6858000"/>
              <a:gd name="connsiteX1302" fmla="*/ 204315 w 12192000"/>
              <a:gd name="connsiteY1302" fmla="*/ 4312397 h 6858000"/>
              <a:gd name="connsiteX1303" fmla="*/ 206129 w 12192000"/>
              <a:gd name="connsiteY1303" fmla="*/ 4315684 h 6858000"/>
              <a:gd name="connsiteX1304" fmla="*/ 206158 w 12192000"/>
              <a:gd name="connsiteY1304" fmla="*/ 4315684 h 6858000"/>
              <a:gd name="connsiteX1305" fmla="*/ 631643 w 12192000"/>
              <a:gd name="connsiteY1305" fmla="*/ 5083250 h 6858000"/>
              <a:gd name="connsiteX1306" fmla="*/ 625652 w 12192000"/>
              <a:gd name="connsiteY1306" fmla="*/ 5086571 h 6858000"/>
              <a:gd name="connsiteX1307" fmla="*/ 198353 w 12192000"/>
              <a:gd name="connsiteY1307" fmla="*/ 4315684 h 6858000"/>
              <a:gd name="connsiteX1308" fmla="*/ 198358 w 12192000"/>
              <a:gd name="connsiteY1308" fmla="*/ 4315684 h 6858000"/>
              <a:gd name="connsiteX1309" fmla="*/ 0 w 12192000"/>
              <a:gd name="connsiteY1309" fmla="*/ 3943732 h 6858000"/>
              <a:gd name="connsiteX1310" fmla="*/ 140163 w 12192000"/>
              <a:gd name="connsiteY1310" fmla="*/ 4196582 h 6858000"/>
              <a:gd name="connsiteX1311" fmla="*/ 134172 w 12192000"/>
              <a:gd name="connsiteY1311" fmla="*/ 4199869 h 6858000"/>
              <a:gd name="connsiteX1312" fmla="*/ 0 w 12192000"/>
              <a:gd name="connsiteY1312" fmla="*/ 3957822 h 6858000"/>
              <a:gd name="connsiteX1313" fmla="*/ 12175482 w 12192000"/>
              <a:gd name="connsiteY1313" fmla="*/ 3869063 h 6858000"/>
              <a:gd name="connsiteX1314" fmla="*/ 12181473 w 12192000"/>
              <a:gd name="connsiteY1314" fmla="*/ 3872350 h 6858000"/>
              <a:gd name="connsiteX1315" fmla="*/ 11993938 w 12192000"/>
              <a:gd name="connsiteY1315" fmla="*/ 4210721 h 6858000"/>
              <a:gd name="connsiteX1316" fmla="*/ 11993938 w 12192000"/>
              <a:gd name="connsiteY1316" fmla="*/ 4210789 h 6858000"/>
              <a:gd name="connsiteX1317" fmla="*/ 11935773 w 12192000"/>
              <a:gd name="connsiteY1317" fmla="*/ 4315684 h 6858000"/>
              <a:gd name="connsiteX1318" fmla="*/ 11935740 w 12192000"/>
              <a:gd name="connsiteY1318" fmla="*/ 4315684 h 6858000"/>
              <a:gd name="connsiteX1319" fmla="*/ 11754161 w 12192000"/>
              <a:gd name="connsiteY1319" fmla="*/ 4643237 h 6858000"/>
              <a:gd name="connsiteX1320" fmla="*/ 11748170 w 12192000"/>
              <a:gd name="connsiteY1320" fmla="*/ 4639917 h 6858000"/>
              <a:gd name="connsiteX1321" fmla="*/ 11927900 w 12192000"/>
              <a:gd name="connsiteY1321" fmla="*/ 4315684 h 6858000"/>
              <a:gd name="connsiteX1322" fmla="*/ 11927934 w 12192000"/>
              <a:gd name="connsiteY1322" fmla="*/ 4315684 h 6858000"/>
              <a:gd name="connsiteX1323" fmla="*/ 11993938 w 12192000"/>
              <a:gd name="connsiteY1323" fmla="*/ 4196651 h 6858000"/>
              <a:gd name="connsiteX1324" fmla="*/ 11993938 w 12192000"/>
              <a:gd name="connsiteY1324" fmla="*/ 4196583 h 6858000"/>
              <a:gd name="connsiteX1325" fmla="*/ 11683980 w 12192000"/>
              <a:gd name="connsiteY1325" fmla="*/ 3869063 h 6858000"/>
              <a:gd name="connsiteX1326" fmla="*/ 11689971 w 12192000"/>
              <a:gd name="connsiteY1326" fmla="*/ 3872350 h 6858000"/>
              <a:gd name="connsiteX1327" fmla="*/ 11502436 w 12192000"/>
              <a:gd name="connsiteY1327" fmla="*/ 4210721 h 6858000"/>
              <a:gd name="connsiteX1328" fmla="*/ 11502436 w 12192000"/>
              <a:gd name="connsiteY1328" fmla="*/ 4210789 h 6858000"/>
              <a:gd name="connsiteX1329" fmla="*/ 11444272 w 12192000"/>
              <a:gd name="connsiteY1329" fmla="*/ 4315684 h 6858000"/>
              <a:gd name="connsiteX1330" fmla="*/ 11444238 w 12192000"/>
              <a:gd name="connsiteY1330" fmla="*/ 4315684 h 6858000"/>
              <a:gd name="connsiteX1331" fmla="*/ 11262659 w 12192000"/>
              <a:gd name="connsiteY1331" fmla="*/ 4643237 h 6858000"/>
              <a:gd name="connsiteX1332" fmla="*/ 11256668 w 12192000"/>
              <a:gd name="connsiteY1332" fmla="*/ 4639917 h 6858000"/>
              <a:gd name="connsiteX1333" fmla="*/ 11436398 w 12192000"/>
              <a:gd name="connsiteY1333" fmla="*/ 4315684 h 6858000"/>
              <a:gd name="connsiteX1334" fmla="*/ 11436432 w 12192000"/>
              <a:gd name="connsiteY1334" fmla="*/ 4315684 h 6858000"/>
              <a:gd name="connsiteX1335" fmla="*/ 11502436 w 12192000"/>
              <a:gd name="connsiteY1335" fmla="*/ 4196651 h 6858000"/>
              <a:gd name="connsiteX1336" fmla="*/ 11502436 w 12192000"/>
              <a:gd name="connsiteY1336" fmla="*/ 4196583 h 6858000"/>
              <a:gd name="connsiteX1337" fmla="*/ 11192478 w 12192000"/>
              <a:gd name="connsiteY1337" fmla="*/ 3869063 h 6858000"/>
              <a:gd name="connsiteX1338" fmla="*/ 11198469 w 12192000"/>
              <a:gd name="connsiteY1338" fmla="*/ 3872350 h 6858000"/>
              <a:gd name="connsiteX1339" fmla="*/ 11010934 w 12192000"/>
              <a:gd name="connsiteY1339" fmla="*/ 4210721 h 6858000"/>
              <a:gd name="connsiteX1340" fmla="*/ 11010934 w 12192000"/>
              <a:gd name="connsiteY1340" fmla="*/ 4210789 h 6858000"/>
              <a:gd name="connsiteX1341" fmla="*/ 10952770 w 12192000"/>
              <a:gd name="connsiteY1341" fmla="*/ 4315684 h 6858000"/>
              <a:gd name="connsiteX1342" fmla="*/ 10952736 w 12192000"/>
              <a:gd name="connsiteY1342" fmla="*/ 4315684 h 6858000"/>
              <a:gd name="connsiteX1343" fmla="*/ 10771157 w 12192000"/>
              <a:gd name="connsiteY1343" fmla="*/ 4643237 h 6858000"/>
              <a:gd name="connsiteX1344" fmla="*/ 10765166 w 12192000"/>
              <a:gd name="connsiteY1344" fmla="*/ 4639917 h 6858000"/>
              <a:gd name="connsiteX1345" fmla="*/ 10944896 w 12192000"/>
              <a:gd name="connsiteY1345" fmla="*/ 4315684 h 6858000"/>
              <a:gd name="connsiteX1346" fmla="*/ 10944930 w 12192000"/>
              <a:gd name="connsiteY1346" fmla="*/ 4315684 h 6858000"/>
              <a:gd name="connsiteX1347" fmla="*/ 11010934 w 12192000"/>
              <a:gd name="connsiteY1347" fmla="*/ 4196651 h 6858000"/>
              <a:gd name="connsiteX1348" fmla="*/ 11010934 w 12192000"/>
              <a:gd name="connsiteY1348" fmla="*/ 4196583 h 6858000"/>
              <a:gd name="connsiteX1349" fmla="*/ 10700977 w 12192000"/>
              <a:gd name="connsiteY1349" fmla="*/ 3869063 h 6858000"/>
              <a:gd name="connsiteX1350" fmla="*/ 10706968 w 12192000"/>
              <a:gd name="connsiteY1350" fmla="*/ 3872350 h 6858000"/>
              <a:gd name="connsiteX1351" fmla="*/ 10519433 w 12192000"/>
              <a:gd name="connsiteY1351" fmla="*/ 4210721 h 6858000"/>
              <a:gd name="connsiteX1352" fmla="*/ 10519433 w 12192000"/>
              <a:gd name="connsiteY1352" fmla="*/ 4210789 h 6858000"/>
              <a:gd name="connsiteX1353" fmla="*/ 10461269 w 12192000"/>
              <a:gd name="connsiteY1353" fmla="*/ 4315684 h 6858000"/>
              <a:gd name="connsiteX1354" fmla="*/ 10461234 w 12192000"/>
              <a:gd name="connsiteY1354" fmla="*/ 4315684 h 6858000"/>
              <a:gd name="connsiteX1355" fmla="*/ 10279657 w 12192000"/>
              <a:gd name="connsiteY1355" fmla="*/ 4643237 h 6858000"/>
              <a:gd name="connsiteX1356" fmla="*/ 10273699 w 12192000"/>
              <a:gd name="connsiteY1356" fmla="*/ 4639917 h 6858000"/>
              <a:gd name="connsiteX1357" fmla="*/ 10453395 w 12192000"/>
              <a:gd name="connsiteY1357" fmla="*/ 4315684 h 6858000"/>
              <a:gd name="connsiteX1358" fmla="*/ 10453429 w 12192000"/>
              <a:gd name="connsiteY1358" fmla="*/ 4315684 h 6858000"/>
              <a:gd name="connsiteX1359" fmla="*/ 10519433 w 12192000"/>
              <a:gd name="connsiteY1359" fmla="*/ 4196651 h 6858000"/>
              <a:gd name="connsiteX1360" fmla="*/ 10519433 w 12192000"/>
              <a:gd name="connsiteY1360" fmla="*/ 4196583 h 6858000"/>
              <a:gd name="connsiteX1361" fmla="*/ 10209476 w 12192000"/>
              <a:gd name="connsiteY1361" fmla="*/ 3869063 h 6858000"/>
              <a:gd name="connsiteX1362" fmla="*/ 10215467 w 12192000"/>
              <a:gd name="connsiteY1362" fmla="*/ 3872350 h 6858000"/>
              <a:gd name="connsiteX1363" fmla="*/ 10027932 w 12192000"/>
              <a:gd name="connsiteY1363" fmla="*/ 4210721 h 6858000"/>
              <a:gd name="connsiteX1364" fmla="*/ 10027932 w 12192000"/>
              <a:gd name="connsiteY1364" fmla="*/ 4210789 h 6858000"/>
              <a:gd name="connsiteX1365" fmla="*/ 9969768 w 12192000"/>
              <a:gd name="connsiteY1365" fmla="*/ 4315684 h 6858000"/>
              <a:gd name="connsiteX1366" fmla="*/ 9969733 w 12192000"/>
              <a:gd name="connsiteY1366" fmla="*/ 4315684 h 6858000"/>
              <a:gd name="connsiteX1367" fmla="*/ 9788189 w 12192000"/>
              <a:gd name="connsiteY1367" fmla="*/ 4643237 h 6858000"/>
              <a:gd name="connsiteX1368" fmla="*/ 9782198 w 12192000"/>
              <a:gd name="connsiteY1368" fmla="*/ 4639917 h 6858000"/>
              <a:gd name="connsiteX1369" fmla="*/ 9961894 w 12192000"/>
              <a:gd name="connsiteY1369" fmla="*/ 4315684 h 6858000"/>
              <a:gd name="connsiteX1370" fmla="*/ 9961962 w 12192000"/>
              <a:gd name="connsiteY1370" fmla="*/ 4315684 h 6858000"/>
              <a:gd name="connsiteX1371" fmla="*/ 10027932 w 12192000"/>
              <a:gd name="connsiteY1371" fmla="*/ 4196651 h 6858000"/>
              <a:gd name="connsiteX1372" fmla="*/ 10027932 w 12192000"/>
              <a:gd name="connsiteY1372" fmla="*/ 4196583 h 6858000"/>
              <a:gd name="connsiteX1373" fmla="*/ 9718009 w 12192000"/>
              <a:gd name="connsiteY1373" fmla="*/ 3869063 h 6858000"/>
              <a:gd name="connsiteX1374" fmla="*/ 9723965 w 12192000"/>
              <a:gd name="connsiteY1374" fmla="*/ 3872350 h 6858000"/>
              <a:gd name="connsiteX1375" fmla="*/ 9536431 w 12192000"/>
              <a:gd name="connsiteY1375" fmla="*/ 4210719 h 6858000"/>
              <a:gd name="connsiteX1376" fmla="*/ 9536431 w 12192000"/>
              <a:gd name="connsiteY1376" fmla="*/ 4210789 h 6858000"/>
              <a:gd name="connsiteX1377" fmla="*/ 9478267 w 12192000"/>
              <a:gd name="connsiteY1377" fmla="*/ 4315684 h 6858000"/>
              <a:gd name="connsiteX1378" fmla="*/ 9478231 w 12192000"/>
              <a:gd name="connsiteY1378" fmla="*/ 4315684 h 6858000"/>
              <a:gd name="connsiteX1379" fmla="*/ 9296687 w 12192000"/>
              <a:gd name="connsiteY1379" fmla="*/ 4643237 h 6858000"/>
              <a:gd name="connsiteX1380" fmla="*/ 9290696 w 12192000"/>
              <a:gd name="connsiteY1380" fmla="*/ 4639917 h 6858000"/>
              <a:gd name="connsiteX1381" fmla="*/ 9470426 w 12192000"/>
              <a:gd name="connsiteY1381" fmla="*/ 4315684 h 6858000"/>
              <a:gd name="connsiteX1382" fmla="*/ 9470461 w 12192000"/>
              <a:gd name="connsiteY1382" fmla="*/ 4315684 h 6858000"/>
              <a:gd name="connsiteX1383" fmla="*/ 9536430 w 12192000"/>
              <a:gd name="connsiteY1383" fmla="*/ 4196652 h 6858000"/>
              <a:gd name="connsiteX1384" fmla="*/ 9536430 w 12192000"/>
              <a:gd name="connsiteY1384" fmla="*/ 4196583 h 6858000"/>
              <a:gd name="connsiteX1385" fmla="*/ 9226508 w 12192000"/>
              <a:gd name="connsiteY1385" fmla="*/ 3869063 h 6858000"/>
              <a:gd name="connsiteX1386" fmla="*/ 9232499 w 12192000"/>
              <a:gd name="connsiteY1386" fmla="*/ 3872350 h 6858000"/>
              <a:gd name="connsiteX1387" fmla="*/ 9044929 w 12192000"/>
              <a:gd name="connsiteY1387" fmla="*/ 4210721 h 6858000"/>
              <a:gd name="connsiteX1388" fmla="*/ 9044929 w 12192000"/>
              <a:gd name="connsiteY1388" fmla="*/ 4210789 h 6858000"/>
              <a:gd name="connsiteX1389" fmla="*/ 8986765 w 12192000"/>
              <a:gd name="connsiteY1389" fmla="*/ 4315684 h 6858000"/>
              <a:gd name="connsiteX1390" fmla="*/ 8986730 w 12192000"/>
              <a:gd name="connsiteY1390" fmla="*/ 4315684 h 6858000"/>
              <a:gd name="connsiteX1391" fmla="*/ 8805186 w 12192000"/>
              <a:gd name="connsiteY1391" fmla="*/ 4643237 h 6858000"/>
              <a:gd name="connsiteX1392" fmla="*/ 8799195 w 12192000"/>
              <a:gd name="connsiteY1392" fmla="*/ 4639917 h 6858000"/>
              <a:gd name="connsiteX1393" fmla="*/ 8978925 w 12192000"/>
              <a:gd name="connsiteY1393" fmla="*/ 4315684 h 6858000"/>
              <a:gd name="connsiteX1394" fmla="*/ 8978959 w 12192000"/>
              <a:gd name="connsiteY1394" fmla="*/ 4315684 h 6858000"/>
              <a:gd name="connsiteX1395" fmla="*/ 9044929 w 12192000"/>
              <a:gd name="connsiteY1395" fmla="*/ 4196651 h 6858000"/>
              <a:gd name="connsiteX1396" fmla="*/ 9044929 w 12192000"/>
              <a:gd name="connsiteY1396" fmla="*/ 4196583 h 6858000"/>
              <a:gd name="connsiteX1397" fmla="*/ 8735006 w 12192000"/>
              <a:gd name="connsiteY1397" fmla="*/ 3869063 h 6858000"/>
              <a:gd name="connsiteX1398" fmla="*/ 8740997 w 12192000"/>
              <a:gd name="connsiteY1398" fmla="*/ 3872350 h 6858000"/>
              <a:gd name="connsiteX1399" fmla="*/ 8553427 w 12192000"/>
              <a:gd name="connsiteY1399" fmla="*/ 4210721 h 6858000"/>
              <a:gd name="connsiteX1400" fmla="*/ 8553427 w 12192000"/>
              <a:gd name="connsiteY1400" fmla="*/ 4210789 h 6858000"/>
              <a:gd name="connsiteX1401" fmla="*/ 8495263 w 12192000"/>
              <a:gd name="connsiteY1401" fmla="*/ 4315684 h 6858000"/>
              <a:gd name="connsiteX1402" fmla="*/ 8495229 w 12192000"/>
              <a:gd name="connsiteY1402" fmla="*/ 4315684 h 6858000"/>
              <a:gd name="connsiteX1403" fmla="*/ 8313685 w 12192000"/>
              <a:gd name="connsiteY1403" fmla="*/ 4643237 h 6858000"/>
              <a:gd name="connsiteX1404" fmla="*/ 8307694 w 12192000"/>
              <a:gd name="connsiteY1404" fmla="*/ 4639917 h 6858000"/>
              <a:gd name="connsiteX1405" fmla="*/ 8487424 w 12192000"/>
              <a:gd name="connsiteY1405" fmla="*/ 4315684 h 6858000"/>
              <a:gd name="connsiteX1406" fmla="*/ 8487458 w 12192000"/>
              <a:gd name="connsiteY1406" fmla="*/ 4315684 h 6858000"/>
              <a:gd name="connsiteX1407" fmla="*/ 8553427 w 12192000"/>
              <a:gd name="connsiteY1407" fmla="*/ 4196651 h 6858000"/>
              <a:gd name="connsiteX1408" fmla="*/ 8553427 w 12192000"/>
              <a:gd name="connsiteY1408" fmla="*/ 4196583 h 6858000"/>
              <a:gd name="connsiteX1409" fmla="*/ 8243505 w 12192000"/>
              <a:gd name="connsiteY1409" fmla="*/ 3869063 h 6858000"/>
              <a:gd name="connsiteX1410" fmla="*/ 8249496 w 12192000"/>
              <a:gd name="connsiteY1410" fmla="*/ 3872350 h 6858000"/>
              <a:gd name="connsiteX1411" fmla="*/ 8061927 w 12192000"/>
              <a:gd name="connsiteY1411" fmla="*/ 4210719 h 6858000"/>
              <a:gd name="connsiteX1412" fmla="*/ 8061927 w 12192000"/>
              <a:gd name="connsiteY1412" fmla="*/ 4210789 h 6858000"/>
              <a:gd name="connsiteX1413" fmla="*/ 8003797 w 12192000"/>
              <a:gd name="connsiteY1413" fmla="*/ 4315684 h 6858000"/>
              <a:gd name="connsiteX1414" fmla="*/ 8003727 w 12192000"/>
              <a:gd name="connsiteY1414" fmla="*/ 4315684 h 6858000"/>
              <a:gd name="connsiteX1415" fmla="*/ 7822183 w 12192000"/>
              <a:gd name="connsiteY1415" fmla="*/ 4643237 h 6858000"/>
              <a:gd name="connsiteX1416" fmla="*/ 7816192 w 12192000"/>
              <a:gd name="connsiteY1416" fmla="*/ 4639917 h 6858000"/>
              <a:gd name="connsiteX1417" fmla="*/ 7995922 w 12192000"/>
              <a:gd name="connsiteY1417" fmla="*/ 4315684 h 6858000"/>
              <a:gd name="connsiteX1418" fmla="*/ 7995957 w 12192000"/>
              <a:gd name="connsiteY1418" fmla="*/ 4315684 h 6858000"/>
              <a:gd name="connsiteX1419" fmla="*/ 8061926 w 12192000"/>
              <a:gd name="connsiteY1419" fmla="*/ 4196653 h 6858000"/>
              <a:gd name="connsiteX1420" fmla="*/ 8061926 w 12192000"/>
              <a:gd name="connsiteY1420" fmla="*/ 4196583 h 6858000"/>
              <a:gd name="connsiteX1421" fmla="*/ 7752003 w 12192000"/>
              <a:gd name="connsiteY1421" fmla="*/ 3869063 h 6858000"/>
              <a:gd name="connsiteX1422" fmla="*/ 7757994 w 12192000"/>
              <a:gd name="connsiteY1422" fmla="*/ 3872350 h 6858000"/>
              <a:gd name="connsiteX1423" fmla="*/ 7570425 w 12192000"/>
              <a:gd name="connsiteY1423" fmla="*/ 4210719 h 6858000"/>
              <a:gd name="connsiteX1424" fmla="*/ 7570425 w 12192000"/>
              <a:gd name="connsiteY1424" fmla="*/ 4210789 h 6858000"/>
              <a:gd name="connsiteX1425" fmla="*/ 7512295 w 12192000"/>
              <a:gd name="connsiteY1425" fmla="*/ 4315684 h 6858000"/>
              <a:gd name="connsiteX1426" fmla="*/ 7512261 w 12192000"/>
              <a:gd name="connsiteY1426" fmla="*/ 4315684 h 6858000"/>
              <a:gd name="connsiteX1427" fmla="*/ 7330682 w 12192000"/>
              <a:gd name="connsiteY1427" fmla="*/ 4643237 h 6858000"/>
              <a:gd name="connsiteX1428" fmla="*/ 7324691 w 12192000"/>
              <a:gd name="connsiteY1428" fmla="*/ 4639917 h 6858000"/>
              <a:gd name="connsiteX1429" fmla="*/ 7504421 w 12192000"/>
              <a:gd name="connsiteY1429" fmla="*/ 4315684 h 6858000"/>
              <a:gd name="connsiteX1430" fmla="*/ 7504455 w 12192000"/>
              <a:gd name="connsiteY1430" fmla="*/ 4315684 h 6858000"/>
              <a:gd name="connsiteX1431" fmla="*/ 7570424 w 12192000"/>
              <a:gd name="connsiteY1431" fmla="*/ 4196652 h 6858000"/>
              <a:gd name="connsiteX1432" fmla="*/ 7570424 w 12192000"/>
              <a:gd name="connsiteY1432" fmla="*/ 4196583 h 6858000"/>
              <a:gd name="connsiteX1433" fmla="*/ 7260501 w 12192000"/>
              <a:gd name="connsiteY1433" fmla="*/ 3869063 h 6858000"/>
              <a:gd name="connsiteX1434" fmla="*/ 7266492 w 12192000"/>
              <a:gd name="connsiteY1434" fmla="*/ 3872350 h 6858000"/>
              <a:gd name="connsiteX1435" fmla="*/ 7078957 w 12192000"/>
              <a:gd name="connsiteY1435" fmla="*/ 4210721 h 6858000"/>
              <a:gd name="connsiteX1436" fmla="*/ 7078957 w 12192000"/>
              <a:gd name="connsiteY1436" fmla="*/ 4210789 h 6858000"/>
              <a:gd name="connsiteX1437" fmla="*/ 7020793 w 12192000"/>
              <a:gd name="connsiteY1437" fmla="*/ 4315684 h 6858000"/>
              <a:gd name="connsiteX1438" fmla="*/ 7020759 w 12192000"/>
              <a:gd name="connsiteY1438" fmla="*/ 4315684 h 6858000"/>
              <a:gd name="connsiteX1439" fmla="*/ 6839180 w 12192000"/>
              <a:gd name="connsiteY1439" fmla="*/ 4643237 h 6858000"/>
              <a:gd name="connsiteX1440" fmla="*/ 6833189 w 12192000"/>
              <a:gd name="connsiteY1440" fmla="*/ 4639917 h 6858000"/>
              <a:gd name="connsiteX1441" fmla="*/ 7012919 w 12192000"/>
              <a:gd name="connsiteY1441" fmla="*/ 4315684 h 6858000"/>
              <a:gd name="connsiteX1442" fmla="*/ 7012953 w 12192000"/>
              <a:gd name="connsiteY1442" fmla="*/ 4315684 h 6858000"/>
              <a:gd name="connsiteX1443" fmla="*/ 7078957 w 12192000"/>
              <a:gd name="connsiteY1443" fmla="*/ 4196651 h 6858000"/>
              <a:gd name="connsiteX1444" fmla="*/ 7078957 w 12192000"/>
              <a:gd name="connsiteY1444" fmla="*/ 4196583 h 6858000"/>
              <a:gd name="connsiteX1445" fmla="*/ 6769000 w 12192000"/>
              <a:gd name="connsiteY1445" fmla="*/ 3869063 h 6858000"/>
              <a:gd name="connsiteX1446" fmla="*/ 6774991 w 12192000"/>
              <a:gd name="connsiteY1446" fmla="*/ 3872350 h 6858000"/>
              <a:gd name="connsiteX1447" fmla="*/ 6587456 w 12192000"/>
              <a:gd name="connsiteY1447" fmla="*/ 4210721 h 6858000"/>
              <a:gd name="connsiteX1448" fmla="*/ 6587456 w 12192000"/>
              <a:gd name="connsiteY1448" fmla="*/ 4210789 h 6858000"/>
              <a:gd name="connsiteX1449" fmla="*/ 6529292 w 12192000"/>
              <a:gd name="connsiteY1449" fmla="*/ 4315684 h 6858000"/>
              <a:gd name="connsiteX1450" fmla="*/ 6529258 w 12192000"/>
              <a:gd name="connsiteY1450" fmla="*/ 4315684 h 6858000"/>
              <a:gd name="connsiteX1451" fmla="*/ 6347679 w 12192000"/>
              <a:gd name="connsiteY1451" fmla="*/ 4643237 h 6858000"/>
              <a:gd name="connsiteX1452" fmla="*/ 6341688 w 12192000"/>
              <a:gd name="connsiteY1452" fmla="*/ 4639917 h 6858000"/>
              <a:gd name="connsiteX1453" fmla="*/ 6521418 w 12192000"/>
              <a:gd name="connsiteY1453" fmla="*/ 4315684 h 6858000"/>
              <a:gd name="connsiteX1454" fmla="*/ 6521452 w 12192000"/>
              <a:gd name="connsiteY1454" fmla="*/ 4315684 h 6858000"/>
              <a:gd name="connsiteX1455" fmla="*/ 6587456 w 12192000"/>
              <a:gd name="connsiteY1455" fmla="*/ 4196651 h 6858000"/>
              <a:gd name="connsiteX1456" fmla="*/ 6587456 w 12192000"/>
              <a:gd name="connsiteY1456" fmla="*/ 4196583 h 6858000"/>
              <a:gd name="connsiteX1457" fmla="*/ 6277499 w 12192000"/>
              <a:gd name="connsiteY1457" fmla="*/ 3869063 h 6858000"/>
              <a:gd name="connsiteX1458" fmla="*/ 6283490 w 12192000"/>
              <a:gd name="connsiteY1458" fmla="*/ 3872350 h 6858000"/>
              <a:gd name="connsiteX1459" fmla="*/ 6096000 w 12192000"/>
              <a:gd name="connsiteY1459" fmla="*/ 4210705 h 6858000"/>
              <a:gd name="connsiteX1460" fmla="*/ 6096000 w 12192000"/>
              <a:gd name="connsiteY1460" fmla="*/ 4210789 h 6858000"/>
              <a:gd name="connsiteX1461" fmla="*/ 6038084 w 12192000"/>
              <a:gd name="connsiteY1461" fmla="*/ 4315684 h 6858000"/>
              <a:gd name="connsiteX1462" fmla="*/ 6038050 w 12192000"/>
              <a:gd name="connsiteY1462" fmla="*/ 4315684 h 6858000"/>
              <a:gd name="connsiteX1463" fmla="*/ 5856506 w 12192000"/>
              <a:gd name="connsiteY1463" fmla="*/ 4643237 h 6858000"/>
              <a:gd name="connsiteX1464" fmla="*/ 5850519 w 12192000"/>
              <a:gd name="connsiteY1464" fmla="*/ 4639917 h 6858000"/>
              <a:gd name="connsiteX1465" fmla="*/ 6030243 w 12192000"/>
              <a:gd name="connsiteY1465" fmla="*/ 4315684 h 6858000"/>
              <a:gd name="connsiteX1466" fmla="*/ 6030282 w 12192000"/>
              <a:gd name="connsiteY1466" fmla="*/ 4315684 h 6858000"/>
              <a:gd name="connsiteX1467" fmla="*/ 6096000 w 12192000"/>
              <a:gd name="connsiteY1467" fmla="*/ 4196667 h 6858000"/>
              <a:gd name="connsiteX1468" fmla="*/ 6096000 w 12192000"/>
              <a:gd name="connsiteY1468" fmla="*/ 4196583 h 6858000"/>
              <a:gd name="connsiteX1469" fmla="*/ 5786337 w 12192000"/>
              <a:gd name="connsiteY1469" fmla="*/ 3869063 h 6858000"/>
              <a:gd name="connsiteX1470" fmla="*/ 5792322 w 12192000"/>
              <a:gd name="connsiteY1470" fmla="*/ 3872350 h 6858000"/>
              <a:gd name="connsiteX1471" fmla="*/ 5604805 w 12192000"/>
              <a:gd name="connsiteY1471" fmla="*/ 4210719 h 6858000"/>
              <a:gd name="connsiteX1472" fmla="*/ 5604805 w 12192000"/>
              <a:gd name="connsiteY1472" fmla="*/ 4210789 h 6858000"/>
              <a:gd name="connsiteX1473" fmla="*/ 5546679 w 12192000"/>
              <a:gd name="connsiteY1473" fmla="*/ 4315684 h 6858000"/>
              <a:gd name="connsiteX1474" fmla="*/ 5546637 w 12192000"/>
              <a:gd name="connsiteY1474" fmla="*/ 4315684 h 6858000"/>
              <a:gd name="connsiteX1475" fmla="*/ 5365091 w 12192000"/>
              <a:gd name="connsiteY1475" fmla="*/ 4643237 h 6858000"/>
              <a:gd name="connsiteX1476" fmla="*/ 5359094 w 12192000"/>
              <a:gd name="connsiteY1476" fmla="*/ 4639917 h 6858000"/>
              <a:gd name="connsiteX1477" fmla="*/ 5538753 w 12192000"/>
              <a:gd name="connsiteY1477" fmla="*/ 4315684 h 6858000"/>
              <a:gd name="connsiteX1478" fmla="*/ 5538802 w 12192000"/>
              <a:gd name="connsiteY1478" fmla="*/ 4315684 h 6858000"/>
              <a:gd name="connsiteX1479" fmla="*/ 5604805 w 12192000"/>
              <a:gd name="connsiteY1479" fmla="*/ 4196653 h 6858000"/>
              <a:gd name="connsiteX1480" fmla="*/ 5604805 w 12192000"/>
              <a:gd name="connsiteY1480" fmla="*/ 4196583 h 6858000"/>
              <a:gd name="connsiteX1481" fmla="*/ 5294806 w 12192000"/>
              <a:gd name="connsiteY1481" fmla="*/ 3869063 h 6858000"/>
              <a:gd name="connsiteX1482" fmla="*/ 5300793 w 12192000"/>
              <a:gd name="connsiteY1482" fmla="*/ 3872350 h 6858000"/>
              <a:gd name="connsiteX1483" fmla="*/ 5113335 w 12192000"/>
              <a:gd name="connsiteY1483" fmla="*/ 4210719 h 6858000"/>
              <a:gd name="connsiteX1484" fmla="*/ 5113335 w 12192000"/>
              <a:gd name="connsiteY1484" fmla="*/ 4210789 h 6858000"/>
              <a:gd name="connsiteX1485" fmla="*/ 5055143 w 12192000"/>
              <a:gd name="connsiteY1485" fmla="*/ 4315684 h 6858000"/>
              <a:gd name="connsiteX1486" fmla="*/ 5055107 w 12192000"/>
              <a:gd name="connsiteY1486" fmla="*/ 4315684 h 6858000"/>
              <a:gd name="connsiteX1487" fmla="*/ 4873559 w 12192000"/>
              <a:gd name="connsiteY1487" fmla="*/ 4643237 h 6858000"/>
              <a:gd name="connsiteX1488" fmla="*/ 4867563 w 12192000"/>
              <a:gd name="connsiteY1488" fmla="*/ 4639917 h 6858000"/>
              <a:gd name="connsiteX1489" fmla="*/ 5047272 w 12192000"/>
              <a:gd name="connsiteY1489" fmla="*/ 4315684 h 6858000"/>
              <a:gd name="connsiteX1490" fmla="*/ 5047308 w 12192000"/>
              <a:gd name="connsiteY1490" fmla="*/ 4315684 h 6858000"/>
              <a:gd name="connsiteX1491" fmla="*/ 5113329 w 12192000"/>
              <a:gd name="connsiteY1491" fmla="*/ 4196653 h 6858000"/>
              <a:gd name="connsiteX1492" fmla="*/ 5113329 w 12192000"/>
              <a:gd name="connsiteY1492" fmla="*/ 4196583 h 6858000"/>
              <a:gd name="connsiteX1493" fmla="*/ 4803371 w 12192000"/>
              <a:gd name="connsiteY1493" fmla="*/ 3869063 h 6858000"/>
              <a:gd name="connsiteX1494" fmla="*/ 4809345 w 12192000"/>
              <a:gd name="connsiteY1494" fmla="*/ 3872350 h 6858000"/>
              <a:gd name="connsiteX1495" fmla="*/ 4621825 w 12192000"/>
              <a:gd name="connsiteY1495" fmla="*/ 4210719 h 6858000"/>
              <a:gd name="connsiteX1496" fmla="*/ 4621825 w 12192000"/>
              <a:gd name="connsiteY1496" fmla="*/ 4210789 h 6858000"/>
              <a:gd name="connsiteX1497" fmla="*/ 4563657 w 12192000"/>
              <a:gd name="connsiteY1497" fmla="*/ 4315684 h 6858000"/>
              <a:gd name="connsiteX1498" fmla="*/ 4563619 w 12192000"/>
              <a:gd name="connsiteY1498" fmla="*/ 4315684 h 6858000"/>
              <a:gd name="connsiteX1499" fmla="*/ 4382026 w 12192000"/>
              <a:gd name="connsiteY1499" fmla="*/ 4643237 h 6858000"/>
              <a:gd name="connsiteX1500" fmla="*/ 4376068 w 12192000"/>
              <a:gd name="connsiteY1500" fmla="*/ 4639917 h 6858000"/>
              <a:gd name="connsiteX1501" fmla="*/ 4555776 w 12192000"/>
              <a:gd name="connsiteY1501" fmla="*/ 4315684 h 6858000"/>
              <a:gd name="connsiteX1502" fmla="*/ 4555814 w 12192000"/>
              <a:gd name="connsiteY1502" fmla="*/ 4315684 h 6858000"/>
              <a:gd name="connsiteX1503" fmla="*/ 4621823 w 12192000"/>
              <a:gd name="connsiteY1503" fmla="*/ 4196653 h 6858000"/>
              <a:gd name="connsiteX1504" fmla="*/ 4621823 w 12192000"/>
              <a:gd name="connsiteY1504" fmla="*/ 4196583 h 6858000"/>
              <a:gd name="connsiteX1505" fmla="*/ 4311844 w 12192000"/>
              <a:gd name="connsiteY1505" fmla="*/ 3869063 h 6858000"/>
              <a:gd name="connsiteX1506" fmla="*/ 4317835 w 12192000"/>
              <a:gd name="connsiteY1506" fmla="*/ 3872350 h 6858000"/>
              <a:gd name="connsiteX1507" fmla="*/ 4130305 w 12192000"/>
              <a:gd name="connsiteY1507" fmla="*/ 4210720 h 6858000"/>
              <a:gd name="connsiteX1508" fmla="*/ 4130305 w 12192000"/>
              <a:gd name="connsiteY1508" fmla="*/ 4210789 h 6858000"/>
              <a:gd name="connsiteX1509" fmla="*/ 4072147 w 12192000"/>
              <a:gd name="connsiteY1509" fmla="*/ 4315684 h 6858000"/>
              <a:gd name="connsiteX1510" fmla="*/ 4072106 w 12192000"/>
              <a:gd name="connsiteY1510" fmla="*/ 4315684 h 6858000"/>
              <a:gd name="connsiteX1511" fmla="*/ 3890574 w 12192000"/>
              <a:gd name="connsiteY1511" fmla="*/ 4643237 h 6858000"/>
              <a:gd name="connsiteX1512" fmla="*/ 3884581 w 12192000"/>
              <a:gd name="connsiteY1512" fmla="*/ 4639917 h 6858000"/>
              <a:gd name="connsiteX1513" fmla="*/ 4064269 w 12192000"/>
              <a:gd name="connsiteY1513" fmla="*/ 4315684 h 6858000"/>
              <a:gd name="connsiteX1514" fmla="*/ 4064342 w 12192000"/>
              <a:gd name="connsiteY1514" fmla="*/ 4315684 h 6858000"/>
              <a:gd name="connsiteX1515" fmla="*/ 4130305 w 12192000"/>
              <a:gd name="connsiteY1515" fmla="*/ 4196652 h 6858000"/>
              <a:gd name="connsiteX1516" fmla="*/ 4130305 w 12192000"/>
              <a:gd name="connsiteY1516" fmla="*/ 4196583 h 6858000"/>
              <a:gd name="connsiteX1517" fmla="*/ 3820393 w 12192000"/>
              <a:gd name="connsiteY1517" fmla="*/ 3869063 h 6858000"/>
              <a:gd name="connsiteX1518" fmla="*/ 3826350 w 12192000"/>
              <a:gd name="connsiteY1518" fmla="*/ 3872350 h 6858000"/>
              <a:gd name="connsiteX1519" fmla="*/ 3638833 w 12192000"/>
              <a:gd name="connsiteY1519" fmla="*/ 4210688 h 6858000"/>
              <a:gd name="connsiteX1520" fmla="*/ 3638833 w 12192000"/>
              <a:gd name="connsiteY1520" fmla="*/ 4210789 h 6858000"/>
              <a:gd name="connsiteX1521" fmla="*/ 3580665 w 12192000"/>
              <a:gd name="connsiteY1521" fmla="*/ 4315684 h 6858000"/>
              <a:gd name="connsiteX1522" fmla="*/ 3580627 w 12192000"/>
              <a:gd name="connsiteY1522" fmla="*/ 4315684 h 6858000"/>
              <a:gd name="connsiteX1523" fmla="*/ 3399100 w 12192000"/>
              <a:gd name="connsiteY1523" fmla="*/ 4643237 h 6858000"/>
              <a:gd name="connsiteX1524" fmla="*/ 3393111 w 12192000"/>
              <a:gd name="connsiteY1524" fmla="*/ 4639917 h 6858000"/>
              <a:gd name="connsiteX1525" fmla="*/ 3572822 w 12192000"/>
              <a:gd name="connsiteY1525" fmla="*/ 4315684 h 6858000"/>
              <a:gd name="connsiteX1526" fmla="*/ 3572863 w 12192000"/>
              <a:gd name="connsiteY1526" fmla="*/ 4315684 h 6858000"/>
              <a:gd name="connsiteX1527" fmla="*/ 3638814 w 12192000"/>
              <a:gd name="connsiteY1527" fmla="*/ 4196684 h 6858000"/>
              <a:gd name="connsiteX1528" fmla="*/ 3638814 w 12192000"/>
              <a:gd name="connsiteY1528" fmla="*/ 4196583 h 6858000"/>
              <a:gd name="connsiteX1529" fmla="*/ 3328939 w 12192000"/>
              <a:gd name="connsiteY1529" fmla="*/ 3869063 h 6858000"/>
              <a:gd name="connsiteX1530" fmla="*/ 3334927 w 12192000"/>
              <a:gd name="connsiteY1530" fmla="*/ 3872350 h 6858000"/>
              <a:gd name="connsiteX1531" fmla="*/ 3147315 w 12192000"/>
              <a:gd name="connsiteY1531" fmla="*/ 4210719 h 6858000"/>
              <a:gd name="connsiteX1532" fmla="*/ 3147315 w 12192000"/>
              <a:gd name="connsiteY1532" fmla="*/ 4210789 h 6858000"/>
              <a:gd name="connsiteX1533" fmla="*/ 3089145 w 12192000"/>
              <a:gd name="connsiteY1533" fmla="*/ 4315684 h 6858000"/>
              <a:gd name="connsiteX1534" fmla="*/ 3089106 w 12192000"/>
              <a:gd name="connsiteY1534" fmla="*/ 4315684 h 6858000"/>
              <a:gd name="connsiteX1535" fmla="*/ 2907567 w 12192000"/>
              <a:gd name="connsiteY1535" fmla="*/ 4643237 h 6858000"/>
              <a:gd name="connsiteX1536" fmla="*/ 2901580 w 12192000"/>
              <a:gd name="connsiteY1536" fmla="*/ 4639917 h 6858000"/>
              <a:gd name="connsiteX1537" fmla="*/ 3081315 w 12192000"/>
              <a:gd name="connsiteY1537" fmla="*/ 4315684 h 6858000"/>
              <a:gd name="connsiteX1538" fmla="*/ 3081354 w 12192000"/>
              <a:gd name="connsiteY1538" fmla="*/ 4315684 h 6858000"/>
              <a:gd name="connsiteX1539" fmla="*/ 3147315 w 12192000"/>
              <a:gd name="connsiteY1539" fmla="*/ 4196653 h 6858000"/>
              <a:gd name="connsiteX1540" fmla="*/ 3147315 w 12192000"/>
              <a:gd name="connsiteY1540" fmla="*/ 4196583 h 6858000"/>
              <a:gd name="connsiteX1541" fmla="*/ 2837398 w 12192000"/>
              <a:gd name="connsiteY1541" fmla="*/ 3869063 h 6858000"/>
              <a:gd name="connsiteX1542" fmla="*/ 2843389 w 12192000"/>
              <a:gd name="connsiteY1542" fmla="*/ 3872350 h 6858000"/>
              <a:gd name="connsiteX1543" fmla="*/ 2655860 w 12192000"/>
              <a:gd name="connsiteY1543" fmla="*/ 4210720 h 6858000"/>
              <a:gd name="connsiteX1544" fmla="*/ 2655860 w 12192000"/>
              <a:gd name="connsiteY1544" fmla="*/ 4210789 h 6858000"/>
              <a:gd name="connsiteX1545" fmla="*/ 2597729 w 12192000"/>
              <a:gd name="connsiteY1545" fmla="*/ 4315684 h 6858000"/>
              <a:gd name="connsiteX1546" fmla="*/ 2597655 w 12192000"/>
              <a:gd name="connsiteY1546" fmla="*/ 4315684 h 6858000"/>
              <a:gd name="connsiteX1547" fmla="*/ 2416090 w 12192000"/>
              <a:gd name="connsiteY1547" fmla="*/ 4643237 h 6858000"/>
              <a:gd name="connsiteX1548" fmla="*/ 2410100 w 12192000"/>
              <a:gd name="connsiteY1548" fmla="*/ 4639917 h 6858000"/>
              <a:gd name="connsiteX1549" fmla="*/ 2589849 w 12192000"/>
              <a:gd name="connsiteY1549" fmla="*/ 4315684 h 6858000"/>
              <a:gd name="connsiteX1550" fmla="*/ 2589889 w 12192000"/>
              <a:gd name="connsiteY1550" fmla="*/ 4315684 h 6858000"/>
              <a:gd name="connsiteX1551" fmla="*/ 2655859 w 12192000"/>
              <a:gd name="connsiteY1551" fmla="*/ 4196652 h 6858000"/>
              <a:gd name="connsiteX1552" fmla="*/ 2655859 w 12192000"/>
              <a:gd name="connsiteY1552" fmla="*/ 4196583 h 6858000"/>
              <a:gd name="connsiteX1553" fmla="*/ 2345915 w 12192000"/>
              <a:gd name="connsiteY1553" fmla="*/ 3869063 h 6858000"/>
              <a:gd name="connsiteX1554" fmla="*/ 2351910 w 12192000"/>
              <a:gd name="connsiteY1554" fmla="*/ 3872350 h 6858000"/>
              <a:gd name="connsiteX1555" fmla="*/ 2164319 w 12192000"/>
              <a:gd name="connsiteY1555" fmla="*/ 4210719 h 6858000"/>
              <a:gd name="connsiteX1556" fmla="*/ 2164319 w 12192000"/>
              <a:gd name="connsiteY1556" fmla="*/ 4210789 h 6858000"/>
              <a:gd name="connsiteX1557" fmla="*/ 2106204 w 12192000"/>
              <a:gd name="connsiteY1557" fmla="*/ 4315684 h 6858000"/>
              <a:gd name="connsiteX1558" fmla="*/ 2106129 w 12192000"/>
              <a:gd name="connsiteY1558" fmla="*/ 4315684 h 6858000"/>
              <a:gd name="connsiteX1559" fmla="*/ 1924516 w 12192000"/>
              <a:gd name="connsiteY1559" fmla="*/ 4643237 h 6858000"/>
              <a:gd name="connsiteX1560" fmla="*/ 1918526 w 12192000"/>
              <a:gd name="connsiteY1560" fmla="*/ 4639917 h 6858000"/>
              <a:gd name="connsiteX1561" fmla="*/ 2098323 w 12192000"/>
              <a:gd name="connsiteY1561" fmla="*/ 4315684 h 6858000"/>
              <a:gd name="connsiteX1562" fmla="*/ 2098363 w 12192000"/>
              <a:gd name="connsiteY1562" fmla="*/ 4315684 h 6858000"/>
              <a:gd name="connsiteX1563" fmla="*/ 2164319 w 12192000"/>
              <a:gd name="connsiteY1563" fmla="*/ 4196653 h 6858000"/>
              <a:gd name="connsiteX1564" fmla="*/ 2164319 w 12192000"/>
              <a:gd name="connsiteY1564" fmla="*/ 4196583 h 6858000"/>
              <a:gd name="connsiteX1565" fmla="*/ 1854342 w 12192000"/>
              <a:gd name="connsiteY1565" fmla="*/ 3869063 h 6858000"/>
              <a:gd name="connsiteX1566" fmla="*/ 1860333 w 12192000"/>
              <a:gd name="connsiteY1566" fmla="*/ 3872350 h 6858000"/>
              <a:gd name="connsiteX1567" fmla="*/ 1672803 w 12192000"/>
              <a:gd name="connsiteY1567" fmla="*/ 4210658 h 6858000"/>
              <a:gd name="connsiteX1568" fmla="*/ 1672803 w 12192000"/>
              <a:gd name="connsiteY1568" fmla="*/ 4210789 h 6858000"/>
              <a:gd name="connsiteX1569" fmla="*/ 1614641 w 12192000"/>
              <a:gd name="connsiteY1569" fmla="*/ 4315684 h 6858000"/>
              <a:gd name="connsiteX1570" fmla="*/ 1614601 w 12192000"/>
              <a:gd name="connsiteY1570" fmla="*/ 4315684 h 6858000"/>
              <a:gd name="connsiteX1571" fmla="*/ 1433029 w 12192000"/>
              <a:gd name="connsiteY1571" fmla="*/ 4643237 h 6858000"/>
              <a:gd name="connsiteX1572" fmla="*/ 1427038 w 12192000"/>
              <a:gd name="connsiteY1572" fmla="*/ 4639917 h 6858000"/>
              <a:gd name="connsiteX1573" fmla="*/ 1606763 w 12192000"/>
              <a:gd name="connsiteY1573" fmla="*/ 4315684 h 6858000"/>
              <a:gd name="connsiteX1574" fmla="*/ 1606801 w 12192000"/>
              <a:gd name="connsiteY1574" fmla="*/ 4315684 h 6858000"/>
              <a:gd name="connsiteX1575" fmla="*/ 1672769 w 12192000"/>
              <a:gd name="connsiteY1575" fmla="*/ 4196714 h 6858000"/>
              <a:gd name="connsiteX1576" fmla="*/ 1672769 w 12192000"/>
              <a:gd name="connsiteY1576" fmla="*/ 4196583 h 6858000"/>
              <a:gd name="connsiteX1577" fmla="*/ 1362854 w 12192000"/>
              <a:gd name="connsiteY1577" fmla="*/ 3869063 h 6858000"/>
              <a:gd name="connsiteX1578" fmla="*/ 1368845 w 12192000"/>
              <a:gd name="connsiteY1578" fmla="*/ 3872350 h 6858000"/>
              <a:gd name="connsiteX1579" fmla="*/ 1181331 w 12192000"/>
              <a:gd name="connsiteY1579" fmla="*/ 4210690 h 6858000"/>
              <a:gd name="connsiteX1580" fmla="*/ 1181331 w 12192000"/>
              <a:gd name="connsiteY1580" fmla="*/ 4210789 h 6858000"/>
              <a:gd name="connsiteX1581" fmla="*/ 1123169 w 12192000"/>
              <a:gd name="connsiteY1581" fmla="*/ 4315684 h 6858000"/>
              <a:gd name="connsiteX1582" fmla="*/ 1123130 w 12192000"/>
              <a:gd name="connsiteY1582" fmla="*/ 4315684 h 6858000"/>
              <a:gd name="connsiteX1583" fmla="*/ 941557 w 12192000"/>
              <a:gd name="connsiteY1583" fmla="*/ 4643237 h 6858000"/>
              <a:gd name="connsiteX1584" fmla="*/ 935567 w 12192000"/>
              <a:gd name="connsiteY1584" fmla="*/ 4639917 h 6858000"/>
              <a:gd name="connsiteX1585" fmla="*/ 1115291 w 12192000"/>
              <a:gd name="connsiteY1585" fmla="*/ 4315684 h 6858000"/>
              <a:gd name="connsiteX1586" fmla="*/ 1115329 w 12192000"/>
              <a:gd name="connsiteY1586" fmla="*/ 4315684 h 6858000"/>
              <a:gd name="connsiteX1587" fmla="*/ 1181315 w 12192000"/>
              <a:gd name="connsiteY1587" fmla="*/ 4196681 h 6858000"/>
              <a:gd name="connsiteX1588" fmla="*/ 1181315 w 12192000"/>
              <a:gd name="connsiteY1588" fmla="*/ 4196583 h 6858000"/>
              <a:gd name="connsiteX1589" fmla="*/ 871384 w 12192000"/>
              <a:gd name="connsiteY1589" fmla="*/ 3869063 h 6858000"/>
              <a:gd name="connsiteX1590" fmla="*/ 877374 w 12192000"/>
              <a:gd name="connsiteY1590" fmla="*/ 3872350 h 6858000"/>
              <a:gd name="connsiteX1591" fmla="*/ 689845 w 12192000"/>
              <a:gd name="connsiteY1591" fmla="*/ 4210719 h 6858000"/>
              <a:gd name="connsiteX1592" fmla="*/ 689845 w 12192000"/>
              <a:gd name="connsiteY1592" fmla="*/ 4210789 h 6858000"/>
              <a:gd name="connsiteX1593" fmla="*/ 631683 w 12192000"/>
              <a:gd name="connsiteY1593" fmla="*/ 4315684 h 6858000"/>
              <a:gd name="connsiteX1594" fmla="*/ 631644 w 12192000"/>
              <a:gd name="connsiteY1594" fmla="*/ 4315684 h 6858000"/>
              <a:gd name="connsiteX1595" fmla="*/ 450070 w 12192000"/>
              <a:gd name="connsiteY1595" fmla="*/ 4643237 h 6858000"/>
              <a:gd name="connsiteX1596" fmla="*/ 444079 w 12192000"/>
              <a:gd name="connsiteY1596" fmla="*/ 4639917 h 6858000"/>
              <a:gd name="connsiteX1597" fmla="*/ 623804 w 12192000"/>
              <a:gd name="connsiteY1597" fmla="*/ 4315684 h 6858000"/>
              <a:gd name="connsiteX1598" fmla="*/ 623843 w 12192000"/>
              <a:gd name="connsiteY1598" fmla="*/ 4315684 h 6858000"/>
              <a:gd name="connsiteX1599" fmla="*/ 689844 w 12192000"/>
              <a:gd name="connsiteY1599" fmla="*/ 4196652 h 6858000"/>
              <a:gd name="connsiteX1600" fmla="*/ 689844 w 12192000"/>
              <a:gd name="connsiteY1600" fmla="*/ 4196583 h 6858000"/>
              <a:gd name="connsiteX1601" fmla="*/ 379896 w 12192000"/>
              <a:gd name="connsiteY1601" fmla="*/ 3869063 h 6858000"/>
              <a:gd name="connsiteX1602" fmla="*/ 385887 w 12192000"/>
              <a:gd name="connsiteY1602" fmla="*/ 3872350 h 6858000"/>
              <a:gd name="connsiteX1603" fmla="*/ 198359 w 12192000"/>
              <a:gd name="connsiteY1603" fmla="*/ 4210719 h 6858000"/>
              <a:gd name="connsiteX1604" fmla="*/ 198359 w 12192000"/>
              <a:gd name="connsiteY1604" fmla="*/ 4210789 h 6858000"/>
              <a:gd name="connsiteX1605" fmla="*/ 140197 w 12192000"/>
              <a:gd name="connsiteY1605" fmla="*/ 4315684 h 6858000"/>
              <a:gd name="connsiteX1606" fmla="*/ 140158 w 12192000"/>
              <a:gd name="connsiteY1606" fmla="*/ 4315684 h 6858000"/>
              <a:gd name="connsiteX1607" fmla="*/ 0 w 12192000"/>
              <a:gd name="connsiteY1607" fmla="*/ 4568526 h 6858000"/>
              <a:gd name="connsiteX1608" fmla="*/ 0 w 12192000"/>
              <a:gd name="connsiteY1608" fmla="*/ 4554395 h 6858000"/>
              <a:gd name="connsiteX1609" fmla="*/ 132319 w 12192000"/>
              <a:gd name="connsiteY1609" fmla="*/ 4315684 h 6858000"/>
              <a:gd name="connsiteX1610" fmla="*/ 132357 w 12192000"/>
              <a:gd name="connsiteY1610" fmla="*/ 4315684 h 6858000"/>
              <a:gd name="connsiteX1611" fmla="*/ 198358 w 12192000"/>
              <a:gd name="connsiteY1611" fmla="*/ 4196652 h 6858000"/>
              <a:gd name="connsiteX1612" fmla="*/ 198358 w 12192000"/>
              <a:gd name="connsiteY1612" fmla="*/ 4196583 h 6858000"/>
              <a:gd name="connsiteX1613" fmla="*/ 204429 w 12192000"/>
              <a:gd name="connsiteY1613" fmla="*/ 3426428 h 6858000"/>
              <a:gd name="connsiteX1614" fmla="*/ 206243 w 12192000"/>
              <a:gd name="connsiteY1614" fmla="*/ 3429017 h 6858000"/>
              <a:gd name="connsiteX1615" fmla="*/ 206164 w 12192000"/>
              <a:gd name="connsiteY1615" fmla="*/ 3429017 h 6858000"/>
              <a:gd name="connsiteX1616" fmla="*/ 631648 w 12192000"/>
              <a:gd name="connsiteY1616" fmla="*/ 4196582 h 6858000"/>
              <a:gd name="connsiteX1617" fmla="*/ 625658 w 12192000"/>
              <a:gd name="connsiteY1617" fmla="*/ 4199869 h 6858000"/>
              <a:gd name="connsiteX1618" fmla="*/ 198358 w 12192000"/>
              <a:gd name="connsiteY1618" fmla="*/ 3429016 h 6858000"/>
              <a:gd name="connsiteX1619" fmla="*/ 198472 w 12192000"/>
              <a:gd name="connsiteY1619" fmla="*/ 3429016 h 6858000"/>
              <a:gd name="connsiteX1620" fmla="*/ 198472 w 12192000"/>
              <a:gd name="connsiteY1620" fmla="*/ 3428999 h 6858000"/>
              <a:gd name="connsiteX1621" fmla="*/ 695910 w 12192000"/>
              <a:gd name="connsiteY1621" fmla="*/ 3426425 h 6858000"/>
              <a:gd name="connsiteX1622" fmla="*/ 697724 w 12192000"/>
              <a:gd name="connsiteY1622" fmla="*/ 3429017 h 6858000"/>
              <a:gd name="connsiteX1623" fmla="*/ 697649 w 12192000"/>
              <a:gd name="connsiteY1623" fmla="*/ 3429017 h 6858000"/>
              <a:gd name="connsiteX1624" fmla="*/ 1123100 w 12192000"/>
              <a:gd name="connsiteY1624" fmla="*/ 4196582 h 6858000"/>
              <a:gd name="connsiteX1625" fmla="*/ 1117109 w 12192000"/>
              <a:gd name="connsiteY1625" fmla="*/ 4199869 h 6858000"/>
              <a:gd name="connsiteX1626" fmla="*/ 689844 w 12192000"/>
              <a:gd name="connsiteY1626" fmla="*/ 3429016 h 6858000"/>
              <a:gd name="connsiteX1627" fmla="*/ 689953 w 12192000"/>
              <a:gd name="connsiteY1627" fmla="*/ 3429016 h 6858000"/>
              <a:gd name="connsiteX1628" fmla="*/ 689953 w 12192000"/>
              <a:gd name="connsiteY1628" fmla="*/ 3428999 h 6858000"/>
              <a:gd name="connsiteX1629" fmla="*/ 1187376 w 12192000"/>
              <a:gd name="connsiteY1629" fmla="*/ 3426401 h 6858000"/>
              <a:gd name="connsiteX1630" fmla="*/ 1189190 w 12192000"/>
              <a:gd name="connsiteY1630" fmla="*/ 3429017 h 6858000"/>
              <a:gd name="connsiteX1631" fmla="*/ 1189121 w 12192000"/>
              <a:gd name="connsiteY1631" fmla="*/ 3429017 h 6858000"/>
              <a:gd name="connsiteX1632" fmla="*/ 1614572 w 12192000"/>
              <a:gd name="connsiteY1632" fmla="*/ 4196582 h 6858000"/>
              <a:gd name="connsiteX1633" fmla="*/ 1608581 w 12192000"/>
              <a:gd name="connsiteY1633" fmla="*/ 4199869 h 6858000"/>
              <a:gd name="connsiteX1634" fmla="*/ 1181314 w 12192000"/>
              <a:gd name="connsiteY1634" fmla="*/ 3429016 h 6858000"/>
              <a:gd name="connsiteX1635" fmla="*/ 1181419 w 12192000"/>
              <a:gd name="connsiteY1635" fmla="*/ 3429016 h 6858000"/>
              <a:gd name="connsiteX1636" fmla="*/ 1181419 w 12192000"/>
              <a:gd name="connsiteY1636" fmla="*/ 3428999 h 6858000"/>
              <a:gd name="connsiteX1637" fmla="*/ 1678826 w 12192000"/>
              <a:gd name="connsiteY1637" fmla="*/ 3426398 h 6858000"/>
              <a:gd name="connsiteX1638" fmla="*/ 1680675 w 12192000"/>
              <a:gd name="connsiteY1638" fmla="*/ 3429017 h 6858000"/>
              <a:gd name="connsiteX1639" fmla="*/ 1680608 w 12192000"/>
              <a:gd name="connsiteY1639" fmla="*/ 3429017 h 6858000"/>
              <a:gd name="connsiteX1640" fmla="*/ 2106133 w 12192000"/>
              <a:gd name="connsiteY1640" fmla="*/ 4196582 h 6858000"/>
              <a:gd name="connsiteX1641" fmla="*/ 2100142 w 12192000"/>
              <a:gd name="connsiteY1641" fmla="*/ 4199869 h 6858000"/>
              <a:gd name="connsiteX1642" fmla="*/ 1672768 w 12192000"/>
              <a:gd name="connsiteY1642" fmla="*/ 3429016 h 6858000"/>
              <a:gd name="connsiteX1643" fmla="*/ 1672869 w 12192000"/>
              <a:gd name="connsiteY1643" fmla="*/ 3429016 h 6858000"/>
              <a:gd name="connsiteX1644" fmla="*/ 1672869 w 12192000"/>
              <a:gd name="connsiteY1644" fmla="*/ 3428999 h 6858000"/>
              <a:gd name="connsiteX1645" fmla="*/ 2170391 w 12192000"/>
              <a:gd name="connsiteY1645" fmla="*/ 3426397 h 6858000"/>
              <a:gd name="connsiteX1646" fmla="*/ 2172241 w 12192000"/>
              <a:gd name="connsiteY1646" fmla="*/ 3429017 h 6858000"/>
              <a:gd name="connsiteX1647" fmla="*/ 2172158 w 12192000"/>
              <a:gd name="connsiteY1647" fmla="*/ 3429017 h 6858000"/>
              <a:gd name="connsiteX1648" fmla="*/ 2597661 w 12192000"/>
              <a:gd name="connsiteY1648" fmla="*/ 4196582 h 6858000"/>
              <a:gd name="connsiteX1649" fmla="*/ 2591669 w 12192000"/>
              <a:gd name="connsiteY1649" fmla="*/ 4199869 h 6858000"/>
              <a:gd name="connsiteX1650" fmla="*/ 2164319 w 12192000"/>
              <a:gd name="connsiteY1650" fmla="*/ 3429016 h 6858000"/>
              <a:gd name="connsiteX1651" fmla="*/ 2164437 w 12192000"/>
              <a:gd name="connsiteY1651" fmla="*/ 3429016 h 6858000"/>
              <a:gd name="connsiteX1652" fmla="*/ 2164437 w 12192000"/>
              <a:gd name="connsiteY1652" fmla="*/ 3428999 h 6858000"/>
              <a:gd name="connsiteX1653" fmla="*/ 2661943 w 12192000"/>
              <a:gd name="connsiteY1653" fmla="*/ 3426395 h 6858000"/>
              <a:gd name="connsiteX1654" fmla="*/ 2663790 w 12192000"/>
              <a:gd name="connsiteY1654" fmla="*/ 3429017 h 6858000"/>
              <a:gd name="connsiteX1655" fmla="*/ 2663696 w 12192000"/>
              <a:gd name="connsiteY1655" fmla="*/ 3429017 h 6858000"/>
              <a:gd name="connsiteX1656" fmla="*/ 3089111 w 12192000"/>
              <a:gd name="connsiteY1656" fmla="*/ 4196582 h 6858000"/>
              <a:gd name="connsiteX1657" fmla="*/ 3083133 w 12192000"/>
              <a:gd name="connsiteY1657" fmla="*/ 4199869 h 6858000"/>
              <a:gd name="connsiteX1658" fmla="*/ 2655859 w 12192000"/>
              <a:gd name="connsiteY1658" fmla="*/ 3429016 h 6858000"/>
              <a:gd name="connsiteX1659" fmla="*/ 2655987 w 12192000"/>
              <a:gd name="connsiteY1659" fmla="*/ 3429016 h 6858000"/>
              <a:gd name="connsiteX1660" fmla="*/ 2655987 w 12192000"/>
              <a:gd name="connsiteY1660" fmla="*/ 3428999 h 6858000"/>
              <a:gd name="connsiteX1661" fmla="*/ 3153379 w 12192000"/>
              <a:gd name="connsiteY1661" fmla="*/ 3426394 h 6858000"/>
              <a:gd name="connsiteX1662" fmla="*/ 3155238 w 12192000"/>
              <a:gd name="connsiteY1662" fmla="*/ 3429017 h 6858000"/>
              <a:gd name="connsiteX1663" fmla="*/ 3155154 w 12192000"/>
              <a:gd name="connsiteY1663" fmla="*/ 3429017 h 6858000"/>
              <a:gd name="connsiteX1664" fmla="*/ 3580633 w 12192000"/>
              <a:gd name="connsiteY1664" fmla="*/ 4196582 h 6858000"/>
              <a:gd name="connsiteX1665" fmla="*/ 3574645 w 12192000"/>
              <a:gd name="connsiteY1665" fmla="*/ 4199869 h 6858000"/>
              <a:gd name="connsiteX1666" fmla="*/ 3147308 w 12192000"/>
              <a:gd name="connsiteY1666" fmla="*/ 3429016 h 6858000"/>
              <a:gd name="connsiteX1667" fmla="*/ 3147425 w 12192000"/>
              <a:gd name="connsiteY1667" fmla="*/ 3429016 h 6858000"/>
              <a:gd name="connsiteX1668" fmla="*/ 3147425 w 12192000"/>
              <a:gd name="connsiteY1668" fmla="*/ 3428999 h 6858000"/>
              <a:gd name="connsiteX1669" fmla="*/ 3644893 w 12192000"/>
              <a:gd name="connsiteY1669" fmla="*/ 3426369 h 6858000"/>
              <a:gd name="connsiteX1670" fmla="*/ 3646736 w 12192000"/>
              <a:gd name="connsiteY1670" fmla="*/ 3429017 h 6858000"/>
              <a:gd name="connsiteX1671" fmla="*/ 3646654 w 12192000"/>
              <a:gd name="connsiteY1671" fmla="*/ 3429017 h 6858000"/>
              <a:gd name="connsiteX1672" fmla="*/ 4072112 w 12192000"/>
              <a:gd name="connsiteY1672" fmla="*/ 4196582 h 6858000"/>
              <a:gd name="connsiteX1673" fmla="*/ 4066120 w 12192000"/>
              <a:gd name="connsiteY1673" fmla="*/ 4199869 h 6858000"/>
              <a:gd name="connsiteX1674" fmla="*/ 3638814 w 12192000"/>
              <a:gd name="connsiteY1674" fmla="*/ 3429016 h 6858000"/>
              <a:gd name="connsiteX1675" fmla="*/ 3638934 w 12192000"/>
              <a:gd name="connsiteY1675" fmla="*/ 3429016 h 6858000"/>
              <a:gd name="connsiteX1676" fmla="*/ 3638934 w 12192000"/>
              <a:gd name="connsiteY1676" fmla="*/ 3428999 h 6858000"/>
              <a:gd name="connsiteX1677" fmla="*/ 4136388 w 12192000"/>
              <a:gd name="connsiteY1677" fmla="*/ 3426366 h 6858000"/>
              <a:gd name="connsiteX1678" fmla="*/ 4138238 w 12192000"/>
              <a:gd name="connsiteY1678" fmla="*/ 3429017 h 6858000"/>
              <a:gd name="connsiteX1679" fmla="*/ 4138147 w 12192000"/>
              <a:gd name="connsiteY1679" fmla="*/ 3429017 h 6858000"/>
              <a:gd name="connsiteX1680" fmla="*/ 4563621 w 12192000"/>
              <a:gd name="connsiteY1680" fmla="*/ 4196582 h 6858000"/>
              <a:gd name="connsiteX1681" fmla="*/ 4557628 w 12192000"/>
              <a:gd name="connsiteY1681" fmla="*/ 4199869 h 6858000"/>
              <a:gd name="connsiteX1682" fmla="*/ 4130305 w 12192000"/>
              <a:gd name="connsiteY1682" fmla="*/ 3429016 h 6858000"/>
              <a:gd name="connsiteX1683" fmla="*/ 4130421 w 12192000"/>
              <a:gd name="connsiteY1683" fmla="*/ 3429016 h 6858000"/>
              <a:gd name="connsiteX1684" fmla="*/ 4130421 w 12192000"/>
              <a:gd name="connsiteY1684" fmla="*/ 3428999 h 6858000"/>
              <a:gd name="connsiteX1685" fmla="*/ 4627900 w 12192000"/>
              <a:gd name="connsiteY1685" fmla="*/ 3426365 h 6858000"/>
              <a:gd name="connsiteX1686" fmla="*/ 4629752 w 12192000"/>
              <a:gd name="connsiteY1686" fmla="*/ 3429017 h 6858000"/>
              <a:gd name="connsiteX1687" fmla="*/ 4629663 w 12192000"/>
              <a:gd name="connsiteY1687" fmla="*/ 3429017 h 6858000"/>
              <a:gd name="connsiteX1688" fmla="*/ 5055111 w 12192000"/>
              <a:gd name="connsiteY1688" fmla="*/ 4196582 h 6858000"/>
              <a:gd name="connsiteX1689" fmla="*/ 5049122 w 12192000"/>
              <a:gd name="connsiteY1689" fmla="*/ 4199869 h 6858000"/>
              <a:gd name="connsiteX1690" fmla="*/ 4621823 w 12192000"/>
              <a:gd name="connsiteY1690" fmla="*/ 3429016 h 6858000"/>
              <a:gd name="connsiteX1691" fmla="*/ 4621948 w 12192000"/>
              <a:gd name="connsiteY1691" fmla="*/ 3429016 h 6858000"/>
              <a:gd name="connsiteX1692" fmla="*/ 4621948 w 12192000"/>
              <a:gd name="connsiteY1692" fmla="*/ 3428999 h 6858000"/>
              <a:gd name="connsiteX1693" fmla="*/ 5119445 w 12192000"/>
              <a:gd name="connsiteY1693" fmla="*/ 3426363 h 6858000"/>
              <a:gd name="connsiteX1694" fmla="*/ 5121248 w 12192000"/>
              <a:gd name="connsiteY1694" fmla="*/ 3429017 h 6858000"/>
              <a:gd name="connsiteX1695" fmla="*/ 5121185 w 12192000"/>
              <a:gd name="connsiteY1695" fmla="*/ 3429017 h 6858000"/>
              <a:gd name="connsiteX1696" fmla="*/ 5546637 w 12192000"/>
              <a:gd name="connsiteY1696" fmla="*/ 4196582 h 6858000"/>
              <a:gd name="connsiteX1697" fmla="*/ 5540618 w 12192000"/>
              <a:gd name="connsiteY1697" fmla="*/ 4199869 h 6858000"/>
              <a:gd name="connsiteX1698" fmla="*/ 5113329 w 12192000"/>
              <a:gd name="connsiteY1698" fmla="*/ 3429016 h 6858000"/>
              <a:gd name="connsiteX1699" fmla="*/ 5113453 w 12192000"/>
              <a:gd name="connsiteY1699" fmla="*/ 3429016 h 6858000"/>
              <a:gd name="connsiteX1700" fmla="*/ 5113453 w 12192000"/>
              <a:gd name="connsiteY1700" fmla="*/ 3428999 h 6858000"/>
              <a:gd name="connsiteX1701" fmla="*/ 5610858 w 12192000"/>
              <a:gd name="connsiteY1701" fmla="*/ 3426363 h 6858000"/>
              <a:gd name="connsiteX1702" fmla="*/ 5612666 w 12192000"/>
              <a:gd name="connsiteY1702" fmla="*/ 3429017 h 6858000"/>
              <a:gd name="connsiteX1703" fmla="*/ 5612597 w 12192000"/>
              <a:gd name="connsiteY1703" fmla="*/ 3429017 h 6858000"/>
              <a:gd name="connsiteX1704" fmla="*/ 6038053 w 12192000"/>
              <a:gd name="connsiteY1704" fmla="*/ 4196582 h 6858000"/>
              <a:gd name="connsiteX1705" fmla="*/ 6032085 w 12192000"/>
              <a:gd name="connsiteY1705" fmla="*/ 4199869 h 6858000"/>
              <a:gd name="connsiteX1706" fmla="*/ 5604805 w 12192000"/>
              <a:gd name="connsiteY1706" fmla="*/ 3429016 h 6858000"/>
              <a:gd name="connsiteX1707" fmla="*/ 5604919 w 12192000"/>
              <a:gd name="connsiteY1707" fmla="*/ 3429016 h 6858000"/>
              <a:gd name="connsiteX1708" fmla="*/ 5604919 w 12192000"/>
              <a:gd name="connsiteY1708" fmla="*/ 3428999 h 6858000"/>
              <a:gd name="connsiteX1709" fmla="*/ 6101912 w 12192000"/>
              <a:gd name="connsiteY1709" fmla="*/ 3426337 h 6858000"/>
              <a:gd name="connsiteX1710" fmla="*/ 6103725 w 12192000"/>
              <a:gd name="connsiteY1710" fmla="*/ 3429016 h 6858000"/>
              <a:gd name="connsiteX1711" fmla="*/ 6103761 w 12192000"/>
              <a:gd name="connsiteY1711" fmla="*/ 3429016 h 6858000"/>
              <a:gd name="connsiteX1712" fmla="*/ 6529258 w 12192000"/>
              <a:gd name="connsiteY1712" fmla="*/ 4196582 h 6858000"/>
              <a:gd name="connsiteX1713" fmla="*/ 6523267 w 12192000"/>
              <a:gd name="connsiteY1713" fmla="*/ 4199869 h 6858000"/>
              <a:gd name="connsiteX1714" fmla="*/ 6096000 w 12192000"/>
              <a:gd name="connsiteY1714" fmla="*/ 3429016 h 6858000"/>
              <a:gd name="connsiteX1715" fmla="*/ 6096000 w 12192000"/>
              <a:gd name="connsiteY1715" fmla="*/ 3428999 h 6858000"/>
              <a:gd name="connsiteX1716" fmla="*/ 6593413 w 12192000"/>
              <a:gd name="connsiteY1716" fmla="*/ 3426336 h 6858000"/>
              <a:gd name="connsiteX1717" fmla="*/ 6595225 w 12192000"/>
              <a:gd name="connsiteY1717" fmla="*/ 3429016 h 6858000"/>
              <a:gd name="connsiteX1718" fmla="*/ 6595261 w 12192000"/>
              <a:gd name="connsiteY1718" fmla="*/ 3429016 h 6858000"/>
              <a:gd name="connsiteX1719" fmla="*/ 7020724 w 12192000"/>
              <a:gd name="connsiteY1719" fmla="*/ 4196582 h 6858000"/>
              <a:gd name="connsiteX1720" fmla="*/ 7014733 w 12192000"/>
              <a:gd name="connsiteY1720" fmla="*/ 4199869 h 6858000"/>
              <a:gd name="connsiteX1721" fmla="*/ 6587456 w 12192000"/>
              <a:gd name="connsiteY1721" fmla="*/ 3429017 h 6858000"/>
              <a:gd name="connsiteX1722" fmla="*/ 6587456 w 12192000"/>
              <a:gd name="connsiteY1722" fmla="*/ 3429016 h 6858000"/>
              <a:gd name="connsiteX1723" fmla="*/ 6587456 w 12192000"/>
              <a:gd name="connsiteY1723" fmla="*/ 3428999 h 6858000"/>
              <a:gd name="connsiteX1724" fmla="*/ 7084914 w 12192000"/>
              <a:gd name="connsiteY1724" fmla="*/ 3426333 h 6858000"/>
              <a:gd name="connsiteX1725" fmla="*/ 7086727 w 12192000"/>
              <a:gd name="connsiteY1725" fmla="*/ 3429016 h 6858000"/>
              <a:gd name="connsiteX1726" fmla="*/ 7086763 w 12192000"/>
              <a:gd name="connsiteY1726" fmla="*/ 3429016 h 6858000"/>
              <a:gd name="connsiteX1727" fmla="*/ 7512226 w 12192000"/>
              <a:gd name="connsiteY1727" fmla="*/ 4196582 h 6858000"/>
              <a:gd name="connsiteX1728" fmla="*/ 7506235 w 12192000"/>
              <a:gd name="connsiteY1728" fmla="*/ 4199869 h 6858000"/>
              <a:gd name="connsiteX1729" fmla="*/ 7078957 w 12192000"/>
              <a:gd name="connsiteY1729" fmla="*/ 3429017 h 6858000"/>
              <a:gd name="connsiteX1730" fmla="*/ 7078957 w 12192000"/>
              <a:gd name="connsiteY1730" fmla="*/ 3429016 h 6858000"/>
              <a:gd name="connsiteX1731" fmla="*/ 7078957 w 12192000"/>
              <a:gd name="connsiteY1731" fmla="*/ 3428999 h 6858000"/>
              <a:gd name="connsiteX1732" fmla="*/ 7576381 w 12192000"/>
              <a:gd name="connsiteY1732" fmla="*/ 3426332 h 6858000"/>
              <a:gd name="connsiteX1733" fmla="*/ 7578229 w 12192000"/>
              <a:gd name="connsiteY1733" fmla="*/ 3429016 h 6858000"/>
              <a:gd name="connsiteX1734" fmla="*/ 7578264 w 12192000"/>
              <a:gd name="connsiteY1734" fmla="*/ 3429016 h 6858000"/>
              <a:gd name="connsiteX1735" fmla="*/ 8003727 w 12192000"/>
              <a:gd name="connsiteY1735" fmla="*/ 4196582 h 6858000"/>
              <a:gd name="connsiteX1736" fmla="*/ 7997736 w 12192000"/>
              <a:gd name="connsiteY1736" fmla="*/ 4199869 h 6858000"/>
              <a:gd name="connsiteX1737" fmla="*/ 7570424 w 12192000"/>
              <a:gd name="connsiteY1737" fmla="*/ 3429017 h 6858000"/>
              <a:gd name="connsiteX1738" fmla="*/ 7570424 w 12192000"/>
              <a:gd name="connsiteY1738" fmla="*/ 3429016 h 6858000"/>
              <a:gd name="connsiteX1739" fmla="*/ 7570424 w 12192000"/>
              <a:gd name="connsiteY1739" fmla="*/ 3428999 h 6858000"/>
              <a:gd name="connsiteX1740" fmla="*/ 8067883 w 12192000"/>
              <a:gd name="connsiteY1740" fmla="*/ 3426330 h 6858000"/>
              <a:gd name="connsiteX1741" fmla="*/ 8069731 w 12192000"/>
              <a:gd name="connsiteY1741" fmla="*/ 3429016 h 6858000"/>
              <a:gd name="connsiteX1742" fmla="*/ 8069766 w 12192000"/>
              <a:gd name="connsiteY1742" fmla="*/ 3429016 h 6858000"/>
              <a:gd name="connsiteX1743" fmla="*/ 8495229 w 12192000"/>
              <a:gd name="connsiteY1743" fmla="*/ 4196582 h 6858000"/>
              <a:gd name="connsiteX1744" fmla="*/ 8489238 w 12192000"/>
              <a:gd name="connsiteY1744" fmla="*/ 4199869 h 6858000"/>
              <a:gd name="connsiteX1745" fmla="*/ 8061926 w 12192000"/>
              <a:gd name="connsiteY1745" fmla="*/ 3429017 h 6858000"/>
              <a:gd name="connsiteX1746" fmla="*/ 8061926 w 12192000"/>
              <a:gd name="connsiteY1746" fmla="*/ 3429016 h 6858000"/>
              <a:gd name="connsiteX1747" fmla="*/ 8061926 w 12192000"/>
              <a:gd name="connsiteY1747" fmla="*/ 3428999 h 6858000"/>
              <a:gd name="connsiteX1748" fmla="*/ 8559385 w 12192000"/>
              <a:gd name="connsiteY1748" fmla="*/ 3426304 h 6858000"/>
              <a:gd name="connsiteX1749" fmla="*/ 8561232 w 12192000"/>
              <a:gd name="connsiteY1749" fmla="*/ 3429016 h 6858000"/>
              <a:gd name="connsiteX1750" fmla="*/ 8561267 w 12192000"/>
              <a:gd name="connsiteY1750" fmla="*/ 3429016 h 6858000"/>
              <a:gd name="connsiteX1751" fmla="*/ 8986730 w 12192000"/>
              <a:gd name="connsiteY1751" fmla="*/ 4196582 h 6858000"/>
              <a:gd name="connsiteX1752" fmla="*/ 8980739 w 12192000"/>
              <a:gd name="connsiteY1752" fmla="*/ 4199869 h 6858000"/>
              <a:gd name="connsiteX1753" fmla="*/ 8553428 w 12192000"/>
              <a:gd name="connsiteY1753" fmla="*/ 3429017 h 6858000"/>
              <a:gd name="connsiteX1754" fmla="*/ 8553427 w 12192000"/>
              <a:gd name="connsiteY1754" fmla="*/ 3429017 h 6858000"/>
              <a:gd name="connsiteX1755" fmla="*/ 8553427 w 12192000"/>
              <a:gd name="connsiteY1755" fmla="*/ 3429016 h 6858000"/>
              <a:gd name="connsiteX1756" fmla="*/ 8553427 w 12192000"/>
              <a:gd name="connsiteY1756" fmla="*/ 3428999 h 6858000"/>
              <a:gd name="connsiteX1757" fmla="*/ 9050886 w 12192000"/>
              <a:gd name="connsiteY1757" fmla="*/ 3426304 h 6858000"/>
              <a:gd name="connsiteX1758" fmla="*/ 9052734 w 12192000"/>
              <a:gd name="connsiteY1758" fmla="*/ 3429016 h 6858000"/>
              <a:gd name="connsiteX1759" fmla="*/ 9052769 w 12192000"/>
              <a:gd name="connsiteY1759" fmla="*/ 3429016 h 6858000"/>
              <a:gd name="connsiteX1760" fmla="*/ 9478232 w 12192000"/>
              <a:gd name="connsiteY1760" fmla="*/ 4196582 h 6858000"/>
              <a:gd name="connsiteX1761" fmla="*/ 9472241 w 12192000"/>
              <a:gd name="connsiteY1761" fmla="*/ 4199869 h 6858000"/>
              <a:gd name="connsiteX1762" fmla="*/ 9044929 w 12192000"/>
              <a:gd name="connsiteY1762" fmla="*/ 3429017 h 6858000"/>
              <a:gd name="connsiteX1763" fmla="*/ 9044929 w 12192000"/>
              <a:gd name="connsiteY1763" fmla="*/ 3429016 h 6858000"/>
              <a:gd name="connsiteX1764" fmla="*/ 9044929 w 12192000"/>
              <a:gd name="connsiteY1764" fmla="*/ 3428999 h 6858000"/>
              <a:gd name="connsiteX1765" fmla="*/ 9542387 w 12192000"/>
              <a:gd name="connsiteY1765" fmla="*/ 3426301 h 6858000"/>
              <a:gd name="connsiteX1766" fmla="*/ 9544235 w 12192000"/>
              <a:gd name="connsiteY1766" fmla="*/ 3429016 h 6858000"/>
              <a:gd name="connsiteX1767" fmla="*/ 9544270 w 12192000"/>
              <a:gd name="connsiteY1767" fmla="*/ 3429016 h 6858000"/>
              <a:gd name="connsiteX1768" fmla="*/ 9969733 w 12192000"/>
              <a:gd name="connsiteY1768" fmla="*/ 4196582 h 6858000"/>
              <a:gd name="connsiteX1769" fmla="*/ 9963742 w 12192000"/>
              <a:gd name="connsiteY1769" fmla="*/ 4199869 h 6858000"/>
              <a:gd name="connsiteX1770" fmla="*/ 9536431 w 12192000"/>
              <a:gd name="connsiteY1770" fmla="*/ 3429017 h 6858000"/>
              <a:gd name="connsiteX1771" fmla="*/ 9536430 w 12192000"/>
              <a:gd name="connsiteY1771" fmla="*/ 3429017 h 6858000"/>
              <a:gd name="connsiteX1772" fmla="*/ 9536430 w 12192000"/>
              <a:gd name="connsiteY1772" fmla="*/ 3429016 h 6858000"/>
              <a:gd name="connsiteX1773" fmla="*/ 9536430 w 12192000"/>
              <a:gd name="connsiteY1773" fmla="*/ 3428999 h 6858000"/>
              <a:gd name="connsiteX1774" fmla="*/ 10033889 w 12192000"/>
              <a:gd name="connsiteY1774" fmla="*/ 3426300 h 6858000"/>
              <a:gd name="connsiteX1775" fmla="*/ 10035737 w 12192000"/>
              <a:gd name="connsiteY1775" fmla="*/ 3429016 h 6858000"/>
              <a:gd name="connsiteX1776" fmla="*/ 10035771 w 12192000"/>
              <a:gd name="connsiteY1776" fmla="*/ 3429016 h 6858000"/>
              <a:gd name="connsiteX1777" fmla="*/ 10461235 w 12192000"/>
              <a:gd name="connsiteY1777" fmla="*/ 4196582 h 6858000"/>
              <a:gd name="connsiteX1778" fmla="*/ 10455244 w 12192000"/>
              <a:gd name="connsiteY1778" fmla="*/ 4199869 h 6858000"/>
              <a:gd name="connsiteX1779" fmla="*/ 10027932 w 12192000"/>
              <a:gd name="connsiteY1779" fmla="*/ 3429017 h 6858000"/>
              <a:gd name="connsiteX1780" fmla="*/ 10027932 w 12192000"/>
              <a:gd name="connsiteY1780" fmla="*/ 3429016 h 6858000"/>
              <a:gd name="connsiteX1781" fmla="*/ 10027932 w 12192000"/>
              <a:gd name="connsiteY1781" fmla="*/ 3428999 h 6858000"/>
              <a:gd name="connsiteX1782" fmla="*/ 10525390 w 12192000"/>
              <a:gd name="connsiteY1782" fmla="*/ 3426298 h 6858000"/>
              <a:gd name="connsiteX1783" fmla="*/ 10527203 w 12192000"/>
              <a:gd name="connsiteY1783" fmla="*/ 3429016 h 6858000"/>
              <a:gd name="connsiteX1784" fmla="*/ 10527273 w 12192000"/>
              <a:gd name="connsiteY1784" fmla="*/ 3429016 h 6858000"/>
              <a:gd name="connsiteX1785" fmla="*/ 10952736 w 12192000"/>
              <a:gd name="connsiteY1785" fmla="*/ 4196582 h 6858000"/>
              <a:gd name="connsiteX1786" fmla="*/ 10946745 w 12192000"/>
              <a:gd name="connsiteY1786" fmla="*/ 4199869 h 6858000"/>
              <a:gd name="connsiteX1787" fmla="*/ 10519434 w 12192000"/>
              <a:gd name="connsiteY1787" fmla="*/ 3429017 h 6858000"/>
              <a:gd name="connsiteX1788" fmla="*/ 10519433 w 12192000"/>
              <a:gd name="connsiteY1788" fmla="*/ 3429017 h 6858000"/>
              <a:gd name="connsiteX1789" fmla="*/ 10519433 w 12192000"/>
              <a:gd name="connsiteY1789" fmla="*/ 3429016 h 6858000"/>
              <a:gd name="connsiteX1790" fmla="*/ 10519433 w 12192000"/>
              <a:gd name="connsiteY1790" fmla="*/ 3428999 h 6858000"/>
              <a:gd name="connsiteX1791" fmla="*/ 11016891 w 12192000"/>
              <a:gd name="connsiteY1791" fmla="*/ 3426273 h 6858000"/>
              <a:gd name="connsiteX1792" fmla="*/ 11018704 w 12192000"/>
              <a:gd name="connsiteY1792" fmla="*/ 3429016 h 6858000"/>
              <a:gd name="connsiteX1793" fmla="*/ 11018740 w 12192000"/>
              <a:gd name="connsiteY1793" fmla="*/ 3429016 h 6858000"/>
              <a:gd name="connsiteX1794" fmla="*/ 11444237 w 12192000"/>
              <a:gd name="connsiteY1794" fmla="*/ 4196582 h 6858000"/>
              <a:gd name="connsiteX1795" fmla="*/ 11438246 w 12192000"/>
              <a:gd name="connsiteY1795" fmla="*/ 4199869 h 6858000"/>
              <a:gd name="connsiteX1796" fmla="*/ 11010935 w 12192000"/>
              <a:gd name="connsiteY1796" fmla="*/ 3429017 h 6858000"/>
              <a:gd name="connsiteX1797" fmla="*/ 11010934 w 12192000"/>
              <a:gd name="connsiteY1797" fmla="*/ 3429017 h 6858000"/>
              <a:gd name="connsiteX1798" fmla="*/ 11010934 w 12192000"/>
              <a:gd name="connsiteY1798" fmla="*/ 3429016 h 6858000"/>
              <a:gd name="connsiteX1799" fmla="*/ 11010934 w 12192000"/>
              <a:gd name="connsiteY1799" fmla="*/ 3428999 h 6858000"/>
              <a:gd name="connsiteX1800" fmla="*/ 11508393 w 12192000"/>
              <a:gd name="connsiteY1800" fmla="*/ 3426272 h 6858000"/>
              <a:gd name="connsiteX1801" fmla="*/ 11510206 w 12192000"/>
              <a:gd name="connsiteY1801" fmla="*/ 3429016 h 6858000"/>
              <a:gd name="connsiteX1802" fmla="*/ 11510242 w 12192000"/>
              <a:gd name="connsiteY1802" fmla="*/ 3429016 h 6858000"/>
              <a:gd name="connsiteX1803" fmla="*/ 11935739 w 12192000"/>
              <a:gd name="connsiteY1803" fmla="*/ 4196582 h 6858000"/>
              <a:gd name="connsiteX1804" fmla="*/ 11929748 w 12192000"/>
              <a:gd name="connsiteY1804" fmla="*/ 4199869 h 6858000"/>
              <a:gd name="connsiteX1805" fmla="*/ 11502437 w 12192000"/>
              <a:gd name="connsiteY1805" fmla="*/ 3429017 h 6858000"/>
              <a:gd name="connsiteX1806" fmla="*/ 11502436 w 12192000"/>
              <a:gd name="connsiteY1806" fmla="*/ 3429017 h 6858000"/>
              <a:gd name="connsiteX1807" fmla="*/ 11502436 w 12192000"/>
              <a:gd name="connsiteY1807" fmla="*/ 3429016 h 6858000"/>
              <a:gd name="connsiteX1808" fmla="*/ 11502436 w 12192000"/>
              <a:gd name="connsiteY1808" fmla="*/ 3428999 h 6858000"/>
              <a:gd name="connsiteX1809" fmla="*/ 11999895 w 12192000"/>
              <a:gd name="connsiteY1809" fmla="*/ 3426271 h 6858000"/>
              <a:gd name="connsiteX1810" fmla="*/ 12001707 w 12192000"/>
              <a:gd name="connsiteY1810" fmla="*/ 3429016 h 6858000"/>
              <a:gd name="connsiteX1811" fmla="*/ 12001743 w 12192000"/>
              <a:gd name="connsiteY1811" fmla="*/ 3429016 h 6858000"/>
              <a:gd name="connsiteX1812" fmla="*/ 12192000 w 12192000"/>
              <a:gd name="connsiteY1812" fmla="*/ 3772254 h 6858000"/>
              <a:gd name="connsiteX1813" fmla="*/ 12192000 w 12192000"/>
              <a:gd name="connsiteY1813" fmla="*/ 3786342 h 6858000"/>
              <a:gd name="connsiteX1814" fmla="*/ 11993938 w 12192000"/>
              <a:gd name="connsiteY1814" fmla="*/ 3429017 h 6858000"/>
              <a:gd name="connsiteX1815" fmla="*/ 11993938 w 12192000"/>
              <a:gd name="connsiteY1815" fmla="*/ 3429016 h 6858000"/>
              <a:gd name="connsiteX1816" fmla="*/ 11993938 w 12192000"/>
              <a:gd name="connsiteY1816" fmla="*/ 3428999 h 6858000"/>
              <a:gd name="connsiteX1817" fmla="*/ 0 w 12192000"/>
              <a:gd name="connsiteY1817" fmla="*/ 3057557 h 6858000"/>
              <a:gd name="connsiteX1818" fmla="*/ 140277 w 12192000"/>
              <a:gd name="connsiteY1818" fmla="*/ 3310615 h 6858000"/>
              <a:gd name="connsiteX1819" fmla="*/ 134286 w 12192000"/>
              <a:gd name="connsiteY1819" fmla="*/ 3313936 h 6858000"/>
              <a:gd name="connsiteX1820" fmla="*/ 0 w 12192000"/>
              <a:gd name="connsiteY1820" fmla="*/ 3071670 h 6858000"/>
              <a:gd name="connsiteX1821" fmla="*/ 380008 w 12192000"/>
              <a:gd name="connsiteY1821" fmla="*/ 2983094 h 6858000"/>
              <a:gd name="connsiteX1822" fmla="*/ 385999 w 12192000"/>
              <a:gd name="connsiteY1822" fmla="*/ 2986416 h 6858000"/>
              <a:gd name="connsiteX1823" fmla="*/ 198473 w 12192000"/>
              <a:gd name="connsiteY1823" fmla="*/ 3324749 h 6858000"/>
              <a:gd name="connsiteX1824" fmla="*/ 198473 w 12192000"/>
              <a:gd name="connsiteY1824" fmla="*/ 3324821 h 6858000"/>
              <a:gd name="connsiteX1825" fmla="*/ 140312 w 12192000"/>
              <a:gd name="connsiteY1825" fmla="*/ 3429017 h 6858000"/>
              <a:gd name="connsiteX1826" fmla="*/ 140163 w 12192000"/>
              <a:gd name="connsiteY1826" fmla="*/ 3429017 h 6858000"/>
              <a:gd name="connsiteX1827" fmla="*/ 0 w 12192000"/>
              <a:gd name="connsiteY1827" fmla="*/ 3681867 h 6858000"/>
              <a:gd name="connsiteX1828" fmla="*/ 0 w 12192000"/>
              <a:gd name="connsiteY1828" fmla="*/ 3667736 h 6858000"/>
              <a:gd name="connsiteX1829" fmla="*/ 132325 w 12192000"/>
              <a:gd name="connsiteY1829" fmla="*/ 3429016 h 6858000"/>
              <a:gd name="connsiteX1830" fmla="*/ 132472 w 12192000"/>
              <a:gd name="connsiteY1830" fmla="*/ 3429016 h 6858000"/>
              <a:gd name="connsiteX1831" fmla="*/ 198472 w 12192000"/>
              <a:gd name="connsiteY1831" fmla="*/ 3310686 h 6858000"/>
              <a:gd name="connsiteX1832" fmla="*/ 198472 w 12192000"/>
              <a:gd name="connsiteY1832" fmla="*/ 3310614 h 6858000"/>
              <a:gd name="connsiteX1833" fmla="*/ 871491 w 12192000"/>
              <a:gd name="connsiteY1833" fmla="*/ 2983093 h 6858000"/>
              <a:gd name="connsiteX1834" fmla="*/ 877482 w 12192000"/>
              <a:gd name="connsiteY1834" fmla="*/ 2986413 h 6858000"/>
              <a:gd name="connsiteX1835" fmla="*/ 689954 w 12192000"/>
              <a:gd name="connsiteY1835" fmla="*/ 3324748 h 6858000"/>
              <a:gd name="connsiteX1836" fmla="*/ 689954 w 12192000"/>
              <a:gd name="connsiteY1836" fmla="*/ 3324820 h 6858000"/>
              <a:gd name="connsiteX1837" fmla="*/ 631792 w 12192000"/>
              <a:gd name="connsiteY1837" fmla="*/ 3429017 h 6858000"/>
              <a:gd name="connsiteX1838" fmla="*/ 631648 w 12192000"/>
              <a:gd name="connsiteY1838" fmla="*/ 3429017 h 6858000"/>
              <a:gd name="connsiteX1839" fmla="*/ 450075 w 12192000"/>
              <a:gd name="connsiteY1839" fmla="*/ 3756569 h 6858000"/>
              <a:gd name="connsiteX1840" fmla="*/ 444084 w 12192000"/>
              <a:gd name="connsiteY1840" fmla="*/ 3753249 h 6858000"/>
              <a:gd name="connsiteX1841" fmla="*/ 623809 w 12192000"/>
              <a:gd name="connsiteY1841" fmla="*/ 3429016 h 6858000"/>
              <a:gd name="connsiteX1842" fmla="*/ 623953 w 12192000"/>
              <a:gd name="connsiteY1842" fmla="*/ 3429016 h 6858000"/>
              <a:gd name="connsiteX1843" fmla="*/ 689954 w 12192000"/>
              <a:gd name="connsiteY1843" fmla="*/ 3310683 h 6858000"/>
              <a:gd name="connsiteX1844" fmla="*/ 689954 w 12192000"/>
              <a:gd name="connsiteY1844" fmla="*/ 3310611 h 6858000"/>
              <a:gd name="connsiteX1845" fmla="*/ 1362958 w 12192000"/>
              <a:gd name="connsiteY1845" fmla="*/ 2983068 h 6858000"/>
              <a:gd name="connsiteX1846" fmla="*/ 1368949 w 12192000"/>
              <a:gd name="connsiteY1846" fmla="*/ 2986389 h 6858000"/>
              <a:gd name="connsiteX1847" fmla="*/ 1181437 w 12192000"/>
              <a:gd name="connsiteY1847" fmla="*/ 3324694 h 6858000"/>
              <a:gd name="connsiteX1848" fmla="*/ 1181437 w 12192000"/>
              <a:gd name="connsiteY1848" fmla="*/ 3324818 h 6858000"/>
              <a:gd name="connsiteX1849" fmla="*/ 1123276 w 12192000"/>
              <a:gd name="connsiteY1849" fmla="*/ 3429017 h 6858000"/>
              <a:gd name="connsiteX1850" fmla="*/ 1123134 w 12192000"/>
              <a:gd name="connsiteY1850" fmla="*/ 3429017 h 6858000"/>
              <a:gd name="connsiteX1851" fmla="*/ 941562 w 12192000"/>
              <a:gd name="connsiteY1851" fmla="*/ 3756569 h 6858000"/>
              <a:gd name="connsiteX1852" fmla="*/ 935572 w 12192000"/>
              <a:gd name="connsiteY1852" fmla="*/ 3753249 h 6858000"/>
              <a:gd name="connsiteX1853" fmla="*/ 1115296 w 12192000"/>
              <a:gd name="connsiteY1853" fmla="*/ 3429016 h 6858000"/>
              <a:gd name="connsiteX1854" fmla="*/ 1115436 w 12192000"/>
              <a:gd name="connsiteY1854" fmla="*/ 3429016 h 6858000"/>
              <a:gd name="connsiteX1855" fmla="*/ 1181420 w 12192000"/>
              <a:gd name="connsiteY1855" fmla="*/ 3310711 h 6858000"/>
              <a:gd name="connsiteX1856" fmla="*/ 1181420 w 12192000"/>
              <a:gd name="connsiteY1856" fmla="*/ 3310586 h 6858000"/>
              <a:gd name="connsiteX1857" fmla="*/ 1854442 w 12192000"/>
              <a:gd name="connsiteY1857" fmla="*/ 2983065 h 6858000"/>
              <a:gd name="connsiteX1858" fmla="*/ 1860433 w 12192000"/>
              <a:gd name="connsiteY1858" fmla="*/ 2986386 h 6858000"/>
              <a:gd name="connsiteX1859" fmla="*/ 1672905 w 12192000"/>
              <a:gd name="connsiteY1859" fmla="*/ 3324659 h 6858000"/>
              <a:gd name="connsiteX1860" fmla="*/ 1672905 w 12192000"/>
              <a:gd name="connsiteY1860" fmla="*/ 3324792 h 6858000"/>
              <a:gd name="connsiteX1861" fmla="*/ 1614743 w 12192000"/>
              <a:gd name="connsiteY1861" fmla="*/ 3429017 h 6858000"/>
              <a:gd name="connsiteX1862" fmla="*/ 1614606 w 12192000"/>
              <a:gd name="connsiteY1862" fmla="*/ 3429017 h 6858000"/>
              <a:gd name="connsiteX1863" fmla="*/ 1433034 w 12192000"/>
              <a:gd name="connsiteY1863" fmla="*/ 3756569 h 6858000"/>
              <a:gd name="connsiteX1864" fmla="*/ 1427043 w 12192000"/>
              <a:gd name="connsiteY1864" fmla="*/ 3753249 h 6858000"/>
              <a:gd name="connsiteX1865" fmla="*/ 1606768 w 12192000"/>
              <a:gd name="connsiteY1865" fmla="*/ 3429016 h 6858000"/>
              <a:gd name="connsiteX1866" fmla="*/ 1606904 w 12192000"/>
              <a:gd name="connsiteY1866" fmla="*/ 3429016 h 6858000"/>
              <a:gd name="connsiteX1867" fmla="*/ 1672870 w 12192000"/>
              <a:gd name="connsiteY1867" fmla="*/ 3310718 h 6858000"/>
              <a:gd name="connsiteX1868" fmla="*/ 1672870 w 12192000"/>
              <a:gd name="connsiteY1868" fmla="*/ 3310584 h 6858000"/>
              <a:gd name="connsiteX1869" fmla="*/ 2346045 w 12192000"/>
              <a:gd name="connsiteY1869" fmla="*/ 2983064 h 6858000"/>
              <a:gd name="connsiteX1870" fmla="*/ 2352038 w 12192000"/>
              <a:gd name="connsiteY1870" fmla="*/ 2986385 h 6858000"/>
              <a:gd name="connsiteX1871" fmla="*/ 2164440 w 12192000"/>
              <a:gd name="connsiteY1871" fmla="*/ 3324719 h 6858000"/>
              <a:gd name="connsiteX1872" fmla="*/ 2164440 w 12192000"/>
              <a:gd name="connsiteY1872" fmla="*/ 3324791 h 6858000"/>
              <a:gd name="connsiteX1873" fmla="*/ 2106323 w 12192000"/>
              <a:gd name="connsiteY1873" fmla="*/ 3429017 h 6858000"/>
              <a:gd name="connsiteX1874" fmla="*/ 2106133 w 12192000"/>
              <a:gd name="connsiteY1874" fmla="*/ 3429017 h 6858000"/>
              <a:gd name="connsiteX1875" fmla="*/ 1924521 w 12192000"/>
              <a:gd name="connsiteY1875" fmla="*/ 3756569 h 6858000"/>
              <a:gd name="connsiteX1876" fmla="*/ 1918530 w 12192000"/>
              <a:gd name="connsiteY1876" fmla="*/ 3753249 h 6858000"/>
              <a:gd name="connsiteX1877" fmla="*/ 2098329 w 12192000"/>
              <a:gd name="connsiteY1877" fmla="*/ 3429016 h 6858000"/>
              <a:gd name="connsiteX1878" fmla="*/ 2098484 w 12192000"/>
              <a:gd name="connsiteY1878" fmla="*/ 3429016 h 6858000"/>
              <a:gd name="connsiteX1879" fmla="*/ 2164437 w 12192000"/>
              <a:gd name="connsiteY1879" fmla="*/ 3310655 h 6858000"/>
              <a:gd name="connsiteX1880" fmla="*/ 2164437 w 12192000"/>
              <a:gd name="connsiteY1880" fmla="*/ 3310583 h 6858000"/>
              <a:gd name="connsiteX1881" fmla="*/ 2837517 w 12192000"/>
              <a:gd name="connsiteY1881" fmla="*/ 2983062 h 6858000"/>
              <a:gd name="connsiteX1882" fmla="*/ 2843507 w 12192000"/>
              <a:gd name="connsiteY1882" fmla="*/ 2986383 h 6858000"/>
              <a:gd name="connsiteX1883" fmla="*/ 2655989 w 12192000"/>
              <a:gd name="connsiteY1883" fmla="*/ 3324717 h 6858000"/>
              <a:gd name="connsiteX1884" fmla="*/ 2655989 w 12192000"/>
              <a:gd name="connsiteY1884" fmla="*/ 3324789 h 6858000"/>
              <a:gd name="connsiteX1885" fmla="*/ 2597858 w 12192000"/>
              <a:gd name="connsiteY1885" fmla="*/ 3429017 h 6858000"/>
              <a:gd name="connsiteX1886" fmla="*/ 2597661 w 12192000"/>
              <a:gd name="connsiteY1886" fmla="*/ 3429017 h 6858000"/>
              <a:gd name="connsiteX1887" fmla="*/ 2416095 w 12192000"/>
              <a:gd name="connsiteY1887" fmla="*/ 3756569 h 6858000"/>
              <a:gd name="connsiteX1888" fmla="*/ 2410106 w 12192000"/>
              <a:gd name="connsiteY1888" fmla="*/ 3753249 h 6858000"/>
              <a:gd name="connsiteX1889" fmla="*/ 2589856 w 12192000"/>
              <a:gd name="connsiteY1889" fmla="*/ 3429016 h 6858000"/>
              <a:gd name="connsiteX1890" fmla="*/ 2590018 w 12192000"/>
              <a:gd name="connsiteY1890" fmla="*/ 3429016 h 6858000"/>
              <a:gd name="connsiteX1891" fmla="*/ 2655988 w 12192000"/>
              <a:gd name="connsiteY1891" fmla="*/ 3310654 h 6858000"/>
              <a:gd name="connsiteX1892" fmla="*/ 2655988 w 12192000"/>
              <a:gd name="connsiteY1892" fmla="*/ 3310582 h 6858000"/>
              <a:gd name="connsiteX1893" fmla="*/ 3329069 w 12192000"/>
              <a:gd name="connsiteY1893" fmla="*/ 2983062 h 6858000"/>
              <a:gd name="connsiteX1894" fmla="*/ 3335055 w 12192000"/>
              <a:gd name="connsiteY1894" fmla="*/ 2986382 h 6858000"/>
              <a:gd name="connsiteX1895" fmla="*/ 3147425 w 12192000"/>
              <a:gd name="connsiteY1895" fmla="*/ 3324717 h 6858000"/>
              <a:gd name="connsiteX1896" fmla="*/ 3147425 w 12192000"/>
              <a:gd name="connsiteY1896" fmla="*/ 3324789 h 6858000"/>
              <a:gd name="connsiteX1897" fmla="*/ 3089257 w 12192000"/>
              <a:gd name="connsiteY1897" fmla="*/ 3429017 h 6858000"/>
              <a:gd name="connsiteX1898" fmla="*/ 3089111 w 12192000"/>
              <a:gd name="connsiteY1898" fmla="*/ 3429017 h 6858000"/>
              <a:gd name="connsiteX1899" fmla="*/ 2907572 w 12192000"/>
              <a:gd name="connsiteY1899" fmla="*/ 3756569 h 6858000"/>
              <a:gd name="connsiteX1900" fmla="*/ 2901586 w 12192000"/>
              <a:gd name="connsiteY1900" fmla="*/ 3753249 h 6858000"/>
              <a:gd name="connsiteX1901" fmla="*/ 3081319 w 12192000"/>
              <a:gd name="connsiteY1901" fmla="*/ 3429016 h 6858000"/>
              <a:gd name="connsiteX1902" fmla="*/ 3081470 w 12192000"/>
              <a:gd name="connsiteY1902" fmla="*/ 3429016 h 6858000"/>
              <a:gd name="connsiteX1903" fmla="*/ 3147425 w 12192000"/>
              <a:gd name="connsiteY1903" fmla="*/ 3310651 h 6858000"/>
              <a:gd name="connsiteX1904" fmla="*/ 3147425 w 12192000"/>
              <a:gd name="connsiteY1904" fmla="*/ 3310579 h 6858000"/>
              <a:gd name="connsiteX1905" fmla="*/ 3820516 w 12192000"/>
              <a:gd name="connsiteY1905" fmla="*/ 2983035 h 6858000"/>
              <a:gd name="connsiteX1906" fmla="*/ 3826473 w 12192000"/>
              <a:gd name="connsiteY1906" fmla="*/ 2986357 h 6858000"/>
              <a:gd name="connsiteX1907" fmla="*/ 3638956 w 12192000"/>
              <a:gd name="connsiteY1907" fmla="*/ 3324658 h 6858000"/>
              <a:gd name="connsiteX1908" fmla="*/ 3638956 w 12192000"/>
              <a:gd name="connsiteY1908" fmla="*/ 3324787 h 6858000"/>
              <a:gd name="connsiteX1909" fmla="*/ 3580786 w 12192000"/>
              <a:gd name="connsiteY1909" fmla="*/ 3429017 h 6858000"/>
              <a:gd name="connsiteX1910" fmla="*/ 3580633 w 12192000"/>
              <a:gd name="connsiteY1910" fmla="*/ 3429017 h 6858000"/>
              <a:gd name="connsiteX1911" fmla="*/ 3399107 w 12192000"/>
              <a:gd name="connsiteY1911" fmla="*/ 3756569 h 6858000"/>
              <a:gd name="connsiteX1912" fmla="*/ 3393114 w 12192000"/>
              <a:gd name="connsiteY1912" fmla="*/ 3753249 h 6858000"/>
              <a:gd name="connsiteX1913" fmla="*/ 3572829 w 12192000"/>
              <a:gd name="connsiteY1913" fmla="*/ 3429016 h 6858000"/>
              <a:gd name="connsiteX1914" fmla="*/ 3572982 w 12192000"/>
              <a:gd name="connsiteY1914" fmla="*/ 3429016 h 6858000"/>
              <a:gd name="connsiteX1915" fmla="*/ 3638936 w 12192000"/>
              <a:gd name="connsiteY1915" fmla="*/ 3310682 h 6858000"/>
              <a:gd name="connsiteX1916" fmla="*/ 3638936 w 12192000"/>
              <a:gd name="connsiteY1916" fmla="*/ 3310555 h 6858000"/>
              <a:gd name="connsiteX1917" fmla="*/ 4311960 w 12192000"/>
              <a:gd name="connsiteY1917" fmla="*/ 2983034 h 6858000"/>
              <a:gd name="connsiteX1918" fmla="*/ 4317951 w 12192000"/>
              <a:gd name="connsiteY1918" fmla="*/ 2986354 h 6858000"/>
              <a:gd name="connsiteX1919" fmla="*/ 4130421 w 12192000"/>
              <a:gd name="connsiteY1919" fmla="*/ 3324690 h 6858000"/>
              <a:gd name="connsiteX1920" fmla="*/ 4130421 w 12192000"/>
              <a:gd name="connsiteY1920" fmla="*/ 3324762 h 6858000"/>
              <a:gd name="connsiteX1921" fmla="*/ 4072261 w 12192000"/>
              <a:gd name="connsiteY1921" fmla="*/ 3429017 h 6858000"/>
              <a:gd name="connsiteX1922" fmla="*/ 4072112 w 12192000"/>
              <a:gd name="connsiteY1922" fmla="*/ 3429017 h 6858000"/>
              <a:gd name="connsiteX1923" fmla="*/ 3890580 w 12192000"/>
              <a:gd name="connsiteY1923" fmla="*/ 3756569 h 6858000"/>
              <a:gd name="connsiteX1924" fmla="*/ 3884587 w 12192000"/>
              <a:gd name="connsiteY1924" fmla="*/ 3753249 h 6858000"/>
              <a:gd name="connsiteX1925" fmla="*/ 4064270 w 12192000"/>
              <a:gd name="connsiteY1925" fmla="*/ 3429016 h 6858000"/>
              <a:gd name="connsiteX1926" fmla="*/ 4064455 w 12192000"/>
              <a:gd name="connsiteY1926" fmla="*/ 3429016 h 6858000"/>
              <a:gd name="connsiteX1927" fmla="*/ 4130421 w 12192000"/>
              <a:gd name="connsiteY1927" fmla="*/ 3310624 h 6858000"/>
              <a:gd name="connsiteX1928" fmla="*/ 4130421 w 12192000"/>
              <a:gd name="connsiteY1928" fmla="*/ 3310553 h 6858000"/>
              <a:gd name="connsiteX1929" fmla="*/ 4803492 w 12192000"/>
              <a:gd name="connsiteY1929" fmla="*/ 2983032 h 6858000"/>
              <a:gd name="connsiteX1930" fmla="*/ 4809465 w 12192000"/>
              <a:gd name="connsiteY1930" fmla="*/ 2986353 h 6858000"/>
              <a:gd name="connsiteX1931" fmla="*/ 4621948 w 12192000"/>
              <a:gd name="connsiteY1931" fmla="*/ 3324687 h 6858000"/>
              <a:gd name="connsiteX1932" fmla="*/ 4621948 w 12192000"/>
              <a:gd name="connsiteY1932" fmla="*/ 3324759 h 6858000"/>
              <a:gd name="connsiteX1933" fmla="*/ 4563777 w 12192000"/>
              <a:gd name="connsiteY1933" fmla="*/ 3429017 h 6858000"/>
              <a:gd name="connsiteX1934" fmla="*/ 4563621 w 12192000"/>
              <a:gd name="connsiteY1934" fmla="*/ 3429017 h 6858000"/>
              <a:gd name="connsiteX1935" fmla="*/ 4382031 w 12192000"/>
              <a:gd name="connsiteY1935" fmla="*/ 3756569 h 6858000"/>
              <a:gd name="connsiteX1936" fmla="*/ 4376073 w 12192000"/>
              <a:gd name="connsiteY1936" fmla="*/ 3753249 h 6858000"/>
              <a:gd name="connsiteX1937" fmla="*/ 4555782 w 12192000"/>
              <a:gd name="connsiteY1937" fmla="*/ 3429016 h 6858000"/>
              <a:gd name="connsiteX1938" fmla="*/ 4555936 w 12192000"/>
              <a:gd name="connsiteY1938" fmla="*/ 3429016 h 6858000"/>
              <a:gd name="connsiteX1939" fmla="*/ 4621948 w 12192000"/>
              <a:gd name="connsiteY1939" fmla="*/ 3310623 h 6858000"/>
              <a:gd name="connsiteX1940" fmla="*/ 4621948 w 12192000"/>
              <a:gd name="connsiteY1940" fmla="*/ 3310551 h 6858000"/>
              <a:gd name="connsiteX1941" fmla="*/ 5294908 w 12192000"/>
              <a:gd name="connsiteY1941" fmla="*/ 2983030 h 6858000"/>
              <a:gd name="connsiteX1942" fmla="*/ 5300890 w 12192000"/>
              <a:gd name="connsiteY1942" fmla="*/ 2986351 h 6858000"/>
              <a:gd name="connsiteX1943" fmla="*/ 5113456 w 12192000"/>
              <a:gd name="connsiteY1943" fmla="*/ 3324686 h 6858000"/>
              <a:gd name="connsiteX1944" fmla="*/ 5113456 w 12192000"/>
              <a:gd name="connsiteY1944" fmla="*/ 3324758 h 6858000"/>
              <a:gd name="connsiteX1945" fmla="*/ 5055269 w 12192000"/>
              <a:gd name="connsiteY1945" fmla="*/ 3429017 h 6858000"/>
              <a:gd name="connsiteX1946" fmla="*/ 5055111 w 12192000"/>
              <a:gd name="connsiteY1946" fmla="*/ 3429017 h 6858000"/>
              <a:gd name="connsiteX1947" fmla="*/ 4873563 w 12192000"/>
              <a:gd name="connsiteY1947" fmla="*/ 3756569 h 6858000"/>
              <a:gd name="connsiteX1948" fmla="*/ 4867571 w 12192000"/>
              <a:gd name="connsiteY1948" fmla="*/ 3753249 h 6858000"/>
              <a:gd name="connsiteX1949" fmla="*/ 5047274 w 12192000"/>
              <a:gd name="connsiteY1949" fmla="*/ 3429016 h 6858000"/>
              <a:gd name="connsiteX1950" fmla="*/ 5047428 w 12192000"/>
              <a:gd name="connsiteY1950" fmla="*/ 3429016 h 6858000"/>
              <a:gd name="connsiteX1951" fmla="*/ 5113456 w 12192000"/>
              <a:gd name="connsiteY1951" fmla="*/ 3310621 h 6858000"/>
              <a:gd name="connsiteX1952" fmla="*/ 5113456 w 12192000"/>
              <a:gd name="connsiteY1952" fmla="*/ 3310550 h 6858000"/>
              <a:gd name="connsiteX1953" fmla="*/ 5786451 w 12192000"/>
              <a:gd name="connsiteY1953" fmla="*/ 2983029 h 6858000"/>
              <a:gd name="connsiteX1954" fmla="*/ 5792418 w 12192000"/>
              <a:gd name="connsiteY1954" fmla="*/ 2986351 h 6858000"/>
              <a:gd name="connsiteX1955" fmla="*/ 5604919 w 12192000"/>
              <a:gd name="connsiteY1955" fmla="*/ 3324685 h 6858000"/>
              <a:gd name="connsiteX1956" fmla="*/ 5604919 w 12192000"/>
              <a:gd name="connsiteY1956" fmla="*/ 3324756 h 6858000"/>
              <a:gd name="connsiteX1957" fmla="*/ 5546808 w 12192000"/>
              <a:gd name="connsiteY1957" fmla="*/ 3429017 h 6858000"/>
              <a:gd name="connsiteX1958" fmla="*/ 5546637 w 12192000"/>
              <a:gd name="connsiteY1958" fmla="*/ 3429017 h 6858000"/>
              <a:gd name="connsiteX1959" fmla="*/ 5365101 w 12192000"/>
              <a:gd name="connsiteY1959" fmla="*/ 3756569 h 6858000"/>
              <a:gd name="connsiteX1960" fmla="*/ 5359103 w 12192000"/>
              <a:gd name="connsiteY1960" fmla="*/ 3753249 h 6858000"/>
              <a:gd name="connsiteX1961" fmla="*/ 5538768 w 12192000"/>
              <a:gd name="connsiteY1961" fmla="*/ 3429016 h 6858000"/>
              <a:gd name="connsiteX1962" fmla="*/ 5538924 w 12192000"/>
              <a:gd name="connsiteY1962" fmla="*/ 3429016 h 6858000"/>
              <a:gd name="connsiteX1963" fmla="*/ 5604919 w 12192000"/>
              <a:gd name="connsiteY1963" fmla="*/ 3310620 h 6858000"/>
              <a:gd name="connsiteX1964" fmla="*/ 5604919 w 12192000"/>
              <a:gd name="connsiteY1964" fmla="*/ 3310549 h 6858000"/>
              <a:gd name="connsiteX1965" fmla="*/ 6277499 w 12192000"/>
              <a:gd name="connsiteY1965" fmla="*/ 2983003 h 6858000"/>
              <a:gd name="connsiteX1966" fmla="*/ 6283490 w 12192000"/>
              <a:gd name="connsiteY1966" fmla="*/ 2986325 h 6858000"/>
              <a:gd name="connsiteX1967" fmla="*/ 6096000 w 12192000"/>
              <a:gd name="connsiteY1967" fmla="*/ 3324629 h 6858000"/>
              <a:gd name="connsiteX1968" fmla="*/ 6096000 w 12192000"/>
              <a:gd name="connsiteY1968" fmla="*/ 3324755 h 6858000"/>
              <a:gd name="connsiteX1969" fmla="*/ 6038182 w 12192000"/>
              <a:gd name="connsiteY1969" fmla="*/ 3429017 h 6858000"/>
              <a:gd name="connsiteX1970" fmla="*/ 6038053 w 12192000"/>
              <a:gd name="connsiteY1970" fmla="*/ 3429017 h 6858000"/>
              <a:gd name="connsiteX1971" fmla="*/ 5856515 w 12192000"/>
              <a:gd name="connsiteY1971" fmla="*/ 3756569 h 6858000"/>
              <a:gd name="connsiteX1972" fmla="*/ 5850521 w 12192000"/>
              <a:gd name="connsiteY1972" fmla="*/ 3753249 h 6858000"/>
              <a:gd name="connsiteX1973" fmla="*/ 6030251 w 12192000"/>
              <a:gd name="connsiteY1973" fmla="*/ 3429016 h 6858000"/>
              <a:gd name="connsiteX1974" fmla="*/ 6030396 w 12192000"/>
              <a:gd name="connsiteY1974" fmla="*/ 3429016 h 6858000"/>
              <a:gd name="connsiteX1975" fmla="*/ 6096000 w 12192000"/>
              <a:gd name="connsiteY1975" fmla="*/ 3310648 h 6858000"/>
              <a:gd name="connsiteX1976" fmla="*/ 6096000 w 12192000"/>
              <a:gd name="connsiteY1976" fmla="*/ 3310524 h 6858000"/>
              <a:gd name="connsiteX1977" fmla="*/ 6769000 w 12192000"/>
              <a:gd name="connsiteY1977" fmla="*/ 2983003 h 6858000"/>
              <a:gd name="connsiteX1978" fmla="*/ 6774991 w 12192000"/>
              <a:gd name="connsiteY1978" fmla="*/ 2986324 h 6858000"/>
              <a:gd name="connsiteX1979" fmla="*/ 6587456 w 12192000"/>
              <a:gd name="connsiteY1979" fmla="*/ 3324658 h 6858000"/>
              <a:gd name="connsiteX1980" fmla="*/ 6587456 w 12192000"/>
              <a:gd name="connsiteY1980" fmla="*/ 3324730 h 6858000"/>
              <a:gd name="connsiteX1981" fmla="*/ 6529292 w 12192000"/>
              <a:gd name="connsiteY1981" fmla="*/ 3429017 h 6858000"/>
              <a:gd name="connsiteX1982" fmla="*/ 6529257 w 12192000"/>
              <a:gd name="connsiteY1982" fmla="*/ 3429017 h 6858000"/>
              <a:gd name="connsiteX1983" fmla="*/ 6347679 w 12192000"/>
              <a:gd name="connsiteY1983" fmla="*/ 3756569 h 6858000"/>
              <a:gd name="connsiteX1984" fmla="*/ 6341688 w 12192000"/>
              <a:gd name="connsiteY1984" fmla="*/ 3753249 h 6858000"/>
              <a:gd name="connsiteX1985" fmla="*/ 6521418 w 12192000"/>
              <a:gd name="connsiteY1985" fmla="*/ 3429016 h 6858000"/>
              <a:gd name="connsiteX1986" fmla="*/ 6521452 w 12192000"/>
              <a:gd name="connsiteY1986" fmla="*/ 3429016 h 6858000"/>
              <a:gd name="connsiteX1987" fmla="*/ 6587456 w 12192000"/>
              <a:gd name="connsiteY1987" fmla="*/ 3310591 h 6858000"/>
              <a:gd name="connsiteX1988" fmla="*/ 6587456 w 12192000"/>
              <a:gd name="connsiteY1988" fmla="*/ 3310521 h 6858000"/>
              <a:gd name="connsiteX1989" fmla="*/ 7260501 w 12192000"/>
              <a:gd name="connsiteY1989" fmla="*/ 2983000 h 6858000"/>
              <a:gd name="connsiteX1990" fmla="*/ 7266492 w 12192000"/>
              <a:gd name="connsiteY1990" fmla="*/ 2986321 h 6858000"/>
              <a:gd name="connsiteX1991" fmla="*/ 7078957 w 12192000"/>
              <a:gd name="connsiteY1991" fmla="*/ 3324658 h 6858000"/>
              <a:gd name="connsiteX1992" fmla="*/ 7078957 w 12192000"/>
              <a:gd name="connsiteY1992" fmla="*/ 3324727 h 6858000"/>
              <a:gd name="connsiteX1993" fmla="*/ 7020793 w 12192000"/>
              <a:gd name="connsiteY1993" fmla="*/ 3429017 h 6858000"/>
              <a:gd name="connsiteX1994" fmla="*/ 7020758 w 12192000"/>
              <a:gd name="connsiteY1994" fmla="*/ 3429017 h 6858000"/>
              <a:gd name="connsiteX1995" fmla="*/ 6839180 w 12192000"/>
              <a:gd name="connsiteY1995" fmla="*/ 3756569 h 6858000"/>
              <a:gd name="connsiteX1996" fmla="*/ 6833189 w 12192000"/>
              <a:gd name="connsiteY1996" fmla="*/ 3753249 h 6858000"/>
              <a:gd name="connsiteX1997" fmla="*/ 7012919 w 12192000"/>
              <a:gd name="connsiteY1997" fmla="*/ 3429016 h 6858000"/>
              <a:gd name="connsiteX1998" fmla="*/ 7012953 w 12192000"/>
              <a:gd name="connsiteY1998" fmla="*/ 3429016 h 6858000"/>
              <a:gd name="connsiteX1999" fmla="*/ 7078957 w 12192000"/>
              <a:gd name="connsiteY1999" fmla="*/ 3310590 h 6858000"/>
              <a:gd name="connsiteX2000" fmla="*/ 7078957 w 12192000"/>
              <a:gd name="connsiteY2000" fmla="*/ 3310519 h 6858000"/>
              <a:gd name="connsiteX2001" fmla="*/ 7752003 w 12192000"/>
              <a:gd name="connsiteY2001" fmla="*/ 2982999 h 6858000"/>
              <a:gd name="connsiteX2002" fmla="*/ 7757994 w 12192000"/>
              <a:gd name="connsiteY2002" fmla="*/ 2986320 h 6858000"/>
              <a:gd name="connsiteX2003" fmla="*/ 7570425 w 12192000"/>
              <a:gd name="connsiteY2003" fmla="*/ 3324654 h 6858000"/>
              <a:gd name="connsiteX2004" fmla="*/ 7570425 w 12192000"/>
              <a:gd name="connsiteY2004" fmla="*/ 3324726 h 6858000"/>
              <a:gd name="connsiteX2005" fmla="*/ 7512295 w 12192000"/>
              <a:gd name="connsiteY2005" fmla="*/ 3429017 h 6858000"/>
              <a:gd name="connsiteX2006" fmla="*/ 7512260 w 12192000"/>
              <a:gd name="connsiteY2006" fmla="*/ 3429017 h 6858000"/>
              <a:gd name="connsiteX2007" fmla="*/ 7330682 w 12192000"/>
              <a:gd name="connsiteY2007" fmla="*/ 3756569 h 6858000"/>
              <a:gd name="connsiteX2008" fmla="*/ 7324691 w 12192000"/>
              <a:gd name="connsiteY2008" fmla="*/ 3753249 h 6858000"/>
              <a:gd name="connsiteX2009" fmla="*/ 7504421 w 12192000"/>
              <a:gd name="connsiteY2009" fmla="*/ 3429016 h 6858000"/>
              <a:gd name="connsiteX2010" fmla="*/ 7504455 w 12192000"/>
              <a:gd name="connsiteY2010" fmla="*/ 3429016 h 6858000"/>
              <a:gd name="connsiteX2011" fmla="*/ 7570424 w 12192000"/>
              <a:gd name="connsiteY2011" fmla="*/ 3310590 h 6858000"/>
              <a:gd name="connsiteX2012" fmla="*/ 7570424 w 12192000"/>
              <a:gd name="connsiteY2012" fmla="*/ 3310518 h 6858000"/>
              <a:gd name="connsiteX2013" fmla="*/ 8243505 w 12192000"/>
              <a:gd name="connsiteY2013" fmla="*/ 2982997 h 6858000"/>
              <a:gd name="connsiteX2014" fmla="*/ 8249496 w 12192000"/>
              <a:gd name="connsiteY2014" fmla="*/ 2986318 h 6858000"/>
              <a:gd name="connsiteX2015" fmla="*/ 8061927 w 12192000"/>
              <a:gd name="connsiteY2015" fmla="*/ 3324652 h 6858000"/>
              <a:gd name="connsiteX2016" fmla="*/ 8061927 w 12192000"/>
              <a:gd name="connsiteY2016" fmla="*/ 3324724 h 6858000"/>
              <a:gd name="connsiteX2017" fmla="*/ 8003797 w 12192000"/>
              <a:gd name="connsiteY2017" fmla="*/ 3429017 h 6858000"/>
              <a:gd name="connsiteX2018" fmla="*/ 8003726 w 12192000"/>
              <a:gd name="connsiteY2018" fmla="*/ 3429017 h 6858000"/>
              <a:gd name="connsiteX2019" fmla="*/ 7822183 w 12192000"/>
              <a:gd name="connsiteY2019" fmla="*/ 3756569 h 6858000"/>
              <a:gd name="connsiteX2020" fmla="*/ 7816192 w 12192000"/>
              <a:gd name="connsiteY2020" fmla="*/ 3753249 h 6858000"/>
              <a:gd name="connsiteX2021" fmla="*/ 7995922 w 12192000"/>
              <a:gd name="connsiteY2021" fmla="*/ 3429016 h 6858000"/>
              <a:gd name="connsiteX2022" fmla="*/ 7995957 w 12192000"/>
              <a:gd name="connsiteY2022" fmla="*/ 3429016 h 6858000"/>
              <a:gd name="connsiteX2023" fmla="*/ 8061926 w 12192000"/>
              <a:gd name="connsiteY2023" fmla="*/ 3310589 h 6858000"/>
              <a:gd name="connsiteX2024" fmla="*/ 8061926 w 12192000"/>
              <a:gd name="connsiteY2024" fmla="*/ 3310517 h 6858000"/>
              <a:gd name="connsiteX2025" fmla="*/ 8735006 w 12192000"/>
              <a:gd name="connsiteY2025" fmla="*/ 2982972 h 6858000"/>
              <a:gd name="connsiteX2026" fmla="*/ 8740997 w 12192000"/>
              <a:gd name="connsiteY2026" fmla="*/ 2986293 h 6858000"/>
              <a:gd name="connsiteX2027" fmla="*/ 8553427 w 12192000"/>
              <a:gd name="connsiteY2027" fmla="*/ 3324629 h 6858000"/>
              <a:gd name="connsiteX2028" fmla="*/ 8553427 w 12192000"/>
              <a:gd name="connsiteY2028" fmla="*/ 3324723 h 6858000"/>
              <a:gd name="connsiteX2029" fmla="*/ 8495263 w 12192000"/>
              <a:gd name="connsiteY2029" fmla="*/ 3429017 h 6858000"/>
              <a:gd name="connsiteX2030" fmla="*/ 8495229 w 12192000"/>
              <a:gd name="connsiteY2030" fmla="*/ 3429017 h 6858000"/>
              <a:gd name="connsiteX2031" fmla="*/ 8313685 w 12192000"/>
              <a:gd name="connsiteY2031" fmla="*/ 3756569 h 6858000"/>
              <a:gd name="connsiteX2032" fmla="*/ 8307694 w 12192000"/>
              <a:gd name="connsiteY2032" fmla="*/ 3753249 h 6858000"/>
              <a:gd name="connsiteX2033" fmla="*/ 8487424 w 12192000"/>
              <a:gd name="connsiteY2033" fmla="*/ 3429016 h 6858000"/>
              <a:gd name="connsiteX2034" fmla="*/ 8487458 w 12192000"/>
              <a:gd name="connsiteY2034" fmla="*/ 3429016 h 6858000"/>
              <a:gd name="connsiteX2035" fmla="*/ 8553427 w 12192000"/>
              <a:gd name="connsiteY2035" fmla="*/ 3310585 h 6858000"/>
              <a:gd name="connsiteX2036" fmla="*/ 8553427 w 12192000"/>
              <a:gd name="connsiteY2036" fmla="*/ 3310491 h 6858000"/>
              <a:gd name="connsiteX2037" fmla="*/ 9226508 w 12192000"/>
              <a:gd name="connsiteY2037" fmla="*/ 2982970 h 6858000"/>
              <a:gd name="connsiteX2038" fmla="*/ 9232499 w 12192000"/>
              <a:gd name="connsiteY2038" fmla="*/ 2986292 h 6858000"/>
              <a:gd name="connsiteX2039" fmla="*/ 9044929 w 12192000"/>
              <a:gd name="connsiteY2039" fmla="*/ 3324627 h 6858000"/>
              <a:gd name="connsiteX2040" fmla="*/ 9044929 w 12192000"/>
              <a:gd name="connsiteY2040" fmla="*/ 3324698 h 6858000"/>
              <a:gd name="connsiteX2041" fmla="*/ 8986765 w 12192000"/>
              <a:gd name="connsiteY2041" fmla="*/ 3429017 h 6858000"/>
              <a:gd name="connsiteX2042" fmla="*/ 8986730 w 12192000"/>
              <a:gd name="connsiteY2042" fmla="*/ 3429017 h 6858000"/>
              <a:gd name="connsiteX2043" fmla="*/ 8805186 w 12192000"/>
              <a:gd name="connsiteY2043" fmla="*/ 3756569 h 6858000"/>
              <a:gd name="connsiteX2044" fmla="*/ 8799195 w 12192000"/>
              <a:gd name="connsiteY2044" fmla="*/ 3753249 h 6858000"/>
              <a:gd name="connsiteX2045" fmla="*/ 8978925 w 12192000"/>
              <a:gd name="connsiteY2045" fmla="*/ 3429016 h 6858000"/>
              <a:gd name="connsiteX2046" fmla="*/ 8978959 w 12192000"/>
              <a:gd name="connsiteY2046" fmla="*/ 3429016 h 6858000"/>
              <a:gd name="connsiteX2047" fmla="*/ 9044929 w 12192000"/>
              <a:gd name="connsiteY2047" fmla="*/ 3310559 h 6858000"/>
              <a:gd name="connsiteX2048" fmla="*/ 9044929 w 12192000"/>
              <a:gd name="connsiteY2048" fmla="*/ 3310490 h 6858000"/>
              <a:gd name="connsiteX2049" fmla="*/ 9718009 w 12192000"/>
              <a:gd name="connsiteY2049" fmla="*/ 2982969 h 6858000"/>
              <a:gd name="connsiteX2050" fmla="*/ 9723965 w 12192000"/>
              <a:gd name="connsiteY2050" fmla="*/ 2986289 h 6858000"/>
              <a:gd name="connsiteX2051" fmla="*/ 9536431 w 12192000"/>
              <a:gd name="connsiteY2051" fmla="*/ 3324625 h 6858000"/>
              <a:gd name="connsiteX2052" fmla="*/ 9536431 w 12192000"/>
              <a:gd name="connsiteY2052" fmla="*/ 3324697 h 6858000"/>
              <a:gd name="connsiteX2053" fmla="*/ 9478267 w 12192000"/>
              <a:gd name="connsiteY2053" fmla="*/ 3429017 h 6858000"/>
              <a:gd name="connsiteX2054" fmla="*/ 9478231 w 12192000"/>
              <a:gd name="connsiteY2054" fmla="*/ 3429017 h 6858000"/>
              <a:gd name="connsiteX2055" fmla="*/ 9296687 w 12192000"/>
              <a:gd name="connsiteY2055" fmla="*/ 3756569 h 6858000"/>
              <a:gd name="connsiteX2056" fmla="*/ 9290696 w 12192000"/>
              <a:gd name="connsiteY2056" fmla="*/ 3753249 h 6858000"/>
              <a:gd name="connsiteX2057" fmla="*/ 9470426 w 12192000"/>
              <a:gd name="connsiteY2057" fmla="*/ 3429016 h 6858000"/>
              <a:gd name="connsiteX2058" fmla="*/ 9470462 w 12192000"/>
              <a:gd name="connsiteY2058" fmla="*/ 3429016 h 6858000"/>
              <a:gd name="connsiteX2059" fmla="*/ 9536430 w 12192000"/>
              <a:gd name="connsiteY2059" fmla="*/ 3310559 h 6858000"/>
              <a:gd name="connsiteX2060" fmla="*/ 9536430 w 12192000"/>
              <a:gd name="connsiteY2060" fmla="*/ 3310487 h 6858000"/>
              <a:gd name="connsiteX2061" fmla="*/ 10209476 w 12192000"/>
              <a:gd name="connsiteY2061" fmla="*/ 2982967 h 6858000"/>
              <a:gd name="connsiteX2062" fmla="*/ 10215467 w 12192000"/>
              <a:gd name="connsiteY2062" fmla="*/ 2986288 h 6858000"/>
              <a:gd name="connsiteX2063" fmla="*/ 10027932 w 12192000"/>
              <a:gd name="connsiteY2063" fmla="*/ 3324625 h 6858000"/>
              <a:gd name="connsiteX2064" fmla="*/ 10027932 w 12192000"/>
              <a:gd name="connsiteY2064" fmla="*/ 3324694 h 6858000"/>
              <a:gd name="connsiteX2065" fmla="*/ 9969768 w 12192000"/>
              <a:gd name="connsiteY2065" fmla="*/ 3429017 h 6858000"/>
              <a:gd name="connsiteX2066" fmla="*/ 9969732 w 12192000"/>
              <a:gd name="connsiteY2066" fmla="*/ 3429017 h 6858000"/>
              <a:gd name="connsiteX2067" fmla="*/ 9788189 w 12192000"/>
              <a:gd name="connsiteY2067" fmla="*/ 3756569 h 6858000"/>
              <a:gd name="connsiteX2068" fmla="*/ 9782198 w 12192000"/>
              <a:gd name="connsiteY2068" fmla="*/ 3753249 h 6858000"/>
              <a:gd name="connsiteX2069" fmla="*/ 9961894 w 12192000"/>
              <a:gd name="connsiteY2069" fmla="*/ 3429016 h 6858000"/>
              <a:gd name="connsiteX2070" fmla="*/ 9961963 w 12192000"/>
              <a:gd name="connsiteY2070" fmla="*/ 3429016 h 6858000"/>
              <a:gd name="connsiteX2071" fmla="*/ 10027932 w 12192000"/>
              <a:gd name="connsiteY2071" fmla="*/ 3310556 h 6858000"/>
              <a:gd name="connsiteX2072" fmla="*/ 10027932 w 12192000"/>
              <a:gd name="connsiteY2072" fmla="*/ 3310486 h 6858000"/>
              <a:gd name="connsiteX2073" fmla="*/ 10700977 w 12192000"/>
              <a:gd name="connsiteY2073" fmla="*/ 2982965 h 6858000"/>
              <a:gd name="connsiteX2074" fmla="*/ 10706968 w 12192000"/>
              <a:gd name="connsiteY2074" fmla="*/ 2986286 h 6858000"/>
              <a:gd name="connsiteX2075" fmla="*/ 10519433 w 12192000"/>
              <a:gd name="connsiteY2075" fmla="*/ 3324622 h 6858000"/>
              <a:gd name="connsiteX2076" fmla="*/ 10519433 w 12192000"/>
              <a:gd name="connsiteY2076" fmla="*/ 3324693 h 6858000"/>
              <a:gd name="connsiteX2077" fmla="*/ 10461269 w 12192000"/>
              <a:gd name="connsiteY2077" fmla="*/ 3429017 h 6858000"/>
              <a:gd name="connsiteX2078" fmla="*/ 10461233 w 12192000"/>
              <a:gd name="connsiteY2078" fmla="*/ 3429017 h 6858000"/>
              <a:gd name="connsiteX2079" fmla="*/ 10279657 w 12192000"/>
              <a:gd name="connsiteY2079" fmla="*/ 3756569 h 6858000"/>
              <a:gd name="connsiteX2080" fmla="*/ 10273699 w 12192000"/>
              <a:gd name="connsiteY2080" fmla="*/ 3753249 h 6858000"/>
              <a:gd name="connsiteX2081" fmla="*/ 10453395 w 12192000"/>
              <a:gd name="connsiteY2081" fmla="*/ 3429016 h 6858000"/>
              <a:gd name="connsiteX2082" fmla="*/ 10453430 w 12192000"/>
              <a:gd name="connsiteY2082" fmla="*/ 3429016 h 6858000"/>
              <a:gd name="connsiteX2083" fmla="*/ 10519433 w 12192000"/>
              <a:gd name="connsiteY2083" fmla="*/ 3310556 h 6858000"/>
              <a:gd name="connsiteX2084" fmla="*/ 10519433 w 12192000"/>
              <a:gd name="connsiteY2084" fmla="*/ 3310485 h 6858000"/>
              <a:gd name="connsiteX2085" fmla="*/ 11192478 w 12192000"/>
              <a:gd name="connsiteY2085" fmla="*/ 2982940 h 6858000"/>
              <a:gd name="connsiteX2086" fmla="*/ 11198469 w 12192000"/>
              <a:gd name="connsiteY2086" fmla="*/ 2986261 h 6858000"/>
              <a:gd name="connsiteX2087" fmla="*/ 11010934 w 12192000"/>
              <a:gd name="connsiteY2087" fmla="*/ 3324597 h 6858000"/>
              <a:gd name="connsiteX2088" fmla="*/ 11010934 w 12192000"/>
              <a:gd name="connsiteY2088" fmla="*/ 3324691 h 6858000"/>
              <a:gd name="connsiteX2089" fmla="*/ 10952770 w 12192000"/>
              <a:gd name="connsiteY2089" fmla="*/ 3429017 h 6858000"/>
              <a:gd name="connsiteX2090" fmla="*/ 10952736 w 12192000"/>
              <a:gd name="connsiteY2090" fmla="*/ 3429017 h 6858000"/>
              <a:gd name="connsiteX2091" fmla="*/ 10771157 w 12192000"/>
              <a:gd name="connsiteY2091" fmla="*/ 3756569 h 6858000"/>
              <a:gd name="connsiteX2092" fmla="*/ 10765166 w 12192000"/>
              <a:gd name="connsiteY2092" fmla="*/ 3753249 h 6858000"/>
              <a:gd name="connsiteX2093" fmla="*/ 10944896 w 12192000"/>
              <a:gd name="connsiteY2093" fmla="*/ 3429016 h 6858000"/>
              <a:gd name="connsiteX2094" fmla="*/ 10944931 w 12192000"/>
              <a:gd name="connsiteY2094" fmla="*/ 3429016 h 6858000"/>
              <a:gd name="connsiteX2095" fmla="*/ 11010934 w 12192000"/>
              <a:gd name="connsiteY2095" fmla="*/ 3310553 h 6858000"/>
              <a:gd name="connsiteX2096" fmla="*/ 11010934 w 12192000"/>
              <a:gd name="connsiteY2096" fmla="*/ 3310459 h 6858000"/>
              <a:gd name="connsiteX2097" fmla="*/ 11683980 w 12192000"/>
              <a:gd name="connsiteY2097" fmla="*/ 2982938 h 6858000"/>
              <a:gd name="connsiteX2098" fmla="*/ 11689971 w 12192000"/>
              <a:gd name="connsiteY2098" fmla="*/ 2986260 h 6858000"/>
              <a:gd name="connsiteX2099" fmla="*/ 11502436 w 12192000"/>
              <a:gd name="connsiteY2099" fmla="*/ 3324595 h 6858000"/>
              <a:gd name="connsiteX2100" fmla="*/ 11502436 w 12192000"/>
              <a:gd name="connsiteY2100" fmla="*/ 3324666 h 6858000"/>
              <a:gd name="connsiteX2101" fmla="*/ 11444272 w 12192000"/>
              <a:gd name="connsiteY2101" fmla="*/ 3429017 h 6858000"/>
              <a:gd name="connsiteX2102" fmla="*/ 11444238 w 12192000"/>
              <a:gd name="connsiteY2102" fmla="*/ 3429017 h 6858000"/>
              <a:gd name="connsiteX2103" fmla="*/ 11262659 w 12192000"/>
              <a:gd name="connsiteY2103" fmla="*/ 3756569 h 6858000"/>
              <a:gd name="connsiteX2104" fmla="*/ 11256668 w 12192000"/>
              <a:gd name="connsiteY2104" fmla="*/ 3753249 h 6858000"/>
              <a:gd name="connsiteX2105" fmla="*/ 11436398 w 12192000"/>
              <a:gd name="connsiteY2105" fmla="*/ 3429016 h 6858000"/>
              <a:gd name="connsiteX2106" fmla="*/ 11436433 w 12192000"/>
              <a:gd name="connsiteY2106" fmla="*/ 3429016 h 6858000"/>
              <a:gd name="connsiteX2107" fmla="*/ 11502436 w 12192000"/>
              <a:gd name="connsiteY2107" fmla="*/ 3310529 h 6858000"/>
              <a:gd name="connsiteX2108" fmla="*/ 11502436 w 12192000"/>
              <a:gd name="connsiteY2108" fmla="*/ 3310458 h 6858000"/>
              <a:gd name="connsiteX2109" fmla="*/ 12175482 w 12192000"/>
              <a:gd name="connsiteY2109" fmla="*/ 2982938 h 6858000"/>
              <a:gd name="connsiteX2110" fmla="*/ 12181473 w 12192000"/>
              <a:gd name="connsiteY2110" fmla="*/ 2986259 h 6858000"/>
              <a:gd name="connsiteX2111" fmla="*/ 11993938 w 12192000"/>
              <a:gd name="connsiteY2111" fmla="*/ 3324594 h 6858000"/>
              <a:gd name="connsiteX2112" fmla="*/ 11993938 w 12192000"/>
              <a:gd name="connsiteY2112" fmla="*/ 3324665 h 6858000"/>
              <a:gd name="connsiteX2113" fmla="*/ 11935773 w 12192000"/>
              <a:gd name="connsiteY2113" fmla="*/ 3429017 h 6858000"/>
              <a:gd name="connsiteX2114" fmla="*/ 11935739 w 12192000"/>
              <a:gd name="connsiteY2114" fmla="*/ 3429017 h 6858000"/>
              <a:gd name="connsiteX2115" fmla="*/ 11754161 w 12192000"/>
              <a:gd name="connsiteY2115" fmla="*/ 3756569 h 6858000"/>
              <a:gd name="connsiteX2116" fmla="*/ 11748170 w 12192000"/>
              <a:gd name="connsiteY2116" fmla="*/ 3753249 h 6858000"/>
              <a:gd name="connsiteX2117" fmla="*/ 11927900 w 12192000"/>
              <a:gd name="connsiteY2117" fmla="*/ 3429016 h 6858000"/>
              <a:gd name="connsiteX2118" fmla="*/ 11927934 w 12192000"/>
              <a:gd name="connsiteY2118" fmla="*/ 3429016 h 6858000"/>
              <a:gd name="connsiteX2119" fmla="*/ 11993938 w 12192000"/>
              <a:gd name="connsiteY2119" fmla="*/ 3310526 h 6858000"/>
              <a:gd name="connsiteX2120" fmla="*/ 11993938 w 12192000"/>
              <a:gd name="connsiteY2120" fmla="*/ 3310457 h 6858000"/>
              <a:gd name="connsiteX2121" fmla="*/ 204434 w 12192000"/>
              <a:gd name="connsiteY2121" fmla="*/ 2539734 h 6858000"/>
              <a:gd name="connsiteX2122" fmla="*/ 206244 w 12192000"/>
              <a:gd name="connsiteY2122" fmla="*/ 2543046 h 6858000"/>
              <a:gd name="connsiteX2123" fmla="*/ 206277 w 12192000"/>
              <a:gd name="connsiteY2123" fmla="*/ 2543046 h 6858000"/>
              <a:gd name="connsiteX2124" fmla="*/ 631758 w 12192000"/>
              <a:gd name="connsiteY2124" fmla="*/ 3310612 h 6858000"/>
              <a:gd name="connsiteX2125" fmla="*/ 625768 w 12192000"/>
              <a:gd name="connsiteY2125" fmla="*/ 3313933 h 6858000"/>
              <a:gd name="connsiteX2126" fmla="*/ 198472 w 12192000"/>
              <a:gd name="connsiteY2126" fmla="*/ 2543046 h 6858000"/>
              <a:gd name="connsiteX2127" fmla="*/ 198491 w 12192000"/>
              <a:gd name="connsiteY2127" fmla="*/ 2543046 h 6858000"/>
              <a:gd name="connsiteX2128" fmla="*/ 695915 w 12192000"/>
              <a:gd name="connsiteY2128" fmla="*/ 2539731 h 6858000"/>
              <a:gd name="connsiteX2129" fmla="*/ 697725 w 12192000"/>
              <a:gd name="connsiteY2129" fmla="*/ 2543045 h 6858000"/>
              <a:gd name="connsiteX2130" fmla="*/ 697758 w 12192000"/>
              <a:gd name="connsiteY2130" fmla="*/ 2543045 h 6858000"/>
              <a:gd name="connsiteX2131" fmla="*/ 1123206 w 12192000"/>
              <a:gd name="connsiteY2131" fmla="*/ 3310611 h 6858000"/>
              <a:gd name="connsiteX2132" fmla="*/ 1117215 w 12192000"/>
              <a:gd name="connsiteY2132" fmla="*/ 3313932 h 6858000"/>
              <a:gd name="connsiteX2133" fmla="*/ 689953 w 12192000"/>
              <a:gd name="connsiteY2133" fmla="*/ 2543045 h 6858000"/>
              <a:gd name="connsiteX2134" fmla="*/ 689972 w 12192000"/>
              <a:gd name="connsiteY2134" fmla="*/ 2543045 h 6858000"/>
              <a:gd name="connsiteX2135" fmla="*/ 1187381 w 12192000"/>
              <a:gd name="connsiteY2135" fmla="*/ 2539707 h 6858000"/>
              <a:gd name="connsiteX2136" fmla="*/ 1189191 w 12192000"/>
              <a:gd name="connsiteY2136" fmla="*/ 2543019 h 6858000"/>
              <a:gd name="connsiteX2137" fmla="*/ 1189225 w 12192000"/>
              <a:gd name="connsiteY2137" fmla="*/ 2543019 h 6858000"/>
              <a:gd name="connsiteX2138" fmla="*/ 1614673 w 12192000"/>
              <a:gd name="connsiteY2138" fmla="*/ 3310585 h 6858000"/>
              <a:gd name="connsiteX2139" fmla="*/ 1608683 w 12192000"/>
              <a:gd name="connsiteY2139" fmla="*/ 3313906 h 6858000"/>
              <a:gd name="connsiteX2140" fmla="*/ 1181420 w 12192000"/>
              <a:gd name="connsiteY2140" fmla="*/ 2543019 h 6858000"/>
              <a:gd name="connsiteX2141" fmla="*/ 1181438 w 12192000"/>
              <a:gd name="connsiteY2141" fmla="*/ 2543019 h 6858000"/>
              <a:gd name="connsiteX2142" fmla="*/ 1678831 w 12192000"/>
              <a:gd name="connsiteY2142" fmla="*/ 2539704 h 6858000"/>
              <a:gd name="connsiteX2143" fmla="*/ 1680676 w 12192000"/>
              <a:gd name="connsiteY2143" fmla="*/ 2543018 h 6858000"/>
              <a:gd name="connsiteX2144" fmla="*/ 1680710 w 12192000"/>
              <a:gd name="connsiteY2144" fmla="*/ 2543018 h 6858000"/>
              <a:gd name="connsiteX2145" fmla="*/ 2106255 w 12192000"/>
              <a:gd name="connsiteY2145" fmla="*/ 3310584 h 6858000"/>
              <a:gd name="connsiteX2146" fmla="*/ 2100263 w 12192000"/>
              <a:gd name="connsiteY2146" fmla="*/ 3313905 h 6858000"/>
              <a:gd name="connsiteX2147" fmla="*/ 1672870 w 12192000"/>
              <a:gd name="connsiteY2147" fmla="*/ 2543018 h 6858000"/>
              <a:gd name="connsiteX2148" fmla="*/ 1672888 w 12192000"/>
              <a:gd name="connsiteY2148" fmla="*/ 2543018 h 6858000"/>
              <a:gd name="connsiteX2149" fmla="*/ 2170397 w 12192000"/>
              <a:gd name="connsiteY2149" fmla="*/ 2539703 h 6858000"/>
              <a:gd name="connsiteX2150" fmla="*/ 2172243 w 12192000"/>
              <a:gd name="connsiteY2150" fmla="*/ 2543017 h 6858000"/>
              <a:gd name="connsiteX2151" fmla="*/ 2172274 w 12192000"/>
              <a:gd name="connsiteY2151" fmla="*/ 2543017 h 6858000"/>
              <a:gd name="connsiteX2152" fmla="*/ 2597790 w 12192000"/>
              <a:gd name="connsiteY2152" fmla="*/ 3310582 h 6858000"/>
              <a:gd name="connsiteX2153" fmla="*/ 2591798 w 12192000"/>
              <a:gd name="connsiteY2153" fmla="*/ 3313904 h 6858000"/>
              <a:gd name="connsiteX2154" fmla="*/ 2164437 w 12192000"/>
              <a:gd name="connsiteY2154" fmla="*/ 2543017 h 6858000"/>
              <a:gd name="connsiteX2155" fmla="*/ 2164455 w 12192000"/>
              <a:gd name="connsiteY2155" fmla="*/ 2543017 h 6858000"/>
              <a:gd name="connsiteX2156" fmla="*/ 2661948 w 12192000"/>
              <a:gd name="connsiteY2156" fmla="*/ 2539702 h 6858000"/>
              <a:gd name="connsiteX2157" fmla="*/ 2663792 w 12192000"/>
              <a:gd name="connsiteY2157" fmla="*/ 2543014 h 6858000"/>
              <a:gd name="connsiteX2158" fmla="*/ 2663824 w 12192000"/>
              <a:gd name="connsiteY2158" fmla="*/ 2543014 h 6858000"/>
              <a:gd name="connsiteX2159" fmla="*/ 3089223 w 12192000"/>
              <a:gd name="connsiteY2159" fmla="*/ 3310581 h 6858000"/>
              <a:gd name="connsiteX2160" fmla="*/ 3083250 w 12192000"/>
              <a:gd name="connsiteY2160" fmla="*/ 3313901 h 6858000"/>
              <a:gd name="connsiteX2161" fmla="*/ 2655987 w 12192000"/>
              <a:gd name="connsiteY2161" fmla="*/ 2543014 h 6858000"/>
              <a:gd name="connsiteX2162" fmla="*/ 2656007 w 12192000"/>
              <a:gd name="connsiteY2162" fmla="*/ 2543014 h 6858000"/>
              <a:gd name="connsiteX2163" fmla="*/ 3153394 w 12192000"/>
              <a:gd name="connsiteY2163" fmla="*/ 2539700 h 6858000"/>
              <a:gd name="connsiteX2164" fmla="*/ 3155238 w 12192000"/>
              <a:gd name="connsiteY2164" fmla="*/ 2543013 h 6858000"/>
              <a:gd name="connsiteX2165" fmla="*/ 3155260 w 12192000"/>
              <a:gd name="connsiteY2165" fmla="*/ 2543013 h 6858000"/>
              <a:gd name="connsiteX2166" fmla="*/ 3580752 w 12192000"/>
              <a:gd name="connsiteY2166" fmla="*/ 3310579 h 6858000"/>
              <a:gd name="connsiteX2167" fmla="*/ 3574765 w 12192000"/>
              <a:gd name="connsiteY2167" fmla="*/ 3313900 h 6858000"/>
              <a:gd name="connsiteX2168" fmla="*/ 3147425 w 12192000"/>
              <a:gd name="connsiteY2168" fmla="*/ 2543013 h 6858000"/>
              <a:gd name="connsiteX2169" fmla="*/ 3147447 w 12192000"/>
              <a:gd name="connsiteY2169" fmla="*/ 2543013 h 6858000"/>
              <a:gd name="connsiteX2170" fmla="*/ 3644899 w 12192000"/>
              <a:gd name="connsiteY2170" fmla="*/ 2539675 h 6858000"/>
              <a:gd name="connsiteX2171" fmla="*/ 3646736 w 12192000"/>
              <a:gd name="connsiteY2171" fmla="*/ 2542987 h 6858000"/>
              <a:gd name="connsiteX2172" fmla="*/ 3646767 w 12192000"/>
              <a:gd name="connsiteY2172" fmla="*/ 2542987 h 6858000"/>
              <a:gd name="connsiteX2173" fmla="*/ 4072227 w 12192000"/>
              <a:gd name="connsiteY2173" fmla="*/ 3310553 h 6858000"/>
              <a:gd name="connsiteX2174" fmla="*/ 4066240 w 12192000"/>
              <a:gd name="connsiteY2174" fmla="*/ 3313875 h 6858000"/>
              <a:gd name="connsiteX2175" fmla="*/ 3638934 w 12192000"/>
              <a:gd name="connsiteY2175" fmla="*/ 2542987 h 6858000"/>
              <a:gd name="connsiteX2176" fmla="*/ 3638956 w 12192000"/>
              <a:gd name="connsiteY2176" fmla="*/ 2542987 h 6858000"/>
              <a:gd name="connsiteX2177" fmla="*/ 4136394 w 12192000"/>
              <a:gd name="connsiteY2177" fmla="*/ 2539672 h 6858000"/>
              <a:gd name="connsiteX2178" fmla="*/ 4138238 w 12192000"/>
              <a:gd name="connsiteY2178" fmla="*/ 2542986 h 6858000"/>
              <a:gd name="connsiteX2179" fmla="*/ 4138268 w 12192000"/>
              <a:gd name="connsiteY2179" fmla="*/ 2542986 h 6858000"/>
              <a:gd name="connsiteX2180" fmla="*/ 4563746 w 12192000"/>
              <a:gd name="connsiteY2180" fmla="*/ 3310552 h 6858000"/>
              <a:gd name="connsiteX2181" fmla="*/ 4557748 w 12192000"/>
              <a:gd name="connsiteY2181" fmla="*/ 3313873 h 6858000"/>
              <a:gd name="connsiteX2182" fmla="*/ 4130421 w 12192000"/>
              <a:gd name="connsiteY2182" fmla="*/ 2542986 h 6858000"/>
              <a:gd name="connsiteX2183" fmla="*/ 4130446 w 12192000"/>
              <a:gd name="connsiteY2183" fmla="*/ 2542986 h 6858000"/>
              <a:gd name="connsiteX2184" fmla="*/ 4627906 w 12192000"/>
              <a:gd name="connsiteY2184" fmla="*/ 2539671 h 6858000"/>
              <a:gd name="connsiteX2185" fmla="*/ 4629752 w 12192000"/>
              <a:gd name="connsiteY2185" fmla="*/ 2542984 h 6858000"/>
              <a:gd name="connsiteX2186" fmla="*/ 4629783 w 12192000"/>
              <a:gd name="connsiteY2186" fmla="*/ 2542984 h 6858000"/>
              <a:gd name="connsiteX2187" fmla="*/ 5055229 w 12192000"/>
              <a:gd name="connsiteY2187" fmla="*/ 3310550 h 6858000"/>
              <a:gd name="connsiteX2188" fmla="*/ 5049242 w 12192000"/>
              <a:gd name="connsiteY2188" fmla="*/ 3313872 h 6858000"/>
              <a:gd name="connsiteX2189" fmla="*/ 4621948 w 12192000"/>
              <a:gd name="connsiteY2189" fmla="*/ 2542984 h 6858000"/>
              <a:gd name="connsiteX2190" fmla="*/ 4621966 w 12192000"/>
              <a:gd name="connsiteY2190" fmla="*/ 2542984 h 6858000"/>
              <a:gd name="connsiteX2191" fmla="*/ 5119451 w 12192000"/>
              <a:gd name="connsiteY2191" fmla="*/ 2539669 h 6858000"/>
              <a:gd name="connsiteX2192" fmla="*/ 5121252 w 12192000"/>
              <a:gd name="connsiteY2192" fmla="*/ 2542984 h 6858000"/>
              <a:gd name="connsiteX2193" fmla="*/ 5121322 w 12192000"/>
              <a:gd name="connsiteY2193" fmla="*/ 2542984 h 6858000"/>
              <a:gd name="connsiteX2194" fmla="*/ 5546779 w 12192000"/>
              <a:gd name="connsiteY2194" fmla="*/ 3310550 h 6858000"/>
              <a:gd name="connsiteX2195" fmla="*/ 5540738 w 12192000"/>
              <a:gd name="connsiteY2195" fmla="*/ 3313871 h 6858000"/>
              <a:gd name="connsiteX2196" fmla="*/ 5113453 w 12192000"/>
              <a:gd name="connsiteY2196" fmla="*/ 2542984 h 6858000"/>
              <a:gd name="connsiteX2197" fmla="*/ 5113480 w 12192000"/>
              <a:gd name="connsiteY2197" fmla="*/ 2542984 h 6858000"/>
              <a:gd name="connsiteX2198" fmla="*/ 5610861 w 12192000"/>
              <a:gd name="connsiteY2198" fmla="*/ 2539669 h 6858000"/>
              <a:gd name="connsiteX2199" fmla="*/ 5612675 w 12192000"/>
              <a:gd name="connsiteY2199" fmla="*/ 2542981 h 6858000"/>
              <a:gd name="connsiteX2200" fmla="*/ 5612704 w 12192000"/>
              <a:gd name="connsiteY2200" fmla="*/ 2542981 h 6858000"/>
              <a:gd name="connsiteX2201" fmla="*/ 6038160 w 12192000"/>
              <a:gd name="connsiteY2201" fmla="*/ 3310547 h 6858000"/>
              <a:gd name="connsiteX2202" fmla="*/ 6032193 w 12192000"/>
              <a:gd name="connsiteY2202" fmla="*/ 3313868 h 6858000"/>
              <a:gd name="connsiteX2203" fmla="*/ 5604919 w 12192000"/>
              <a:gd name="connsiteY2203" fmla="*/ 2542981 h 6858000"/>
              <a:gd name="connsiteX2204" fmla="*/ 5604939 w 12192000"/>
              <a:gd name="connsiteY2204" fmla="*/ 2542981 h 6858000"/>
              <a:gd name="connsiteX2205" fmla="*/ 6101912 w 12192000"/>
              <a:gd name="connsiteY2205" fmla="*/ 2539643 h 6858000"/>
              <a:gd name="connsiteX2206" fmla="*/ 6103722 w 12192000"/>
              <a:gd name="connsiteY2206" fmla="*/ 2542957 h 6858000"/>
              <a:gd name="connsiteX2207" fmla="*/ 6103761 w 12192000"/>
              <a:gd name="connsiteY2207" fmla="*/ 2542957 h 6858000"/>
              <a:gd name="connsiteX2208" fmla="*/ 6529258 w 12192000"/>
              <a:gd name="connsiteY2208" fmla="*/ 3310523 h 6858000"/>
              <a:gd name="connsiteX2209" fmla="*/ 6523267 w 12192000"/>
              <a:gd name="connsiteY2209" fmla="*/ 3313843 h 6858000"/>
              <a:gd name="connsiteX2210" fmla="*/ 6096000 w 12192000"/>
              <a:gd name="connsiteY2210" fmla="*/ 2542957 h 6858000"/>
              <a:gd name="connsiteX2211" fmla="*/ 6593413 w 12192000"/>
              <a:gd name="connsiteY2211" fmla="*/ 2539642 h 6858000"/>
              <a:gd name="connsiteX2212" fmla="*/ 6595222 w 12192000"/>
              <a:gd name="connsiteY2212" fmla="*/ 2542954 h 6858000"/>
              <a:gd name="connsiteX2213" fmla="*/ 6595261 w 12192000"/>
              <a:gd name="connsiteY2213" fmla="*/ 2542954 h 6858000"/>
              <a:gd name="connsiteX2214" fmla="*/ 7020724 w 12192000"/>
              <a:gd name="connsiteY2214" fmla="*/ 3310520 h 6858000"/>
              <a:gd name="connsiteX2215" fmla="*/ 7014733 w 12192000"/>
              <a:gd name="connsiteY2215" fmla="*/ 3313841 h 6858000"/>
              <a:gd name="connsiteX2216" fmla="*/ 6587460 w 12192000"/>
              <a:gd name="connsiteY2216" fmla="*/ 2542962 h 6858000"/>
              <a:gd name="connsiteX2217" fmla="*/ 6587456 w 12192000"/>
              <a:gd name="connsiteY2217" fmla="*/ 2542962 h 6858000"/>
              <a:gd name="connsiteX2218" fmla="*/ 6587459 w 12192000"/>
              <a:gd name="connsiteY2218" fmla="*/ 2542960 h 6858000"/>
              <a:gd name="connsiteX2219" fmla="*/ 6587456 w 12192000"/>
              <a:gd name="connsiteY2219" fmla="*/ 2542954 h 6858000"/>
              <a:gd name="connsiteX2220" fmla="*/ 6587469 w 12192000"/>
              <a:gd name="connsiteY2220" fmla="*/ 2542954 h 6858000"/>
              <a:gd name="connsiteX2221" fmla="*/ 7084914 w 12192000"/>
              <a:gd name="connsiteY2221" fmla="*/ 2539639 h 6858000"/>
              <a:gd name="connsiteX2222" fmla="*/ 7086724 w 12192000"/>
              <a:gd name="connsiteY2222" fmla="*/ 2542953 h 6858000"/>
              <a:gd name="connsiteX2223" fmla="*/ 7086763 w 12192000"/>
              <a:gd name="connsiteY2223" fmla="*/ 2542953 h 6858000"/>
              <a:gd name="connsiteX2224" fmla="*/ 7512226 w 12192000"/>
              <a:gd name="connsiteY2224" fmla="*/ 3310519 h 6858000"/>
              <a:gd name="connsiteX2225" fmla="*/ 7506235 w 12192000"/>
              <a:gd name="connsiteY2225" fmla="*/ 3313840 h 6858000"/>
              <a:gd name="connsiteX2226" fmla="*/ 7078961 w 12192000"/>
              <a:gd name="connsiteY2226" fmla="*/ 2542960 h 6858000"/>
              <a:gd name="connsiteX2227" fmla="*/ 7078957 w 12192000"/>
              <a:gd name="connsiteY2227" fmla="*/ 2542960 h 6858000"/>
              <a:gd name="connsiteX2228" fmla="*/ 7078960 w 12192000"/>
              <a:gd name="connsiteY2228" fmla="*/ 2542959 h 6858000"/>
              <a:gd name="connsiteX2229" fmla="*/ 7078957 w 12192000"/>
              <a:gd name="connsiteY2229" fmla="*/ 2542953 h 6858000"/>
              <a:gd name="connsiteX2230" fmla="*/ 7078970 w 12192000"/>
              <a:gd name="connsiteY2230" fmla="*/ 2542953 h 6858000"/>
              <a:gd name="connsiteX2231" fmla="*/ 7576381 w 12192000"/>
              <a:gd name="connsiteY2231" fmla="*/ 2539638 h 6858000"/>
              <a:gd name="connsiteX2232" fmla="*/ 7578226 w 12192000"/>
              <a:gd name="connsiteY2232" fmla="*/ 2542952 h 6858000"/>
              <a:gd name="connsiteX2233" fmla="*/ 7578264 w 12192000"/>
              <a:gd name="connsiteY2233" fmla="*/ 2542952 h 6858000"/>
              <a:gd name="connsiteX2234" fmla="*/ 8003727 w 12192000"/>
              <a:gd name="connsiteY2234" fmla="*/ 3310517 h 6858000"/>
              <a:gd name="connsiteX2235" fmla="*/ 7997736 w 12192000"/>
              <a:gd name="connsiteY2235" fmla="*/ 3313839 h 6858000"/>
              <a:gd name="connsiteX2236" fmla="*/ 7570428 w 12192000"/>
              <a:gd name="connsiteY2236" fmla="*/ 2542959 h 6858000"/>
              <a:gd name="connsiteX2237" fmla="*/ 7570424 w 12192000"/>
              <a:gd name="connsiteY2237" fmla="*/ 2542959 h 6858000"/>
              <a:gd name="connsiteX2238" fmla="*/ 7570427 w 12192000"/>
              <a:gd name="connsiteY2238" fmla="*/ 2542958 h 6858000"/>
              <a:gd name="connsiteX2239" fmla="*/ 7570424 w 12192000"/>
              <a:gd name="connsiteY2239" fmla="*/ 2542952 h 6858000"/>
              <a:gd name="connsiteX2240" fmla="*/ 7570437 w 12192000"/>
              <a:gd name="connsiteY2240" fmla="*/ 2542952 h 6858000"/>
              <a:gd name="connsiteX2241" fmla="*/ 8067883 w 12192000"/>
              <a:gd name="connsiteY2241" fmla="*/ 2539636 h 6858000"/>
              <a:gd name="connsiteX2242" fmla="*/ 8069728 w 12192000"/>
              <a:gd name="connsiteY2242" fmla="*/ 2542949 h 6858000"/>
              <a:gd name="connsiteX2243" fmla="*/ 8069766 w 12192000"/>
              <a:gd name="connsiteY2243" fmla="*/ 2542949 h 6858000"/>
              <a:gd name="connsiteX2244" fmla="*/ 8495229 w 12192000"/>
              <a:gd name="connsiteY2244" fmla="*/ 3310516 h 6858000"/>
              <a:gd name="connsiteX2245" fmla="*/ 8489238 w 12192000"/>
              <a:gd name="connsiteY2245" fmla="*/ 3313836 h 6858000"/>
              <a:gd name="connsiteX2246" fmla="*/ 8061930 w 12192000"/>
              <a:gd name="connsiteY2246" fmla="*/ 2542958 h 6858000"/>
              <a:gd name="connsiteX2247" fmla="*/ 8061926 w 12192000"/>
              <a:gd name="connsiteY2247" fmla="*/ 2542958 h 6858000"/>
              <a:gd name="connsiteX2248" fmla="*/ 8061929 w 12192000"/>
              <a:gd name="connsiteY2248" fmla="*/ 2542955 h 6858000"/>
              <a:gd name="connsiteX2249" fmla="*/ 8061926 w 12192000"/>
              <a:gd name="connsiteY2249" fmla="*/ 2542949 h 6858000"/>
              <a:gd name="connsiteX2250" fmla="*/ 8061939 w 12192000"/>
              <a:gd name="connsiteY2250" fmla="*/ 2542949 h 6858000"/>
              <a:gd name="connsiteX2251" fmla="*/ 8559385 w 12192000"/>
              <a:gd name="connsiteY2251" fmla="*/ 2539611 h 6858000"/>
              <a:gd name="connsiteX2252" fmla="*/ 8561229 w 12192000"/>
              <a:gd name="connsiteY2252" fmla="*/ 2542925 h 6858000"/>
              <a:gd name="connsiteX2253" fmla="*/ 8561267 w 12192000"/>
              <a:gd name="connsiteY2253" fmla="*/ 2542925 h 6858000"/>
              <a:gd name="connsiteX2254" fmla="*/ 8986730 w 12192000"/>
              <a:gd name="connsiteY2254" fmla="*/ 3310491 h 6858000"/>
              <a:gd name="connsiteX2255" fmla="*/ 8980739 w 12192000"/>
              <a:gd name="connsiteY2255" fmla="*/ 3313812 h 6858000"/>
              <a:gd name="connsiteX2256" fmla="*/ 8553431 w 12192000"/>
              <a:gd name="connsiteY2256" fmla="*/ 2542932 h 6858000"/>
              <a:gd name="connsiteX2257" fmla="*/ 8553427 w 12192000"/>
              <a:gd name="connsiteY2257" fmla="*/ 2542932 h 6858000"/>
              <a:gd name="connsiteX2258" fmla="*/ 8553430 w 12192000"/>
              <a:gd name="connsiteY2258" fmla="*/ 2542931 h 6858000"/>
              <a:gd name="connsiteX2259" fmla="*/ 8553427 w 12192000"/>
              <a:gd name="connsiteY2259" fmla="*/ 2542925 h 6858000"/>
              <a:gd name="connsiteX2260" fmla="*/ 8553441 w 12192000"/>
              <a:gd name="connsiteY2260" fmla="*/ 2542925 h 6858000"/>
              <a:gd name="connsiteX2261" fmla="*/ 9050886 w 12192000"/>
              <a:gd name="connsiteY2261" fmla="*/ 2539610 h 6858000"/>
              <a:gd name="connsiteX2262" fmla="*/ 9052731 w 12192000"/>
              <a:gd name="connsiteY2262" fmla="*/ 2542922 h 6858000"/>
              <a:gd name="connsiteX2263" fmla="*/ 9052769 w 12192000"/>
              <a:gd name="connsiteY2263" fmla="*/ 2542922 h 6858000"/>
              <a:gd name="connsiteX2264" fmla="*/ 9478232 w 12192000"/>
              <a:gd name="connsiteY2264" fmla="*/ 3310488 h 6858000"/>
              <a:gd name="connsiteX2265" fmla="*/ 9472241 w 12192000"/>
              <a:gd name="connsiteY2265" fmla="*/ 3313809 h 6858000"/>
              <a:gd name="connsiteX2266" fmla="*/ 9044933 w 12192000"/>
              <a:gd name="connsiteY2266" fmla="*/ 2542931 h 6858000"/>
              <a:gd name="connsiteX2267" fmla="*/ 9044929 w 12192000"/>
              <a:gd name="connsiteY2267" fmla="*/ 2542931 h 6858000"/>
              <a:gd name="connsiteX2268" fmla="*/ 9044932 w 12192000"/>
              <a:gd name="connsiteY2268" fmla="*/ 2542929 h 6858000"/>
              <a:gd name="connsiteX2269" fmla="*/ 9044929 w 12192000"/>
              <a:gd name="connsiteY2269" fmla="*/ 2542922 h 6858000"/>
              <a:gd name="connsiteX2270" fmla="*/ 9044943 w 12192000"/>
              <a:gd name="connsiteY2270" fmla="*/ 2542922 h 6858000"/>
              <a:gd name="connsiteX2271" fmla="*/ 9542387 w 12192000"/>
              <a:gd name="connsiteY2271" fmla="*/ 2539607 h 6858000"/>
              <a:gd name="connsiteX2272" fmla="*/ 9544232 w 12192000"/>
              <a:gd name="connsiteY2272" fmla="*/ 2542921 h 6858000"/>
              <a:gd name="connsiteX2273" fmla="*/ 9544270 w 12192000"/>
              <a:gd name="connsiteY2273" fmla="*/ 2542921 h 6858000"/>
              <a:gd name="connsiteX2274" fmla="*/ 9969733 w 12192000"/>
              <a:gd name="connsiteY2274" fmla="*/ 3310487 h 6858000"/>
              <a:gd name="connsiteX2275" fmla="*/ 9963742 w 12192000"/>
              <a:gd name="connsiteY2275" fmla="*/ 3313808 h 6858000"/>
              <a:gd name="connsiteX2276" fmla="*/ 9536434 w 12192000"/>
              <a:gd name="connsiteY2276" fmla="*/ 2542929 h 6858000"/>
              <a:gd name="connsiteX2277" fmla="*/ 9536430 w 12192000"/>
              <a:gd name="connsiteY2277" fmla="*/ 2542929 h 6858000"/>
              <a:gd name="connsiteX2278" fmla="*/ 9536433 w 12192000"/>
              <a:gd name="connsiteY2278" fmla="*/ 2542927 h 6858000"/>
              <a:gd name="connsiteX2279" fmla="*/ 9536430 w 12192000"/>
              <a:gd name="connsiteY2279" fmla="*/ 2542921 h 6858000"/>
              <a:gd name="connsiteX2280" fmla="*/ 9536444 w 12192000"/>
              <a:gd name="connsiteY2280" fmla="*/ 2542921 h 6858000"/>
              <a:gd name="connsiteX2281" fmla="*/ 10033889 w 12192000"/>
              <a:gd name="connsiteY2281" fmla="*/ 2539606 h 6858000"/>
              <a:gd name="connsiteX2282" fmla="*/ 10035734 w 12192000"/>
              <a:gd name="connsiteY2282" fmla="*/ 2542919 h 6858000"/>
              <a:gd name="connsiteX2283" fmla="*/ 10035771 w 12192000"/>
              <a:gd name="connsiteY2283" fmla="*/ 2542919 h 6858000"/>
              <a:gd name="connsiteX2284" fmla="*/ 10461235 w 12192000"/>
              <a:gd name="connsiteY2284" fmla="*/ 3310485 h 6858000"/>
              <a:gd name="connsiteX2285" fmla="*/ 10455244 w 12192000"/>
              <a:gd name="connsiteY2285" fmla="*/ 3313807 h 6858000"/>
              <a:gd name="connsiteX2286" fmla="*/ 10027936 w 12192000"/>
              <a:gd name="connsiteY2286" fmla="*/ 2542927 h 6858000"/>
              <a:gd name="connsiteX2287" fmla="*/ 10027932 w 12192000"/>
              <a:gd name="connsiteY2287" fmla="*/ 2542927 h 6858000"/>
              <a:gd name="connsiteX2288" fmla="*/ 10027935 w 12192000"/>
              <a:gd name="connsiteY2288" fmla="*/ 2542926 h 6858000"/>
              <a:gd name="connsiteX2289" fmla="*/ 10027932 w 12192000"/>
              <a:gd name="connsiteY2289" fmla="*/ 2542919 h 6858000"/>
              <a:gd name="connsiteX2290" fmla="*/ 10027946 w 12192000"/>
              <a:gd name="connsiteY2290" fmla="*/ 2542919 h 6858000"/>
              <a:gd name="connsiteX2291" fmla="*/ 10525390 w 12192000"/>
              <a:gd name="connsiteY2291" fmla="*/ 2539604 h 6858000"/>
              <a:gd name="connsiteX2292" fmla="*/ 10527200 w 12192000"/>
              <a:gd name="connsiteY2292" fmla="*/ 2542919 h 6858000"/>
              <a:gd name="connsiteX2293" fmla="*/ 10527273 w 12192000"/>
              <a:gd name="connsiteY2293" fmla="*/ 2542919 h 6858000"/>
              <a:gd name="connsiteX2294" fmla="*/ 10952736 w 12192000"/>
              <a:gd name="connsiteY2294" fmla="*/ 3310485 h 6858000"/>
              <a:gd name="connsiteX2295" fmla="*/ 10946745 w 12192000"/>
              <a:gd name="connsiteY2295" fmla="*/ 3313806 h 6858000"/>
              <a:gd name="connsiteX2296" fmla="*/ 10519437 w 12192000"/>
              <a:gd name="connsiteY2296" fmla="*/ 2542926 h 6858000"/>
              <a:gd name="connsiteX2297" fmla="*/ 10519433 w 12192000"/>
              <a:gd name="connsiteY2297" fmla="*/ 2542926 h 6858000"/>
              <a:gd name="connsiteX2298" fmla="*/ 10519436 w 12192000"/>
              <a:gd name="connsiteY2298" fmla="*/ 2542925 h 6858000"/>
              <a:gd name="connsiteX2299" fmla="*/ 10519433 w 12192000"/>
              <a:gd name="connsiteY2299" fmla="*/ 2542919 h 6858000"/>
              <a:gd name="connsiteX2300" fmla="*/ 10519447 w 12192000"/>
              <a:gd name="connsiteY2300" fmla="*/ 2542919 h 6858000"/>
              <a:gd name="connsiteX2301" fmla="*/ 11016891 w 12192000"/>
              <a:gd name="connsiteY2301" fmla="*/ 2539579 h 6858000"/>
              <a:gd name="connsiteX2302" fmla="*/ 11018701 w 12192000"/>
              <a:gd name="connsiteY2302" fmla="*/ 2542893 h 6858000"/>
              <a:gd name="connsiteX2303" fmla="*/ 11018740 w 12192000"/>
              <a:gd name="connsiteY2303" fmla="*/ 2542893 h 6858000"/>
              <a:gd name="connsiteX2304" fmla="*/ 11444237 w 12192000"/>
              <a:gd name="connsiteY2304" fmla="*/ 3310459 h 6858000"/>
              <a:gd name="connsiteX2305" fmla="*/ 11438246 w 12192000"/>
              <a:gd name="connsiteY2305" fmla="*/ 3313780 h 6858000"/>
              <a:gd name="connsiteX2306" fmla="*/ 11010938 w 12192000"/>
              <a:gd name="connsiteY2306" fmla="*/ 2542900 h 6858000"/>
              <a:gd name="connsiteX2307" fmla="*/ 11010934 w 12192000"/>
              <a:gd name="connsiteY2307" fmla="*/ 2542900 h 6858000"/>
              <a:gd name="connsiteX2308" fmla="*/ 11010937 w 12192000"/>
              <a:gd name="connsiteY2308" fmla="*/ 2542900 h 6858000"/>
              <a:gd name="connsiteX2309" fmla="*/ 11010934 w 12192000"/>
              <a:gd name="connsiteY2309" fmla="*/ 2542893 h 6858000"/>
              <a:gd name="connsiteX2310" fmla="*/ 11010948 w 12192000"/>
              <a:gd name="connsiteY2310" fmla="*/ 2542893 h 6858000"/>
              <a:gd name="connsiteX2311" fmla="*/ 11508393 w 12192000"/>
              <a:gd name="connsiteY2311" fmla="*/ 2539578 h 6858000"/>
              <a:gd name="connsiteX2312" fmla="*/ 11510203 w 12192000"/>
              <a:gd name="connsiteY2312" fmla="*/ 2542892 h 6858000"/>
              <a:gd name="connsiteX2313" fmla="*/ 11510242 w 12192000"/>
              <a:gd name="connsiteY2313" fmla="*/ 2542892 h 6858000"/>
              <a:gd name="connsiteX2314" fmla="*/ 11935739 w 12192000"/>
              <a:gd name="connsiteY2314" fmla="*/ 3310458 h 6858000"/>
              <a:gd name="connsiteX2315" fmla="*/ 11929748 w 12192000"/>
              <a:gd name="connsiteY2315" fmla="*/ 3313779 h 6858000"/>
              <a:gd name="connsiteX2316" fmla="*/ 11502440 w 12192000"/>
              <a:gd name="connsiteY2316" fmla="*/ 2542900 h 6858000"/>
              <a:gd name="connsiteX2317" fmla="*/ 11502436 w 12192000"/>
              <a:gd name="connsiteY2317" fmla="*/ 2542900 h 6858000"/>
              <a:gd name="connsiteX2318" fmla="*/ 11502439 w 12192000"/>
              <a:gd name="connsiteY2318" fmla="*/ 2542897 h 6858000"/>
              <a:gd name="connsiteX2319" fmla="*/ 11502436 w 12192000"/>
              <a:gd name="connsiteY2319" fmla="*/ 2542892 h 6858000"/>
              <a:gd name="connsiteX2320" fmla="*/ 11502450 w 12192000"/>
              <a:gd name="connsiteY2320" fmla="*/ 2542892 h 6858000"/>
              <a:gd name="connsiteX2321" fmla="*/ 11999895 w 12192000"/>
              <a:gd name="connsiteY2321" fmla="*/ 2539577 h 6858000"/>
              <a:gd name="connsiteX2322" fmla="*/ 12001704 w 12192000"/>
              <a:gd name="connsiteY2322" fmla="*/ 2542889 h 6858000"/>
              <a:gd name="connsiteX2323" fmla="*/ 12001743 w 12192000"/>
              <a:gd name="connsiteY2323" fmla="*/ 2542889 h 6858000"/>
              <a:gd name="connsiteX2324" fmla="*/ 12192000 w 12192000"/>
              <a:gd name="connsiteY2324" fmla="*/ 2886127 h 6858000"/>
              <a:gd name="connsiteX2325" fmla="*/ 12192000 w 12192000"/>
              <a:gd name="connsiteY2325" fmla="*/ 2900231 h 6858000"/>
              <a:gd name="connsiteX2326" fmla="*/ 11993942 w 12192000"/>
              <a:gd name="connsiteY2326" fmla="*/ 2542897 h 6858000"/>
              <a:gd name="connsiteX2327" fmla="*/ 11993938 w 12192000"/>
              <a:gd name="connsiteY2327" fmla="*/ 2542897 h 6858000"/>
              <a:gd name="connsiteX2328" fmla="*/ 11993941 w 12192000"/>
              <a:gd name="connsiteY2328" fmla="*/ 2542895 h 6858000"/>
              <a:gd name="connsiteX2329" fmla="*/ 11993938 w 12192000"/>
              <a:gd name="connsiteY2329" fmla="*/ 2542889 h 6858000"/>
              <a:gd name="connsiteX2330" fmla="*/ 11993952 w 12192000"/>
              <a:gd name="connsiteY2330" fmla="*/ 2542889 h 6858000"/>
              <a:gd name="connsiteX2331" fmla="*/ 0 w 12192000"/>
              <a:gd name="connsiteY2331" fmla="*/ 2170852 h 6858000"/>
              <a:gd name="connsiteX2332" fmla="*/ 140283 w 12192000"/>
              <a:gd name="connsiteY2332" fmla="*/ 2423921 h 6858000"/>
              <a:gd name="connsiteX2333" fmla="*/ 134292 w 12192000"/>
              <a:gd name="connsiteY2333" fmla="*/ 2427242 h 6858000"/>
              <a:gd name="connsiteX2334" fmla="*/ 0 w 12192000"/>
              <a:gd name="connsiteY2334" fmla="*/ 2184966 h 6858000"/>
              <a:gd name="connsiteX2335" fmla="*/ 380013 w 12192000"/>
              <a:gd name="connsiteY2335" fmla="*/ 2096400 h 6858000"/>
              <a:gd name="connsiteX2336" fmla="*/ 386004 w 12192000"/>
              <a:gd name="connsiteY2336" fmla="*/ 2099722 h 6858000"/>
              <a:gd name="connsiteX2337" fmla="*/ 198478 w 12192000"/>
              <a:gd name="connsiteY2337" fmla="*/ 2438056 h 6858000"/>
              <a:gd name="connsiteX2338" fmla="*/ 198478 w 12192000"/>
              <a:gd name="connsiteY2338" fmla="*/ 2438127 h 6858000"/>
              <a:gd name="connsiteX2339" fmla="*/ 140317 w 12192000"/>
              <a:gd name="connsiteY2339" fmla="*/ 2543056 h 6858000"/>
              <a:gd name="connsiteX2340" fmla="*/ 140274 w 12192000"/>
              <a:gd name="connsiteY2340" fmla="*/ 2543056 h 6858000"/>
              <a:gd name="connsiteX2341" fmla="*/ 0 w 12192000"/>
              <a:gd name="connsiteY2341" fmla="*/ 2796109 h 6858000"/>
              <a:gd name="connsiteX2342" fmla="*/ 0 w 12192000"/>
              <a:gd name="connsiteY2342" fmla="*/ 2781977 h 6858000"/>
              <a:gd name="connsiteX2343" fmla="*/ 132439 w 12192000"/>
              <a:gd name="connsiteY2343" fmla="*/ 2543050 h 6858000"/>
              <a:gd name="connsiteX2344" fmla="*/ 132481 w 12192000"/>
              <a:gd name="connsiteY2344" fmla="*/ 2543050 h 6858000"/>
              <a:gd name="connsiteX2345" fmla="*/ 198478 w 12192000"/>
              <a:gd name="connsiteY2345" fmla="*/ 2424025 h 6858000"/>
              <a:gd name="connsiteX2346" fmla="*/ 198478 w 12192000"/>
              <a:gd name="connsiteY2346" fmla="*/ 2423954 h 6858000"/>
              <a:gd name="connsiteX2347" fmla="*/ 871497 w 12192000"/>
              <a:gd name="connsiteY2347" fmla="*/ 2096399 h 6858000"/>
              <a:gd name="connsiteX2348" fmla="*/ 877488 w 12192000"/>
              <a:gd name="connsiteY2348" fmla="*/ 2099719 h 6858000"/>
              <a:gd name="connsiteX2349" fmla="*/ 689960 w 12192000"/>
              <a:gd name="connsiteY2349" fmla="*/ 2438053 h 6858000"/>
              <a:gd name="connsiteX2350" fmla="*/ 689960 w 12192000"/>
              <a:gd name="connsiteY2350" fmla="*/ 2438127 h 6858000"/>
              <a:gd name="connsiteX2351" fmla="*/ 631798 w 12192000"/>
              <a:gd name="connsiteY2351" fmla="*/ 2543056 h 6858000"/>
              <a:gd name="connsiteX2352" fmla="*/ 631755 w 12192000"/>
              <a:gd name="connsiteY2352" fmla="*/ 2543056 h 6858000"/>
              <a:gd name="connsiteX2353" fmla="*/ 450186 w 12192000"/>
              <a:gd name="connsiteY2353" fmla="*/ 2870600 h 6858000"/>
              <a:gd name="connsiteX2354" fmla="*/ 444195 w 12192000"/>
              <a:gd name="connsiteY2354" fmla="*/ 2867281 h 6858000"/>
              <a:gd name="connsiteX2355" fmla="*/ 623919 w 12192000"/>
              <a:gd name="connsiteY2355" fmla="*/ 2543047 h 6858000"/>
              <a:gd name="connsiteX2356" fmla="*/ 623962 w 12192000"/>
              <a:gd name="connsiteY2356" fmla="*/ 2543047 h 6858000"/>
              <a:gd name="connsiteX2357" fmla="*/ 689959 w 12192000"/>
              <a:gd name="connsiteY2357" fmla="*/ 2424024 h 6858000"/>
              <a:gd name="connsiteX2358" fmla="*/ 689959 w 12192000"/>
              <a:gd name="connsiteY2358" fmla="*/ 2423952 h 6858000"/>
              <a:gd name="connsiteX2359" fmla="*/ 1362963 w 12192000"/>
              <a:gd name="connsiteY2359" fmla="*/ 2096373 h 6858000"/>
              <a:gd name="connsiteX2360" fmla="*/ 1368954 w 12192000"/>
              <a:gd name="connsiteY2360" fmla="*/ 2099695 h 6858000"/>
              <a:gd name="connsiteX2361" fmla="*/ 1181442 w 12192000"/>
              <a:gd name="connsiteY2361" fmla="*/ 2438000 h 6858000"/>
              <a:gd name="connsiteX2362" fmla="*/ 1181442 w 12192000"/>
              <a:gd name="connsiteY2362" fmla="*/ 2438124 h 6858000"/>
              <a:gd name="connsiteX2363" fmla="*/ 1123280 w 12192000"/>
              <a:gd name="connsiteY2363" fmla="*/ 2543053 h 6858000"/>
              <a:gd name="connsiteX2364" fmla="*/ 1123237 w 12192000"/>
              <a:gd name="connsiteY2364" fmla="*/ 2543053 h 6858000"/>
              <a:gd name="connsiteX2365" fmla="*/ 941669 w 12192000"/>
              <a:gd name="connsiteY2365" fmla="*/ 2870599 h 6858000"/>
              <a:gd name="connsiteX2366" fmla="*/ 935678 w 12192000"/>
              <a:gd name="connsiteY2366" fmla="*/ 2867278 h 6858000"/>
              <a:gd name="connsiteX2367" fmla="*/ 1115402 w 12192000"/>
              <a:gd name="connsiteY2367" fmla="*/ 2543046 h 6858000"/>
              <a:gd name="connsiteX2368" fmla="*/ 1115444 w 12192000"/>
              <a:gd name="connsiteY2368" fmla="*/ 2543046 h 6858000"/>
              <a:gd name="connsiteX2369" fmla="*/ 1181426 w 12192000"/>
              <a:gd name="connsiteY2369" fmla="*/ 2424051 h 6858000"/>
              <a:gd name="connsiteX2370" fmla="*/ 1181426 w 12192000"/>
              <a:gd name="connsiteY2370" fmla="*/ 2423927 h 6858000"/>
              <a:gd name="connsiteX2371" fmla="*/ 1854447 w 12192000"/>
              <a:gd name="connsiteY2371" fmla="*/ 2096371 h 6858000"/>
              <a:gd name="connsiteX2372" fmla="*/ 1860438 w 12192000"/>
              <a:gd name="connsiteY2372" fmla="*/ 2099692 h 6858000"/>
              <a:gd name="connsiteX2373" fmla="*/ 1672909 w 12192000"/>
              <a:gd name="connsiteY2373" fmla="*/ 2437965 h 6858000"/>
              <a:gd name="connsiteX2374" fmla="*/ 1672909 w 12192000"/>
              <a:gd name="connsiteY2374" fmla="*/ 2438098 h 6858000"/>
              <a:gd name="connsiteX2375" fmla="*/ 1614748 w 12192000"/>
              <a:gd name="connsiteY2375" fmla="*/ 2543027 h 6858000"/>
              <a:gd name="connsiteX2376" fmla="*/ 1614704 w 12192000"/>
              <a:gd name="connsiteY2376" fmla="*/ 2543027 h 6858000"/>
              <a:gd name="connsiteX2377" fmla="*/ 1433137 w 12192000"/>
              <a:gd name="connsiteY2377" fmla="*/ 2870573 h 6858000"/>
              <a:gd name="connsiteX2378" fmla="*/ 1427146 w 12192000"/>
              <a:gd name="connsiteY2378" fmla="*/ 2867254 h 6858000"/>
              <a:gd name="connsiteX2379" fmla="*/ 1606870 w 12192000"/>
              <a:gd name="connsiteY2379" fmla="*/ 2543020 h 6858000"/>
              <a:gd name="connsiteX2380" fmla="*/ 1606912 w 12192000"/>
              <a:gd name="connsiteY2380" fmla="*/ 2543020 h 6858000"/>
              <a:gd name="connsiteX2381" fmla="*/ 1672875 w 12192000"/>
              <a:gd name="connsiteY2381" fmla="*/ 2424058 h 6858000"/>
              <a:gd name="connsiteX2382" fmla="*/ 1672875 w 12192000"/>
              <a:gd name="connsiteY2382" fmla="*/ 2423924 h 6858000"/>
              <a:gd name="connsiteX2383" fmla="*/ 2346051 w 12192000"/>
              <a:gd name="connsiteY2383" fmla="*/ 2096370 h 6858000"/>
              <a:gd name="connsiteX2384" fmla="*/ 2352039 w 12192000"/>
              <a:gd name="connsiteY2384" fmla="*/ 2099691 h 6858000"/>
              <a:gd name="connsiteX2385" fmla="*/ 2164445 w 12192000"/>
              <a:gd name="connsiteY2385" fmla="*/ 2438025 h 6858000"/>
              <a:gd name="connsiteX2386" fmla="*/ 2164445 w 12192000"/>
              <a:gd name="connsiteY2386" fmla="*/ 2438097 h 6858000"/>
              <a:gd name="connsiteX2387" fmla="*/ 2106333 w 12192000"/>
              <a:gd name="connsiteY2387" fmla="*/ 2543026 h 6858000"/>
              <a:gd name="connsiteX2388" fmla="*/ 2106249 w 12192000"/>
              <a:gd name="connsiteY2388" fmla="*/ 2543026 h 6858000"/>
              <a:gd name="connsiteX2389" fmla="*/ 1924620 w 12192000"/>
              <a:gd name="connsiteY2389" fmla="*/ 2870572 h 6858000"/>
              <a:gd name="connsiteX2390" fmla="*/ 1918630 w 12192000"/>
              <a:gd name="connsiteY2390" fmla="*/ 2867251 h 6858000"/>
              <a:gd name="connsiteX2391" fmla="*/ 2098450 w 12192000"/>
              <a:gd name="connsiteY2391" fmla="*/ 2543019 h 6858000"/>
              <a:gd name="connsiteX2392" fmla="*/ 2098484 w 12192000"/>
              <a:gd name="connsiteY2392" fmla="*/ 2543019 h 6858000"/>
              <a:gd name="connsiteX2393" fmla="*/ 2164441 w 12192000"/>
              <a:gd name="connsiteY2393" fmla="*/ 2423995 h 6858000"/>
              <a:gd name="connsiteX2394" fmla="*/ 2164441 w 12192000"/>
              <a:gd name="connsiteY2394" fmla="*/ 2423923 h 6858000"/>
              <a:gd name="connsiteX2395" fmla="*/ 2837522 w 12192000"/>
              <a:gd name="connsiteY2395" fmla="*/ 2096368 h 6858000"/>
              <a:gd name="connsiteX2396" fmla="*/ 2843513 w 12192000"/>
              <a:gd name="connsiteY2396" fmla="*/ 2099690 h 6858000"/>
              <a:gd name="connsiteX2397" fmla="*/ 2655995 w 12192000"/>
              <a:gd name="connsiteY2397" fmla="*/ 2438023 h 6858000"/>
              <a:gd name="connsiteX2398" fmla="*/ 2655995 w 12192000"/>
              <a:gd name="connsiteY2398" fmla="*/ 2438095 h 6858000"/>
              <a:gd name="connsiteX2399" fmla="*/ 2597864 w 12192000"/>
              <a:gd name="connsiteY2399" fmla="*/ 2543024 h 6858000"/>
              <a:gd name="connsiteX2400" fmla="*/ 2597786 w 12192000"/>
              <a:gd name="connsiteY2400" fmla="*/ 2543024 h 6858000"/>
              <a:gd name="connsiteX2401" fmla="*/ 2416218 w 12192000"/>
              <a:gd name="connsiteY2401" fmla="*/ 2870570 h 6858000"/>
              <a:gd name="connsiteX2402" fmla="*/ 2410228 w 12192000"/>
              <a:gd name="connsiteY2402" fmla="*/ 2867250 h 6858000"/>
              <a:gd name="connsiteX2403" fmla="*/ 2589984 w 12192000"/>
              <a:gd name="connsiteY2403" fmla="*/ 2543017 h 6858000"/>
              <a:gd name="connsiteX2404" fmla="*/ 2590028 w 12192000"/>
              <a:gd name="connsiteY2404" fmla="*/ 2543017 h 6858000"/>
              <a:gd name="connsiteX2405" fmla="*/ 2655994 w 12192000"/>
              <a:gd name="connsiteY2405" fmla="*/ 2423993 h 6858000"/>
              <a:gd name="connsiteX2406" fmla="*/ 2655994 w 12192000"/>
              <a:gd name="connsiteY2406" fmla="*/ 2423921 h 6858000"/>
              <a:gd name="connsiteX2407" fmla="*/ 3329076 w 12192000"/>
              <a:gd name="connsiteY2407" fmla="*/ 2096367 h 6858000"/>
              <a:gd name="connsiteX2408" fmla="*/ 3335062 w 12192000"/>
              <a:gd name="connsiteY2408" fmla="*/ 2099689 h 6858000"/>
              <a:gd name="connsiteX2409" fmla="*/ 3147432 w 12192000"/>
              <a:gd name="connsiteY2409" fmla="*/ 2438023 h 6858000"/>
              <a:gd name="connsiteX2410" fmla="*/ 3147432 w 12192000"/>
              <a:gd name="connsiteY2410" fmla="*/ 2438095 h 6858000"/>
              <a:gd name="connsiteX2411" fmla="*/ 3089262 w 12192000"/>
              <a:gd name="connsiteY2411" fmla="*/ 2543024 h 6858000"/>
              <a:gd name="connsiteX2412" fmla="*/ 3089218 w 12192000"/>
              <a:gd name="connsiteY2412" fmla="*/ 2543024 h 6858000"/>
              <a:gd name="connsiteX2413" fmla="*/ 2907689 w 12192000"/>
              <a:gd name="connsiteY2413" fmla="*/ 2870569 h 6858000"/>
              <a:gd name="connsiteX2414" fmla="*/ 2901703 w 12192000"/>
              <a:gd name="connsiteY2414" fmla="*/ 2867248 h 6858000"/>
              <a:gd name="connsiteX2415" fmla="*/ 3081436 w 12192000"/>
              <a:gd name="connsiteY2415" fmla="*/ 2543017 h 6858000"/>
              <a:gd name="connsiteX2416" fmla="*/ 3081483 w 12192000"/>
              <a:gd name="connsiteY2416" fmla="*/ 2543017 h 6858000"/>
              <a:gd name="connsiteX2417" fmla="*/ 3147432 w 12192000"/>
              <a:gd name="connsiteY2417" fmla="*/ 2423992 h 6858000"/>
              <a:gd name="connsiteX2418" fmla="*/ 3147432 w 12192000"/>
              <a:gd name="connsiteY2418" fmla="*/ 2423921 h 6858000"/>
              <a:gd name="connsiteX2419" fmla="*/ 3820518 w 12192000"/>
              <a:gd name="connsiteY2419" fmla="*/ 2096341 h 6858000"/>
              <a:gd name="connsiteX2420" fmla="*/ 3826477 w 12192000"/>
              <a:gd name="connsiteY2420" fmla="*/ 2099663 h 6858000"/>
              <a:gd name="connsiteX2421" fmla="*/ 3638960 w 12192000"/>
              <a:gd name="connsiteY2421" fmla="*/ 2437965 h 6858000"/>
              <a:gd name="connsiteX2422" fmla="*/ 3638960 w 12192000"/>
              <a:gd name="connsiteY2422" fmla="*/ 2438092 h 6858000"/>
              <a:gd name="connsiteX2423" fmla="*/ 3580790 w 12192000"/>
              <a:gd name="connsiteY2423" fmla="*/ 2543022 h 6858000"/>
              <a:gd name="connsiteX2424" fmla="*/ 3580749 w 12192000"/>
              <a:gd name="connsiteY2424" fmla="*/ 2543022 h 6858000"/>
              <a:gd name="connsiteX2425" fmla="*/ 3399229 w 12192000"/>
              <a:gd name="connsiteY2425" fmla="*/ 2870567 h 6858000"/>
              <a:gd name="connsiteX2426" fmla="*/ 3393241 w 12192000"/>
              <a:gd name="connsiteY2426" fmla="*/ 2867248 h 6858000"/>
              <a:gd name="connsiteX2427" fmla="*/ 3572949 w 12192000"/>
              <a:gd name="connsiteY2427" fmla="*/ 2543014 h 6858000"/>
              <a:gd name="connsiteX2428" fmla="*/ 3572995 w 12192000"/>
              <a:gd name="connsiteY2428" fmla="*/ 2543014 h 6858000"/>
              <a:gd name="connsiteX2429" fmla="*/ 3638942 w 12192000"/>
              <a:gd name="connsiteY2429" fmla="*/ 2424021 h 6858000"/>
              <a:gd name="connsiteX2430" fmla="*/ 3638942 w 12192000"/>
              <a:gd name="connsiteY2430" fmla="*/ 2423895 h 6858000"/>
              <a:gd name="connsiteX2431" fmla="*/ 4311965 w 12192000"/>
              <a:gd name="connsiteY2431" fmla="*/ 2096340 h 6858000"/>
              <a:gd name="connsiteX2432" fmla="*/ 4317958 w 12192000"/>
              <a:gd name="connsiteY2432" fmla="*/ 2099660 h 6858000"/>
              <a:gd name="connsiteX2433" fmla="*/ 4130431 w 12192000"/>
              <a:gd name="connsiteY2433" fmla="*/ 2437994 h 6858000"/>
              <a:gd name="connsiteX2434" fmla="*/ 4130431 w 12192000"/>
              <a:gd name="connsiteY2434" fmla="*/ 2438068 h 6858000"/>
              <a:gd name="connsiteX2435" fmla="*/ 4072268 w 12192000"/>
              <a:gd name="connsiteY2435" fmla="*/ 2542997 h 6858000"/>
              <a:gd name="connsiteX2436" fmla="*/ 4072227 w 12192000"/>
              <a:gd name="connsiteY2436" fmla="*/ 2542997 h 6858000"/>
              <a:gd name="connsiteX2437" fmla="*/ 3890700 w 12192000"/>
              <a:gd name="connsiteY2437" fmla="*/ 2870541 h 6858000"/>
              <a:gd name="connsiteX2438" fmla="*/ 3884710 w 12192000"/>
              <a:gd name="connsiteY2438" fmla="*/ 2867222 h 6858000"/>
              <a:gd name="connsiteX2439" fmla="*/ 4064391 w 12192000"/>
              <a:gd name="connsiteY2439" fmla="*/ 2542988 h 6858000"/>
              <a:gd name="connsiteX2440" fmla="*/ 4064470 w 12192000"/>
              <a:gd name="connsiteY2440" fmla="*/ 2542988 h 6858000"/>
              <a:gd name="connsiteX2441" fmla="*/ 4130431 w 12192000"/>
              <a:gd name="connsiteY2441" fmla="*/ 2423966 h 6858000"/>
              <a:gd name="connsiteX2442" fmla="*/ 4130431 w 12192000"/>
              <a:gd name="connsiteY2442" fmla="*/ 2423892 h 6858000"/>
              <a:gd name="connsiteX2443" fmla="*/ 4803496 w 12192000"/>
              <a:gd name="connsiteY2443" fmla="*/ 2096338 h 6858000"/>
              <a:gd name="connsiteX2444" fmla="*/ 4809465 w 12192000"/>
              <a:gd name="connsiteY2444" fmla="*/ 2099659 h 6858000"/>
              <a:gd name="connsiteX2445" fmla="*/ 4621952 w 12192000"/>
              <a:gd name="connsiteY2445" fmla="*/ 2437993 h 6858000"/>
              <a:gd name="connsiteX2446" fmla="*/ 4621952 w 12192000"/>
              <a:gd name="connsiteY2446" fmla="*/ 2438065 h 6858000"/>
              <a:gd name="connsiteX2447" fmla="*/ 4563786 w 12192000"/>
              <a:gd name="connsiteY2447" fmla="*/ 2542994 h 6858000"/>
              <a:gd name="connsiteX2448" fmla="*/ 4563742 w 12192000"/>
              <a:gd name="connsiteY2448" fmla="*/ 2542994 h 6858000"/>
              <a:gd name="connsiteX2449" fmla="*/ 4382149 w 12192000"/>
              <a:gd name="connsiteY2449" fmla="*/ 2870540 h 6858000"/>
              <a:gd name="connsiteX2450" fmla="*/ 4376191 w 12192000"/>
              <a:gd name="connsiteY2450" fmla="*/ 2867221 h 6858000"/>
              <a:gd name="connsiteX2451" fmla="*/ 4555901 w 12192000"/>
              <a:gd name="connsiteY2451" fmla="*/ 2542987 h 6858000"/>
              <a:gd name="connsiteX2452" fmla="*/ 4555945 w 12192000"/>
              <a:gd name="connsiteY2452" fmla="*/ 2542987 h 6858000"/>
              <a:gd name="connsiteX2453" fmla="*/ 4621952 w 12192000"/>
              <a:gd name="connsiteY2453" fmla="*/ 2423963 h 6858000"/>
              <a:gd name="connsiteX2454" fmla="*/ 4621952 w 12192000"/>
              <a:gd name="connsiteY2454" fmla="*/ 2423891 h 6858000"/>
              <a:gd name="connsiteX2455" fmla="*/ 5294915 w 12192000"/>
              <a:gd name="connsiteY2455" fmla="*/ 2096336 h 6858000"/>
              <a:gd name="connsiteX2456" fmla="*/ 5300895 w 12192000"/>
              <a:gd name="connsiteY2456" fmla="*/ 2099657 h 6858000"/>
              <a:gd name="connsiteX2457" fmla="*/ 5113467 w 12192000"/>
              <a:gd name="connsiteY2457" fmla="*/ 2437991 h 6858000"/>
              <a:gd name="connsiteX2458" fmla="*/ 5113467 w 12192000"/>
              <a:gd name="connsiteY2458" fmla="*/ 2438064 h 6858000"/>
              <a:gd name="connsiteX2459" fmla="*/ 5055270 w 12192000"/>
              <a:gd name="connsiteY2459" fmla="*/ 2542993 h 6858000"/>
              <a:gd name="connsiteX2460" fmla="*/ 5055229 w 12192000"/>
              <a:gd name="connsiteY2460" fmla="*/ 2542993 h 6858000"/>
              <a:gd name="connsiteX2461" fmla="*/ 4873690 w 12192000"/>
              <a:gd name="connsiteY2461" fmla="*/ 2870538 h 6858000"/>
              <a:gd name="connsiteX2462" fmla="*/ 4867696 w 12192000"/>
              <a:gd name="connsiteY2462" fmla="*/ 2867218 h 6858000"/>
              <a:gd name="connsiteX2463" fmla="*/ 5047394 w 12192000"/>
              <a:gd name="connsiteY2463" fmla="*/ 2542985 h 6858000"/>
              <a:gd name="connsiteX2464" fmla="*/ 5047432 w 12192000"/>
              <a:gd name="connsiteY2464" fmla="*/ 2542985 h 6858000"/>
              <a:gd name="connsiteX2465" fmla="*/ 5113467 w 12192000"/>
              <a:gd name="connsiteY2465" fmla="*/ 2423962 h 6858000"/>
              <a:gd name="connsiteX2466" fmla="*/ 5113467 w 12192000"/>
              <a:gd name="connsiteY2466" fmla="*/ 2423889 h 6858000"/>
              <a:gd name="connsiteX2467" fmla="*/ 5786451 w 12192000"/>
              <a:gd name="connsiteY2467" fmla="*/ 2096335 h 6858000"/>
              <a:gd name="connsiteX2468" fmla="*/ 5792445 w 12192000"/>
              <a:gd name="connsiteY2468" fmla="*/ 2099657 h 6858000"/>
              <a:gd name="connsiteX2469" fmla="*/ 5604932 w 12192000"/>
              <a:gd name="connsiteY2469" fmla="*/ 2437990 h 6858000"/>
              <a:gd name="connsiteX2470" fmla="*/ 5604932 w 12192000"/>
              <a:gd name="connsiteY2470" fmla="*/ 2438062 h 6858000"/>
              <a:gd name="connsiteX2471" fmla="*/ 5546815 w 12192000"/>
              <a:gd name="connsiteY2471" fmla="*/ 2542991 h 6858000"/>
              <a:gd name="connsiteX2472" fmla="*/ 5546772 w 12192000"/>
              <a:gd name="connsiteY2472" fmla="*/ 2542991 h 6858000"/>
              <a:gd name="connsiteX2473" fmla="*/ 5365237 w 12192000"/>
              <a:gd name="connsiteY2473" fmla="*/ 2870538 h 6858000"/>
              <a:gd name="connsiteX2474" fmla="*/ 5359239 w 12192000"/>
              <a:gd name="connsiteY2474" fmla="*/ 2867217 h 6858000"/>
              <a:gd name="connsiteX2475" fmla="*/ 5538880 w 12192000"/>
              <a:gd name="connsiteY2475" fmla="*/ 2542984 h 6858000"/>
              <a:gd name="connsiteX2476" fmla="*/ 5538924 w 12192000"/>
              <a:gd name="connsiteY2476" fmla="*/ 2542984 h 6858000"/>
              <a:gd name="connsiteX2477" fmla="*/ 5604919 w 12192000"/>
              <a:gd name="connsiteY2477" fmla="*/ 2423960 h 6858000"/>
              <a:gd name="connsiteX2478" fmla="*/ 5604919 w 12192000"/>
              <a:gd name="connsiteY2478" fmla="*/ 2423888 h 6858000"/>
              <a:gd name="connsiteX2479" fmla="*/ 6277499 w 12192000"/>
              <a:gd name="connsiteY2479" fmla="*/ 2096309 h 6858000"/>
              <a:gd name="connsiteX2480" fmla="*/ 6283490 w 12192000"/>
              <a:gd name="connsiteY2480" fmla="*/ 2099631 h 6858000"/>
              <a:gd name="connsiteX2481" fmla="*/ 6096000 w 12192000"/>
              <a:gd name="connsiteY2481" fmla="*/ 2437940 h 6858000"/>
              <a:gd name="connsiteX2482" fmla="*/ 6096000 w 12192000"/>
              <a:gd name="connsiteY2482" fmla="*/ 2438062 h 6858000"/>
              <a:gd name="connsiteX2483" fmla="*/ 6038190 w 12192000"/>
              <a:gd name="connsiteY2483" fmla="*/ 2542991 h 6858000"/>
              <a:gd name="connsiteX2484" fmla="*/ 6038160 w 12192000"/>
              <a:gd name="connsiteY2484" fmla="*/ 2542991 h 6858000"/>
              <a:gd name="connsiteX2485" fmla="*/ 5856629 w 12192000"/>
              <a:gd name="connsiteY2485" fmla="*/ 2870535 h 6858000"/>
              <a:gd name="connsiteX2486" fmla="*/ 5850635 w 12192000"/>
              <a:gd name="connsiteY2486" fmla="*/ 2867216 h 6858000"/>
              <a:gd name="connsiteX2487" fmla="*/ 6030360 w 12192000"/>
              <a:gd name="connsiteY2487" fmla="*/ 2542983 h 6858000"/>
              <a:gd name="connsiteX2488" fmla="*/ 6030403 w 12192000"/>
              <a:gd name="connsiteY2488" fmla="*/ 2542983 h 6858000"/>
              <a:gd name="connsiteX2489" fmla="*/ 6096000 w 12192000"/>
              <a:gd name="connsiteY2489" fmla="*/ 2423982 h 6858000"/>
              <a:gd name="connsiteX2490" fmla="*/ 6096000 w 12192000"/>
              <a:gd name="connsiteY2490" fmla="*/ 2423862 h 6858000"/>
              <a:gd name="connsiteX2491" fmla="*/ 6769000 w 12192000"/>
              <a:gd name="connsiteY2491" fmla="*/ 2096308 h 6858000"/>
              <a:gd name="connsiteX2492" fmla="*/ 6774991 w 12192000"/>
              <a:gd name="connsiteY2492" fmla="*/ 2099630 h 6858000"/>
              <a:gd name="connsiteX2493" fmla="*/ 6587456 w 12192000"/>
              <a:gd name="connsiteY2493" fmla="*/ 2437965 h 6858000"/>
              <a:gd name="connsiteX2494" fmla="*/ 6587456 w 12192000"/>
              <a:gd name="connsiteY2494" fmla="*/ 2438036 h 6858000"/>
              <a:gd name="connsiteX2495" fmla="*/ 6529292 w 12192000"/>
              <a:gd name="connsiteY2495" fmla="*/ 2542965 h 6858000"/>
              <a:gd name="connsiteX2496" fmla="*/ 6529254 w 12192000"/>
              <a:gd name="connsiteY2496" fmla="*/ 2542965 h 6858000"/>
              <a:gd name="connsiteX2497" fmla="*/ 6347679 w 12192000"/>
              <a:gd name="connsiteY2497" fmla="*/ 2870511 h 6858000"/>
              <a:gd name="connsiteX2498" fmla="*/ 6341688 w 12192000"/>
              <a:gd name="connsiteY2498" fmla="*/ 2867190 h 6858000"/>
              <a:gd name="connsiteX2499" fmla="*/ 6521418 w 12192000"/>
              <a:gd name="connsiteY2499" fmla="*/ 2542958 h 6858000"/>
              <a:gd name="connsiteX2500" fmla="*/ 6521456 w 12192000"/>
              <a:gd name="connsiteY2500" fmla="*/ 2542958 h 6858000"/>
              <a:gd name="connsiteX2501" fmla="*/ 6587456 w 12192000"/>
              <a:gd name="connsiteY2501" fmla="*/ 2423931 h 6858000"/>
              <a:gd name="connsiteX2502" fmla="*/ 6587456 w 12192000"/>
              <a:gd name="connsiteY2502" fmla="*/ 2423862 h 6858000"/>
              <a:gd name="connsiteX2503" fmla="*/ 7260501 w 12192000"/>
              <a:gd name="connsiteY2503" fmla="*/ 2096306 h 6858000"/>
              <a:gd name="connsiteX2504" fmla="*/ 7266492 w 12192000"/>
              <a:gd name="connsiteY2504" fmla="*/ 2099627 h 6858000"/>
              <a:gd name="connsiteX2505" fmla="*/ 7078957 w 12192000"/>
              <a:gd name="connsiteY2505" fmla="*/ 2437964 h 6858000"/>
              <a:gd name="connsiteX2506" fmla="*/ 7078957 w 12192000"/>
              <a:gd name="connsiteY2506" fmla="*/ 2438033 h 6858000"/>
              <a:gd name="connsiteX2507" fmla="*/ 7020793 w 12192000"/>
              <a:gd name="connsiteY2507" fmla="*/ 2542962 h 6858000"/>
              <a:gd name="connsiteX2508" fmla="*/ 7020755 w 12192000"/>
              <a:gd name="connsiteY2508" fmla="*/ 2542962 h 6858000"/>
              <a:gd name="connsiteX2509" fmla="*/ 6839180 w 12192000"/>
              <a:gd name="connsiteY2509" fmla="*/ 2870508 h 6858000"/>
              <a:gd name="connsiteX2510" fmla="*/ 6833189 w 12192000"/>
              <a:gd name="connsiteY2510" fmla="*/ 2867189 h 6858000"/>
              <a:gd name="connsiteX2511" fmla="*/ 7012919 w 12192000"/>
              <a:gd name="connsiteY2511" fmla="*/ 2542955 h 6858000"/>
              <a:gd name="connsiteX2512" fmla="*/ 7012957 w 12192000"/>
              <a:gd name="connsiteY2512" fmla="*/ 2542955 h 6858000"/>
              <a:gd name="connsiteX2513" fmla="*/ 7078957 w 12192000"/>
              <a:gd name="connsiteY2513" fmla="*/ 2423929 h 6858000"/>
              <a:gd name="connsiteX2514" fmla="*/ 7078957 w 12192000"/>
              <a:gd name="connsiteY2514" fmla="*/ 2423859 h 6858000"/>
              <a:gd name="connsiteX2515" fmla="*/ 7752003 w 12192000"/>
              <a:gd name="connsiteY2515" fmla="*/ 2096305 h 6858000"/>
              <a:gd name="connsiteX2516" fmla="*/ 7757994 w 12192000"/>
              <a:gd name="connsiteY2516" fmla="*/ 2099626 h 6858000"/>
              <a:gd name="connsiteX2517" fmla="*/ 7570425 w 12192000"/>
              <a:gd name="connsiteY2517" fmla="*/ 2437960 h 6858000"/>
              <a:gd name="connsiteX2518" fmla="*/ 7570425 w 12192000"/>
              <a:gd name="connsiteY2518" fmla="*/ 2438032 h 6858000"/>
              <a:gd name="connsiteX2519" fmla="*/ 7512295 w 12192000"/>
              <a:gd name="connsiteY2519" fmla="*/ 2542961 h 6858000"/>
              <a:gd name="connsiteX2520" fmla="*/ 7512257 w 12192000"/>
              <a:gd name="connsiteY2520" fmla="*/ 2542961 h 6858000"/>
              <a:gd name="connsiteX2521" fmla="*/ 7330682 w 12192000"/>
              <a:gd name="connsiteY2521" fmla="*/ 2870507 h 6858000"/>
              <a:gd name="connsiteX2522" fmla="*/ 7324691 w 12192000"/>
              <a:gd name="connsiteY2522" fmla="*/ 2867186 h 6858000"/>
              <a:gd name="connsiteX2523" fmla="*/ 7504421 w 12192000"/>
              <a:gd name="connsiteY2523" fmla="*/ 2542954 h 6858000"/>
              <a:gd name="connsiteX2524" fmla="*/ 7504459 w 12192000"/>
              <a:gd name="connsiteY2524" fmla="*/ 2542954 h 6858000"/>
              <a:gd name="connsiteX2525" fmla="*/ 7570424 w 12192000"/>
              <a:gd name="connsiteY2525" fmla="*/ 2423929 h 6858000"/>
              <a:gd name="connsiteX2526" fmla="*/ 7570424 w 12192000"/>
              <a:gd name="connsiteY2526" fmla="*/ 2423858 h 6858000"/>
              <a:gd name="connsiteX2527" fmla="*/ 8243505 w 12192000"/>
              <a:gd name="connsiteY2527" fmla="*/ 2096303 h 6858000"/>
              <a:gd name="connsiteX2528" fmla="*/ 8249496 w 12192000"/>
              <a:gd name="connsiteY2528" fmla="*/ 2099625 h 6858000"/>
              <a:gd name="connsiteX2529" fmla="*/ 8061927 w 12192000"/>
              <a:gd name="connsiteY2529" fmla="*/ 2437958 h 6858000"/>
              <a:gd name="connsiteX2530" fmla="*/ 8061927 w 12192000"/>
              <a:gd name="connsiteY2530" fmla="*/ 2438030 h 6858000"/>
              <a:gd name="connsiteX2531" fmla="*/ 8003797 w 12192000"/>
              <a:gd name="connsiteY2531" fmla="*/ 2542959 h 6858000"/>
              <a:gd name="connsiteX2532" fmla="*/ 8003723 w 12192000"/>
              <a:gd name="connsiteY2532" fmla="*/ 2542959 h 6858000"/>
              <a:gd name="connsiteX2533" fmla="*/ 7822183 w 12192000"/>
              <a:gd name="connsiteY2533" fmla="*/ 2870505 h 6858000"/>
              <a:gd name="connsiteX2534" fmla="*/ 7816192 w 12192000"/>
              <a:gd name="connsiteY2534" fmla="*/ 2867185 h 6858000"/>
              <a:gd name="connsiteX2535" fmla="*/ 7995922 w 12192000"/>
              <a:gd name="connsiteY2535" fmla="*/ 2542952 h 6858000"/>
              <a:gd name="connsiteX2536" fmla="*/ 7995961 w 12192000"/>
              <a:gd name="connsiteY2536" fmla="*/ 2542952 h 6858000"/>
              <a:gd name="connsiteX2537" fmla="*/ 8061926 w 12192000"/>
              <a:gd name="connsiteY2537" fmla="*/ 2423928 h 6858000"/>
              <a:gd name="connsiteX2538" fmla="*/ 8061926 w 12192000"/>
              <a:gd name="connsiteY2538" fmla="*/ 2423856 h 6858000"/>
              <a:gd name="connsiteX2539" fmla="*/ 8735006 w 12192000"/>
              <a:gd name="connsiteY2539" fmla="*/ 2096278 h 6858000"/>
              <a:gd name="connsiteX2540" fmla="*/ 8740997 w 12192000"/>
              <a:gd name="connsiteY2540" fmla="*/ 2099599 h 6858000"/>
              <a:gd name="connsiteX2541" fmla="*/ 8553427 w 12192000"/>
              <a:gd name="connsiteY2541" fmla="*/ 2437935 h 6858000"/>
              <a:gd name="connsiteX2542" fmla="*/ 8553427 w 12192000"/>
              <a:gd name="connsiteY2542" fmla="*/ 2438030 h 6858000"/>
              <a:gd name="connsiteX2543" fmla="*/ 8495263 w 12192000"/>
              <a:gd name="connsiteY2543" fmla="*/ 2542958 h 6858000"/>
              <a:gd name="connsiteX2544" fmla="*/ 8495225 w 12192000"/>
              <a:gd name="connsiteY2544" fmla="*/ 2542958 h 6858000"/>
              <a:gd name="connsiteX2545" fmla="*/ 8313685 w 12192000"/>
              <a:gd name="connsiteY2545" fmla="*/ 2870504 h 6858000"/>
              <a:gd name="connsiteX2546" fmla="*/ 8307694 w 12192000"/>
              <a:gd name="connsiteY2546" fmla="*/ 2867183 h 6858000"/>
              <a:gd name="connsiteX2547" fmla="*/ 8487424 w 12192000"/>
              <a:gd name="connsiteY2547" fmla="*/ 2542952 h 6858000"/>
              <a:gd name="connsiteX2548" fmla="*/ 8487462 w 12192000"/>
              <a:gd name="connsiteY2548" fmla="*/ 2542952 h 6858000"/>
              <a:gd name="connsiteX2549" fmla="*/ 8553427 w 12192000"/>
              <a:gd name="connsiteY2549" fmla="*/ 2423924 h 6858000"/>
              <a:gd name="connsiteX2550" fmla="*/ 8553427 w 12192000"/>
              <a:gd name="connsiteY2550" fmla="*/ 2423831 h 6858000"/>
              <a:gd name="connsiteX2551" fmla="*/ 9226508 w 12192000"/>
              <a:gd name="connsiteY2551" fmla="*/ 2096276 h 6858000"/>
              <a:gd name="connsiteX2552" fmla="*/ 9232499 w 12192000"/>
              <a:gd name="connsiteY2552" fmla="*/ 2099598 h 6858000"/>
              <a:gd name="connsiteX2553" fmla="*/ 9044929 w 12192000"/>
              <a:gd name="connsiteY2553" fmla="*/ 2437933 h 6858000"/>
              <a:gd name="connsiteX2554" fmla="*/ 9044929 w 12192000"/>
              <a:gd name="connsiteY2554" fmla="*/ 2438004 h 6858000"/>
              <a:gd name="connsiteX2555" fmla="*/ 8986765 w 12192000"/>
              <a:gd name="connsiteY2555" fmla="*/ 2542932 h 6858000"/>
              <a:gd name="connsiteX2556" fmla="*/ 8986726 w 12192000"/>
              <a:gd name="connsiteY2556" fmla="*/ 2542932 h 6858000"/>
              <a:gd name="connsiteX2557" fmla="*/ 8805186 w 12192000"/>
              <a:gd name="connsiteY2557" fmla="*/ 2870479 h 6858000"/>
              <a:gd name="connsiteX2558" fmla="*/ 8799195 w 12192000"/>
              <a:gd name="connsiteY2558" fmla="*/ 2867158 h 6858000"/>
              <a:gd name="connsiteX2559" fmla="*/ 8978925 w 12192000"/>
              <a:gd name="connsiteY2559" fmla="*/ 2542926 h 6858000"/>
              <a:gd name="connsiteX2560" fmla="*/ 8978963 w 12192000"/>
              <a:gd name="connsiteY2560" fmla="*/ 2542926 h 6858000"/>
              <a:gd name="connsiteX2561" fmla="*/ 9044929 w 12192000"/>
              <a:gd name="connsiteY2561" fmla="*/ 2423900 h 6858000"/>
              <a:gd name="connsiteX2562" fmla="*/ 9044929 w 12192000"/>
              <a:gd name="connsiteY2562" fmla="*/ 2423830 h 6858000"/>
              <a:gd name="connsiteX2563" fmla="*/ 9718009 w 12192000"/>
              <a:gd name="connsiteY2563" fmla="*/ 2096275 h 6858000"/>
              <a:gd name="connsiteX2564" fmla="*/ 9723965 w 12192000"/>
              <a:gd name="connsiteY2564" fmla="*/ 2099595 h 6858000"/>
              <a:gd name="connsiteX2565" fmla="*/ 9536431 w 12192000"/>
              <a:gd name="connsiteY2565" fmla="*/ 2437929 h 6858000"/>
              <a:gd name="connsiteX2566" fmla="*/ 9536431 w 12192000"/>
              <a:gd name="connsiteY2566" fmla="*/ 2438003 h 6858000"/>
              <a:gd name="connsiteX2567" fmla="*/ 9478267 w 12192000"/>
              <a:gd name="connsiteY2567" fmla="*/ 2542932 h 6858000"/>
              <a:gd name="connsiteX2568" fmla="*/ 9478227 w 12192000"/>
              <a:gd name="connsiteY2568" fmla="*/ 2542932 h 6858000"/>
              <a:gd name="connsiteX2569" fmla="*/ 9296687 w 12192000"/>
              <a:gd name="connsiteY2569" fmla="*/ 2870476 h 6858000"/>
              <a:gd name="connsiteX2570" fmla="*/ 9290696 w 12192000"/>
              <a:gd name="connsiteY2570" fmla="*/ 2867157 h 6858000"/>
              <a:gd name="connsiteX2571" fmla="*/ 9470426 w 12192000"/>
              <a:gd name="connsiteY2571" fmla="*/ 2542923 h 6858000"/>
              <a:gd name="connsiteX2572" fmla="*/ 9470465 w 12192000"/>
              <a:gd name="connsiteY2572" fmla="*/ 2542923 h 6858000"/>
              <a:gd name="connsiteX2573" fmla="*/ 9536430 w 12192000"/>
              <a:gd name="connsiteY2573" fmla="*/ 2423901 h 6858000"/>
              <a:gd name="connsiteX2574" fmla="*/ 9536430 w 12192000"/>
              <a:gd name="connsiteY2574" fmla="*/ 2423827 h 6858000"/>
              <a:gd name="connsiteX2575" fmla="*/ 10209476 w 12192000"/>
              <a:gd name="connsiteY2575" fmla="*/ 2096273 h 6858000"/>
              <a:gd name="connsiteX2576" fmla="*/ 10215467 w 12192000"/>
              <a:gd name="connsiteY2576" fmla="*/ 2099594 h 6858000"/>
              <a:gd name="connsiteX2577" fmla="*/ 10027932 w 12192000"/>
              <a:gd name="connsiteY2577" fmla="*/ 2437931 h 6858000"/>
              <a:gd name="connsiteX2578" fmla="*/ 10027932 w 12192000"/>
              <a:gd name="connsiteY2578" fmla="*/ 2438000 h 6858000"/>
              <a:gd name="connsiteX2579" fmla="*/ 9969768 w 12192000"/>
              <a:gd name="connsiteY2579" fmla="*/ 2542929 h 6858000"/>
              <a:gd name="connsiteX2580" fmla="*/ 9969729 w 12192000"/>
              <a:gd name="connsiteY2580" fmla="*/ 2542929 h 6858000"/>
              <a:gd name="connsiteX2581" fmla="*/ 9788189 w 12192000"/>
              <a:gd name="connsiteY2581" fmla="*/ 2870475 h 6858000"/>
              <a:gd name="connsiteX2582" fmla="*/ 9782198 w 12192000"/>
              <a:gd name="connsiteY2582" fmla="*/ 2867156 h 6858000"/>
              <a:gd name="connsiteX2583" fmla="*/ 9961894 w 12192000"/>
              <a:gd name="connsiteY2583" fmla="*/ 2542922 h 6858000"/>
              <a:gd name="connsiteX2584" fmla="*/ 9961966 w 12192000"/>
              <a:gd name="connsiteY2584" fmla="*/ 2542922 h 6858000"/>
              <a:gd name="connsiteX2585" fmla="*/ 10027932 w 12192000"/>
              <a:gd name="connsiteY2585" fmla="*/ 2423896 h 6858000"/>
              <a:gd name="connsiteX2586" fmla="*/ 10027932 w 12192000"/>
              <a:gd name="connsiteY2586" fmla="*/ 2423826 h 6858000"/>
              <a:gd name="connsiteX2587" fmla="*/ 10700977 w 12192000"/>
              <a:gd name="connsiteY2587" fmla="*/ 2096271 h 6858000"/>
              <a:gd name="connsiteX2588" fmla="*/ 10706968 w 12192000"/>
              <a:gd name="connsiteY2588" fmla="*/ 2099592 h 6858000"/>
              <a:gd name="connsiteX2589" fmla="*/ 10519433 w 12192000"/>
              <a:gd name="connsiteY2589" fmla="*/ 2437928 h 6858000"/>
              <a:gd name="connsiteX2590" fmla="*/ 10519433 w 12192000"/>
              <a:gd name="connsiteY2590" fmla="*/ 2437999 h 6858000"/>
              <a:gd name="connsiteX2591" fmla="*/ 10461269 w 12192000"/>
              <a:gd name="connsiteY2591" fmla="*/ 2542928 h 6858000"/>
              <a:gd name="connsiteX2592" fmla="*/ 10461230 w 12192000"/>
              <a:gd name="connsiteY2592" fmla="*/ 2542928 h 6858000"/>
              <a:gd name="connsiteX2593" fmla="*/ 10279657 w 12192000"/>
              <a:gd name="connsiteY2593" fmla="*/ 2870473 h 6858000"/>
              <a:gd name="connsiteX2594" fmla="*/ 10273699 w 12192000"/>
              <a:gd name="connsiteY2594" fmla="*/ 2867153 h 6858000"/>
              <a:gd name="connsiteX2595" fmla="*/ 10453395 w 12192000"/>
              <a:gd name="connsiteY2595" fmla="*/ 2542920 h 6858000"/>
              <a:gd name="connsiteX2596" fmla="*/ 10453433 w 12192000"/>
              <a:gd name="connsiteY2596" fmla="*/ 2542920 h 6858000"/>
              <a:gd name="connsiteX2597" fmla="*/ 10519433 w 12192000"/>
              <a:gd name="connsiteY2597" fmla="*/ 2423895 h 6858000"/>
              <a:gd name="connsiteX2598" fmla="*/ 10519433 w 12192000"/>
              <a:gd name="connsiteY2598" fmla="*/ 2423824 h 6858000"/>
              <a:gd name="connsiteX2599" fmla="*/ 11192478 w 12192000"/>
              <a:gd name="connsiteY2599" fmla="*/ 2096246 h 6858000"/>
              <a:gd name="connsiteX2600" fmla="*/ 11198469 w 12192000"/>
              <a:gd name="connsiteY2600" fmla="*/ 2099567 h 6858000"/>
              <a:gd name="connsiteX2601" fmla="*/ 11010934 w 12192000"/>
              <a:gd name="connsiteY2601" fmla="*/ 2437903 h 6858000"/>
              <a:gd name="connsiteX2602" fmla="*/ 11010934 w 12192000"/>
              <a:gd name="connsiteY2602" fmla="*/ 2437997 h 6858000"/>
              <a:gd name="connsiteX2603" fmla="*/ 10952770 w 12192000"/>
              <a:gd name="connsiteY2603" fmla="*/ 2542926 h 6858000"/>
              <a:gd name="connsiteX2604" fmla="*/ 10952732 w 12192000"/>
              <a:gd name="connsiteY2604" fmla="*/ 2542926 h 6858000"/>
              <a:gd name="connsiteX2605" fmla="*/ 10771157 w 12192000"/>
              <a:gd name="connsiteY2605" fmla="*/ 2870473 h 6858000"/>
              <a:gd name="connsiteX2606" fmla="*/ 10765166 w 12192000"/>
              <a:gd name="connsiteY2606" fmla="*/ 2867152 h 6858000"/>
              <a:gd name="connsiteX2607" fmla="*/ 10944896 w 12192000"/>
              <a:gd name="connsiteY2607" fmla="*/ 2542919 h 6858000"/>
              <a:gd name="connsiteX2608" fmla="*/ 10944934 w 12192000"/>
              <a:gd name="connsiteY2608" fmla="*/ 2542919 h 6858000"/>
              <a:gd name="connsiteX2609" fmla="*/ 11010934 w 12192000"/>
              <a:gd name="connsiteY2609" fmla="*/ 2423894 h 6858000"/>
              <a:gd name="connsiteX2610" fmla="*/ 11010934 w 12192000"/>
              <a:gd name="connsiteY2610" fmla="*/ 2423799 h 6858000"/>
              <a:gd name="connsiteX2611" fmla="*/ 11683980 w 12192000"/>
              <a:gd name="connsiteY2611" fmla="*/ 2096244 h 6858000"/>
              <a:gd name="connsiteX2612" fmla="*/ 11689971 w 12192000"/>
              <a:gd name="connsiteY2612" fmla="*/ 2099566 h 6858000"/>
              <a:gd name="connsiteX2613" fmla="*/ 11502436 w 12192000"/>
              <a:gd name="connsiteY2613" fmla="*/ 2437901 h 6858000"/>
              <a:gd name="connsiteX2614" fmla="*/ 11502436 w 12192000"/>
              <a:gd name="connsiteY2614" fmla="*/ 2437972 h 6858000"/>
              <a:gd name="connsiteX2615" fmla="*/ 11444272 w 12192000"/>
              <a:gd name="connsiteY2615" fmla="*/ 2542901 h 6858000"/>
              <a:gd name="connsiteX2616" fmla="*/ 11444234 w 12192000"/>
              <a:gd name="connsiteY2616" fmla="*/ 2542901 h 6858000"/>
              <a:gd name="connsiteX2617" fmla="*/ 11262659 w 12192000"/>
              <a:gd name="connsiteY2617" fmla="*/ 2870447 h 6858000"/>
              <a:gd name="connsiteX2618" fmla="*/ 11256668 w 12192000"/>
              <a:gd name="connsiteY2618" fmla="*/ 2867126 h 6858000"/>
              <a:gd name="connsiteX2619" fmla="*/ 11436398 w 12192000"/>
              <a:gd name="connsiteY2619" fmla="*/ 2542893 h 6858000"/>
              <a:gd name="connsiteX2620" fmla="*/ 11436436 w 12192000"/>
              <a:gd name="connsiteY2620" fmla="*/ 2542893 h 6858000"/>
              <a:gd name="connsiteX2621" fmla="*/ 11502436 w 12192000"/>
              <a:gd name="connsiteY2621" fmla="*/ 2423869 h 6858000"/>
              <a:gd name="connsiteX2622" fmla="*/ 11502436 w 12192000"/>
              <a:gd name="connsiteY2622" fmla="*/ 2423797 h 6858000"/>
              <a:gd name="connsiteX2623" fmla="*/ 12175482 w 12192000"/>
              <a:gd name="connsiteY2623" fmla="*/ 2096243 h 6858000"/>
              <a:gd name="connsiteX2624" fmla="*/ 12181473 w 12192000"/>
              <a:gd name="connsiteY2624" fmla="*/ 2099565 h 6858000"/>
              <a:gd name="connsiteX2625" fmla="*/ 11993938 w 12192000"/>
              <a:gd name="connsiteY2625" fmla="*/ 2437900 h 6858000"/>
              <a:gd name="connsiteX2626" fmla="*/ 11993938 w 12192000"/>
              <a:gd name="connsiteY2626" fmla="*/ 2437971 h 6858000"/>
              <a:gd name="connsiteX2627" fmla="*/ 11935773 w 12192000"/>
              <a:gd name="connsiteY2627" fmla="*/ 2542900 h 6858000"/>
              <a:gd name="connsiteX2628" fmla="*/ 11935736 w 12192000"/>
              <a:gd name="connsiteY2628" fmla="*/ 2542900 h 6858000"/>
              <a:gd name="connsiteX2629" fmla="*/ 11754161 w 12192000"/>
              <a:gd name="connsiteY2629" fmla="*/ 2870446 h 6858000"/>
              <a:gd name="connsiteX2630" fmla="*/ 11748170 w 12192000"/>
              <a:gd name="connsiteY2630" fmla="*/ 2867125 h 6858000"/>
              <a:gd name="connsiteX2631" fmla="*/ 11927900 w 12192000"/>
              <a:gd name="connsiteY2631" fmla="*/ 2542893 h 6858000"/>
              <a:gd name="connsiteX2632" fmla="*/ 11927938 w 12192000"/>
              <a:gd name="connsiteY2632" fmla="*/ 2542893 h 6858000"/>
              <a:gd name="connsiteX2633" fmla="*/ 11993938 w 12192000"/>
              <a:gd name="connsiteY2633" fmla="*/ 2423866 h 6858000"/>
              <a:gd name="connsiteX2634" fmla="*/ 11993938 w 12192000"/>
              <a:gd name="connsiteY2634" fmla="*/ 2423797 h 6858000"/>
              <a:gd name="connsiteX2635" fmla="*/ 204440 w 12192000"/>
              <a:gd name="connsiteY2635" fmla="*/ 1653039 h 6858000"/>
              <a:gd name="connsiteX2636" fmla="*/ 206249 w 12192000"/>
              <a:gd name="connsiteY2636" fmla="*/ 1656352 h 6858000"/>
              <a:gd name="connsiteX2637" fmla="*/ 206282 w 12192000"/>
              <a:gd name="connsiteY2637" fmla="*/ 1656352 h 6858000"/>
              <a:gd name="connsiteX2638" fmla="*/ 631763 w 12192000"/>
              <a:gd name="connsiteY2638" fmla="*/ 2423918 h 6858000"/>
              <a:gd name="connsiteX2639" fmla="*/ 625773 w 12192000"/>
              <a:gd name="connsiteY2639" fmla="*/ 2427239 h 6858000"/>
              <a:gd name="connsiteX2640" fmla="*/ 198477 w 12192000"/>
              <a:gd name="connsiteY2640" fmla="*/ 1656352 h 6858000"/>
              <a:gd name="connsiteX2641" fmla="*/ 198496 w 12192000"/>
              <a:gd name="connsiteY2641" fmla="*/ 1656352 h 6858000"/>
              <a:gd name="connsiteX2642" fmla="*/ 695920 w 12192000"/>
              <a:gd name="connsiteY2642" fmla="*/ 1653037 h 6858000"/>
              <a:gd name="connsiteX2643" fmla="*/ 697730 w 12192000"/>
              <a:gd name="connsiteY2643" fmla="*/ 1656351 h 6858000"/>
              <a:gd name="connsiteX2644" fmla="*/ 697763 w 12192000"/>
              <a:gd name="connsiteY2644" fmla="*/ 1656351 h 6858000"/>
              <a:gd name="connsiteX2645" fmla="*/ 1123211 w 12192000"/>
              <a:gd name="connsiteY2645" fmla="*/ 2423917 h 6858000"/>
              <a:gd name="connsiteX2646" fmla="*/ 1117220 w 12192000"/>
              <a:gd name="connsiteY2646" fmla="*/ 2427238 h 6858000"/>
              <a:gd name="connsiteX2647" fmla="*/ 689958 w 12192000"/>
              <a:gd name="connsiteY2647" fmla="*/ 1656351 h 6858000"/>
              <a:gd name="connsiteX2648" fmla="*/ 689977 w 12192000"/>
              <a:gd name="connsiteY2648" fmla="*/ 1656351 h 6858000"/>
              <a:gd name="connsiteX2649" fmla="*/ 1187386 w 12192000"/>
              <a:gd name="connsiteY2649" fmla="*/ 1653013 h 6858000"/>
              <a:gd name="connsiteX2650" fmla="*/ 1189196 w 12192000"/>
              <a:gd name="connsiteY2650" fmla="*/ 1656325 h 6858000"/>
              <a:gd name="connsiteX2651" fmla="*/ 1189230 w 12192000"/>
              <a:gd name="connsiteY2651" fmla="*/ 1656325 h 6858000"/>
              <a:gd name="connsiteX2652" fmla="*/ 1614679 w 12192000"/>
              <a:gd name="connsiteY2652" fmla="*/ 2423891 h 6858000"/>
              <a:gd name="connsiteX2653" fmla="*/ 1608688 w 12192000"/>
              <a:gd name="connsiteY2653" fmla="*/ 2427212 h 6858000"/>
              <a:gd name="connsiteX2654" fmla="*/ 1181425 w 12192000"/>
              <a:gd name="connsiteY2654" fmla="*/ 1656325 h 6858000"/>
              <a:gd name="connsiteX2655" fmla="*/ 1181443 w 12192000"/>
              <a:gd name="connsiteY2655" fmla="*/ 1656325 h 6858000"/>
              <a:gd name="connsiteX2656" fmla="*/ 1678836 w 12192000"/>
              <a:gd name="connsiteY2656" fmla="*/ 1653010 h 6858000"/>
              <a:gd name="connsiteX2657" fmla="*/ 1680681 w 12192000"/>
              <a:gd name="connsiteY2657" fmla="*/ 1656324 h 6858000"/>
              <a:gd name="connsiteX2658" fmla="*/ 1680714 w 12192000"/>
              <a:gd name="connsiteY2658" fmla="*/ 1656324 h 6858000"/>
              <a:gd name="connsiteX2659" fmla="*/ 2106263 w 12192000"/>
              <a:gd name="connsiteY2659" fmla="*/ 2423890 h 6858000"/>
              <a:gd name="connsiteX2660" fmla="*/ 2100272 w 12192000"/>
              <a:gd name="connsiteY2660" fmla="*/ 2427211 h 6858000"/>
              <a:gd name="connsiteX2661" fmla="*/ 1672875 w 12192000"/>
              <a:gd name="connsiteY2661" fmla="*/ 1656324 h 6858000"/>
              <a:gd name="connsiteX2662" fmla="*/ 1672892 w 12192000"/>
              <a:gd name="connsiteY2662" fmla="*/ 1656324 h 6858000"/>
              <a:gd name="connsiteX2663" fmla="*/ 2170402 w 12192000"/>
              <a:gd name="connsiteY2663" fmla="*/ 1653009 h 6858000"/>
              <a:gd name="connsiteX2664" fmla="*/ 2172251 w 12192000"/>
              <a:gd name="connsiteY2664" fmla="*/ 1656322 h 6858000"/>
              <a:gd name="connsiteX2665" fmla="*/ 2172279 w 12192000"/>
              <a:gd name="connsiteY2665" fmla="*/ 1656322 h 6858000"/>
              <a:gd name="connsiteX2666" fmla="*/ 2597796 w 12192000"/>
              <a:gd name="connsiteY2666" fmla="*/ 2423888 h 6858000"/>
              <a:gd name="connsiteX2667" fmla="*/ 2591804 w 12192000"/>
              <a:gd name="connsiteY2667" fmla="*/ 2427210 h 6858000"/>
              <a:gd name="connsiteX2668" fmla="*/ 2164441 w 12192000"/>
              <a:gd name="connsiteY2668" fmla="*/ 1656322 h 6858000"/>
              <a:gd name="connsiteX2669" fmla="*/ 2164460 w 12192000"/>
              <a:gd name="connsiteY2669" fmla="*/ 1656322 h 6858000"/>
              <a:gd name="connsiteX2670" fmla="*/ 2661956 w 12192000"/>
              <a:gd name="connsiteY2670" fmla="*/ 1653007 h 6858000"/>
              <a:gd name="connsiteX2671" fmla="*/ 2663798 w 12192000"/>
              <a:gd name="connsiteY2671" fmla="*/ 1656322 h 6858000"/>
              <a:gd name="connsiteX2672" fmla="*/ 2663831 w 12192000"/>
              <a:gd name="connsiteY2672" fmla="*/ 1656322 h 6858000"/>
              <a:gd name="connsiteX2673" fmla="*/ 3089228 w 12192000"/>
              <a:gd name="connsiteY2673" fmla="*/ 2423888 h 6858000"/>
              <a:gd name="connsiteX2674" fmla="*/ 3083257 w 12192000"/>
              <a:gd name="connsiteY2674" fmla="*/ 2427207 h 6858000"/>
              <a:gd name="connsiteX2675" fmla="*/ 2655994 w 12192000"/>
              <a:gd name="connsiteY2675" fmla="*/ 1656322 h 6858000"/>
              <a:gd name="connsiteX2676" fmla="*/ 2656013 w 12192000"/>
              <a:gd name="connsiteY2676" fmla="*/ 1656322 h 6858000"/>
              <a:gd name="connsiteX2677" fmla="*/ 3153394 w 12192000"/>
              <a:gd name="connsiteY2677" fmla="*/ 1653006 h 6858000"/>
              <a:gd name="connsiteX2678" fmla="*/ 3155238 w 12192000"/>
              <a:gd name="connsiteY2678" fmla="*/ 1656319 h 6858000"/>
              <a:gd name="connsiteX2679" fmla="*/ 3155270 w 12192000"/>
              <a:gd name="connsiteY2679" fmla="*/ 1656319 h 6858000"/>
              <a:gd name="connsiteX2680" fmla="*/ 3580757 w 12192000"/>
              <a:gd name="connsiteY2680" fmla="*/ 2423885 h 6858000"/>
              <a:gd name="connsiteX2681" fmla="*/ 3574769 w 12192000"/>
              <a:gd name="connsiteY2681" fmla="*/ 2427206 h 6858000"/>
              <a:gd name="connsiteX2682" fmla="*/ 3147432 w 12192000"/>
              <a:gd name="connsiteY2682" fmla="*/ 1656319 h 6858000"/>
              <a:gd name="connsiteX2683" fmla="*/ 3147454 w 12192000"/>
              <a:gd name="connsiteY2683" fmla="*/ 1656319 h 6858000"/>
              <a:gd name="connsiteX2684" fmla="*/ 3644899 w 12192000"/>
              <a:gd name="connsiteY2684" fmla="*/ 1652980 h 6858000"/>
              <a:gd name="connsiteX2685" fmla="*/ 3646744 w 12192000"/>
              <a:gd name="connsiteY2685" fmla="*/ 1656294 h 6858000"/>
              <a:gd name="connsiteX2686" fmla="*/ 3646775 w 12192000"/>
              <a:gd name="connsiteY2686" fmla="*/ 1656294 h 6858000"/>
              <a:gd name="connsiteX2687" fmla="*/ 4072234 w 12192000"/>
              <a:gd name="connsiteY2687" fmla="*/ 2423859 h 6858000"/>
              <a:gd name="connsiteX2688" fmla="*/ 4066244 w 12192000"/>
              <a:gd name="connsiteY2688" fmla="*/ 2427181 h 6858000"/>
              <a:gd name="connsiteX2689" fmla="*/ 3638940 w 12192000"/>
              <a:gd name="connsiteY2689" fmla="*/ 1656294 h 6858000"/>
              <a:gd name="connsiteX2690" fmla="*/ 3638960 w 12192000"/>
              <a:gd name="connsiteY2690" fmla="*/ 1656294 h 6858000"/>
              <a:gd name="connsiteX2691" fmla="*/ 4136401 w 12192000"/>
              <a:gd name="connsiteY2691" fmla="*/ 1652979 h 6858000"/>
              <a:gd name="connsiteX2692" fmla="*/ 4138242 w 12192000"/>
              <a:gd name="connsiteY2692" fmla="*/ 1656292 h 6858000"/>
              <a:gd name="connsiteX2693" fmla="*/ 4138276 w 12192000"/>
              <a:gd name="connsiteY2693" fmla="*/ 1656292 h 6858000"/>
              <a:gd name="connsiteX2694" fmla="*/ 4563748 w 12192000"/>
              <a:gd name="connsiteY2694" fmla="*/ 2423858 h 6858000"/>
              <a:gd name="connsiteX2695" fmla="*/ 4557755 w 12192000"/>
              <a:gd name="connsiteY2695" fmla="*/ 2427179 h 6858000"/>
              <a:gd name="connsiteX2696" fmla="*/ 4130431 w 12192000"/>
              <a:gd name="connsiteY2696" fmla="*/ 1656292 h 6858000"/>
              <a:gd name="connsiteX2697" fmla="*/ 4130450 w 12192000"/>
              <a:gd name="connsiteY2697" fmla="*/ 1656292 h 6858000"/>
              <a:gd name="connsiteX2698" fmla="*/ 4627915 w 12192000"/>
              <a:gd name="connsiteY2698" fmla="*/ 1652977 h 6858000"/>
              <a:gd name="connsiteX2699" fmla="*/ 4629761 w 12192000"/>
              <a:gd name="connsiteY2699" fmla="*/ 1656290 h 6858000"/>
              <a:gd name="connsiteX2700" fmla="*/ 4629790 w 12192000"/>
              <a:gd name="connsiteY2700" fmla="*/ 1656290 h 6858000"/>
              <a:gd name="connsiteX2701" fmla="*/ 5055232 w 12192000"/>
              <a:gd name="connsiteY2701" fmla="*/ 2423856 h 6858000"/>
              <a:gd name="connsiteX2702" fmla="*/ 5049244 w 12192000"/>
              <a:gd name="connsiteY2702" fmla="*/ 2427178 h 6858000"/>
              <a:gd name="connsiteX2703" fmla="*/ 4621952 w 12192000"/>
              <a:gd name="connsiteY2703" fmla="*/ 1656290 h 6858000"/>
              <a:gd name="connsiteX2704" fmla="*/ 4621971 w 12192000"/>
              <a:gd name="connsiteY2704" fmla="*/ 1656290 h 6858000"/>
              <a:gd name="connsiteX2705" fmla="*/ 5119458 w 12192000"/>
              <a:gd name="connsiteY2705" fmla="*/ 1652975 h 6858000"/>
              <a:gd name="connsiteX2706" fmla="*/ 5121255 w 12192000"/>
              <a:gd name="connsiteY2706" fmla="*/ 1656289 h 6858000"/>
              <a:gd name="connsiteX2707" fmla="*/ 5121326 w 12192000"/>
              <a:gd name="connsiteY2707" fmla="*/ 1656289 h 6858000"/>
              <a:gd name="connsiteX2708" fmla="*/ 5546779 w 12192000"/>
              <a:gd name="connsiteY2708" fmla="*/ 2423856 h 6858000"/>
              <a:gd name="connsiteX2709" fmla="*/ 5540745 w 12192000"/>
              <a:gd name="connsiteY2709" fmla="*/ 2427177 h 6858000"/>
              <a:gd name="connsiteX2710" fmla="*/ 5113467 w 12192000"/>
              <a:gd name="connsiteY2710" fmla="*/ 1656289 h 6858000"/>
              <a:gd name="connsiteX2711" fmla="*/ 5113485 w 12192000"/>
              <a:gd name="connsiteY2711" fmla="*/ 1656289 h 6858000"/>
              <a:gd name="connsiteX2712" fmla="*/ 5610861 w 12192000"/>
              <a:gd name="connsiteY2712" fmla="*/ 1652974 h 6858000"/>
              <a:gd name="connsiteX2713" fmla="*/ 5612679 w 12192000"/>
              <a:gd name="connsiteY2713" fmla="*/ 1656287 h 6858000"/>
              <a:gd name="connsiteX2714" fmla="*/ 5612718 w 12192000"/>
              <a:gd name="connsiteY2714" fmla="*/ 1656287 h 6858000"/>
              <a:gd name="connsiteX2715" fmla="*/ 6038160 w 12192000"/>
              <a:gd name="connsiteY2715" fmla="*/ 2423853 h 6858000"/>
              <a:gd name="connsiteX2716" fmla="*/ 6032197 w 12192000"/>
              <a:gd name="connsiteY2716" fmla="*/ 2427174 h 6858000"/>
              <a:gd name="connsiteX2717" fmla="*/ 5604919 w 12192000"/>
              <a:gd name="connsiteY2717" fmla="*/ 1656287 h 6858000"/>
              <a:gd name="connsiteX2718" fmla="*/ 5604939 w 12192000"/>
              <a:gd name="connsiteY2718" fmla="*/ 1656287 h 6858000"/>
              <a:gd name="connsiteX2719" fmla="*/ 6101912 w 12192000"/>
              <a:gd name="connsiteY2719" fmla="*/ 1652949 h 6858000"/>
              <a:gd name="connsiteX2720" fmla="*/ 6103722 w 12192000"/>
              <a:gd name="connsiteY2720" fmla="*/ 1656263 h 6858000"/>
              <a:gd name="connsiteX2721" fmla="*/ 6103761 w 12192000"/>
              <a:gd name="connsiteY2721" fmla="*/ 1656263 h 6858000"/>
              <a:gd name="connsiteX2722" fmla="*/ 6529258 w 12192000"/>
              <a:gd name="connsiteY2722" fmla="*/ 2423829 h 6858000"/>
              <a:gd name="connsiteX2723" fmla="*/ 6523267 w 12192000"/>
              <a:gd name="connsiteY2723" fmla="*/ 2427149 h 6858000"/>
              <a:gd name="connsiteX2724" fmla="*/ 6096000 w 12192000"/>
              <a:gd name="connsiteY2724" fmla="*/ 1656263 h 6858000"/>
              <a:gd name="connsiteX2725" fmla="*/ 6593413 w 12192000"/>
              <a:gd name="connsiteY2725" fmla="*/ 1652948 h 6858000"/>
              <a:gd name="connsiteX2726" fmla="*/ 6595222 w 12192000"/>
              <a:gd name="connsiteY2726" fmla="*/ 1656260 h 6858000"/>
              <a:gd name="connsiteX2727" fmla="*/ 6595261 w 12192000"/>
              <a:gd name="connsiteY2727" fmla="*/ 1656260 h 6858000"/>
              <a:gd name="connsiteX2728" fmla="*/ 7020724 w 12192000"/>
              <a:gd name="connsiteY2728" fmla="*/ 2423826 h 6858000"/>
              <a:gd name="connsiteX2729" fmla="*/ 7014733 w 12192000"/>
              <a:gd name="connsiteY2729" fmla="*/ 2427147 h 6858000"/>
              <a:gd name="connsiteX2730" fmla="*/ 6587460 w 12192000"/>
              <a:gd name="connsiteY2730" fmla="*/ 1656268 h 6858000"/>
              <a:gd name="connsiteX2731" fmla="*/ 6587456 w 12192000"/>
              <a:gd name="connsiteY2731" fmla="*/ 1656268 h 6858000"/>
              <a:gd name="connsiteX2732" fmla="*/ 6587459 w 12192000"/>
              <a:gd name="connsiteY2732" fmla="*/ 1656266 h 6858000"/>
              <a:gd name="connsiteX2733" fmla="*/ 6587456 w 12192000"/>
              <a:gd name="connsiteY2733" fmla="*/ 1656260 h 6858000"/>
              <a:gd name="connsiteX2734" fmla="*/ 6587469 w 12192000"/>
              <a:gd name="connsiteY2734" fmla="*/ 1656260 h 6858000"/>
              <a:gd name="connsiteX2735" fmla="*/ 7084914 w 12192000"/>
              <a:gd name="connsiteY2735" fmla="*/ 1652945 h 6858000"/>
              <a:gd name="connsiteX2736" fmla="*/ 7086724 w 12192000"/>
              <a:gd name="connsiteY2736" fmla="*/ 1656259 h 6858000"/>
              <a:gd name="connsiteX2737" fmla="*/ 7086763 w 12192000"/>
              <a:gd name="connsiteY2737" fmla="*/ 1656259 h 6858000"/>
              <a:gd name="connsiteX2738" fmla="*/ 7512226 w 12192000"/>
              <a:gd name="connsiteY2738" fmla="*/ 2423825 h 6858000"/>
              <a:gd name="connsiteX2739" fmla="*/ 7506235 w 12192000"/>
              <a:gd name="connsiteY2739" fmla="*/ 2427146 h 6858000"/>
              <a:gd name="connsiteX2740" fmla="*/ 7078961 w 12192000"/>
              <a:gd name="connsiteY2740" fmla="*/ 1656266 h 6858000"/>
              <a:gd name="connsiteX2741" fmla="*/ 7078957 w 12192000"/>
              <a:gd name="connsiteY2741" fmla="*/ 1656266 h 6858000"/>
              <a:gd name="connsiteX2742" fmla="*/ 7078960 w 12192000"/>
              <a:gd name="connsiteY2742" fmla="*/ 1656264 h 6858000"/>
              <a:gd name="connsiteX2743" fmla="*/ 7078957 w 12192000"/>
              <a:gd name="connsiteY2743" fmla="*/ 1656259 h 6858000"/>
              <a:gd name="connsiteX2744" fmla="*/ 7078970 w 12192000"/>
              <a:gd name="connsiteY2744" fmla="*/ 1656259 h 6858000"/>
              <a:gd name="connsiteX2745" fmla="*/ 7576381 w 12192000"/>
              <a:gd name="connsiteY2745" fmla="*/ 1652944 h 6858000"/>
              <a:gd name="connsiteX2746" fmla="*/ 7578226 w 12192000"/>
              <a:gd name="connsiteY2746" fmla="*/ 1656257 h 6858000"/>
              <a:gd name="connsiteX2747" fmla="*/ 7578264 w 12192000"/>
              <a:gd name="connsiteY2747" fmla="*/ 1656257 h 6858000"/>
              <a:gd name="connsiteX2748" fmla="*/ 8003727 w 12192000"/>
              <a:gd name="connsiteY2748" fmla="*/ 2423823 h 6858000"/>
              <a:gd name="connsiteX2749" fmla="*/ 7997736 w 12192000"/>
              <a:gd name="connsiteY2749" fmla="*/ 2427145 h 6858000"/>
              <a:gd name="connsiteX2750" fmla="*/ 7570428 w 12192000"/>
              <a:gd name="connsiteY2750" fmla="*/ 1656265 h 6858000"/>
              <a:gd name="connsiteX2751" fmla="*/ 7570424 w 12192000"/>
              <a:gd name="connsiteY2751" fmla="*/ 1656265 h 6858000"/>
              <a:gd name="connsiteX2752" fmla="*/ 7570427 w 12192000"/>
              <a:gd name="connsiteY2752" fmla="*/ 1656263 h 6858000"/>
              <a:gd name="connsiteX2753" fmla="*/ 7570424 w 12192000"/>
              <a:gd name="connsiteY2753" fmla="*/ 1656257 h 6858000"/>
              <a:gd name="connsiteX2754" fmla="*/ 7570437 w 12192000"/>
              <a:gd name="connsiteY2754" fmla="*/ 1656257 h 6858000"/>
              <a:gd name="connsiteX2755" fmla="*/ 8067883 w 12192000"/>
              <a:gd name="connsiteY2755" fmla="*/ 1652942 h 6858000"/>
              <a:gd name="connsiteX2756" fmla="*/ 8069728 w 12192000"/>
              <a:gd name="connsiteY2756" fmla="*/ 1656257 h 6858000"/>
              <a:gd name="connsiteX2757" fmla="*/ 8069766 w 12192000"/>
              <a:gd name="connsiteY2757" fmla="*/ 1656257 h 6858000"/>
              <a:gd name="connsiteX2758" fmla="*/ 8495229 w 12192000"/>
              <a:gd name="connsiteY2758" fmla="*/ 2423823 h 6858000"/>
              <a:gd name="connsiteX2759" fmla="*/ 8489238 w 12192000"/>
              <a:gd name="connsiteY2759" fmla="*/ 2427142 h 6858000"/>
              <a:gd name="connsiteX2760" fmla="*/ 8061930 w 12192000"/>
              <a:gd name="connsiteY2760" fmla="*/ 1656263 h 6858000"/>
              <a:gd name="connsiteX2761" fmla="*/ 8061926 w 12192000"/>
              <a:gd name="connsiteY2761" fmla="*/ 1656263 h 6858000"/>
              <a:gd name="connsiteX2762" fmla="*/ 8061929 w 12192000"/>
              <a:gd name="connsiteY2762" fmla="*/ 1656261 h 6858000"/>
              <a:gd name="connsiteX2763" fmla="*/ 8061926 w 12192000"/>
              <a:gd name="connsiteY2763" fmla="*/ 1656257 h 6858000"/>
              <a:gd name="connsiteX2764" fmla="*/ 8061939 w 12192000"/>
              <a:gd name="connsiteY2764" fmla="*/ 1656257 h 6858000"/>
              <a:gd name="connsiteX2765" fmla="*/ 8559385 w 12192000"/>
              <a:gd name="connsiteY2765" fmla="*/ 1652917 h 6858000"/>
              <a:gd name="connsiteX2766" fmla="*/ 8561229 w 12192000"/>
              <a:gd name="connsiteY2766" fmla="*/ 1656231 h 6858000"/>
              <a:gd name="connsiteX2767" fmla="*/ 8561267 w 12192000"/>
              <a:gd name="connsiteY2767" fmla="*/ 1656231 h 6858000"/>
              <a:gd name="connsiteX2768" fmla="*/ 8986730 w 12192000"/>
              <a:gd name="connsiteY2768" fmla="*/ 2423797 h 6858000"/>
              <a:gd name="connsiteX2769" fmla="*/ 8980739 w 12192000"/>
              <a:gd name="connsiteY2769" fmla="*/ 2427118 h 6858000"/>
              <a:gd name="connsiteX2770" fmla="*/ 8553431 w 12192000"/>
              <a:gd name="connsiteY2770" fmla="*/ 1656238 h 6858000"/>
              <a:gd name="connsiteX2771" fmla="*/ 8553427 w 12192000"/>
              <a:gd name="connsiteY2771" fmla="*/ 1656238 h 6858000"/>
              <a:gd name="connsiteX2772" fmla="*/ 8553430 w 12192000"/>
              <a:gd name="connsiteY2772" fmla="*/ 1656237 h 6858000"/>
              <a:gd name="connsiteX2773" fmla="*/ 8553427 w 12192000"/>
              <a:gd name="connsiteY2773" fmla="*/ 1656231 h 6858000"/>
              <a:gd name="connsiteX2774" fmla="*/ 8553441 w 12192000"/>
              <a:gd name="connsiteY2774" fmla="*/ 1656231 h 6858000"/>
              <a:gd name="connsiteX2775" fmla="*/ 9050886 w 12192000"/>
              <a:gd name="connsiteY2775" fmla="*/ 1652915 h 6858000"/>
              <a:gd name="connsiteX2776" fmla="*/ 9052731 w 12192000"/>
              <a:gd name="connsiteY2776" fmla="*/ 1656229 h 6858000"/>
              <a:gd name="connsiteX2777" fmla="*/ 9052769 w 12192000"/>
              <a:gd name="connsiteY2777" fmla="*/ 1656229 h 6858000"/>
              <a:gd name="connsiteX2778" fmla="*/ 9478232 w 12192000"/>
              <a:gd name="connsiteY2778" fmla="*/ 2423794 h 6858000"/>
              <a:gd name="connsiteX2779" fmla="*/ 9472241 w 12192000"/>
              <a:gd name="connsiteY2779" fmla="*/ 2427116 h 6858000"/>
              <a:gd name="connsiteX2780" fmla="*/ 9044933 w 12192000"/>
              <a:gd name="connsiteY2780" fmla="*/ 1656237 h 6858000"/>
              <a:gd name="connsiteX2781" fmla="*/ 9044929 w 12192000"/>
              <a:gd name="connsiteY2781" fmla="*/ 1656237 h 6858000"/>
              <a:gd name="connsiteX2782" fmla="*/ 9044932 w 12192000"/>
              <a:gd name="connsiteY2782" fmla="*/ 1656234 h 6858000"/>
              <a:gd name="connsiteX2783" fmla="*/ 9044929 w 12192000"/>
              <a:gd name="connsiteY2783" fmla="*/ 1656229 h 6858000"/>
              <a:gd name="connsiteX2784" fmla="*/ 9044943 w 12192000"/>
              <a:gd name="connsiteY2784" fmla="*/ 1656229 h 6858000"/>
              <a:gd name="connsiteX2785" fmla="*/ 9542387 w 12192000"/>
              <a:gd name="connsiteY2785" fmla="*/ 1652915 h 6858000"/>
              <a:gd name="connsiteX2786" fmla="*/ 9544232 w 12192000"/>
              <a:gd name="connsiteY2786" fmla="*/ 1656227 h 6858000"/>
              <a:gd name="connsiteX2787" fmla="*/ 9544270 w 12192000"/>
              <a:gd name="connsiteY2787" fmla="*/ 1656227 h 6858000"/>
              <a:gd name="connsiteX2788" fmla="*/ 9969733 w 12192000"/>
              <a:gd name="connsiteY2788" fmla="*/ 2423793 h 6858000"/>
              <a:gd name="connsiteX2789" fmla="*/ 9963742 w 12192000"/>
              <a:gd name="connsiteY2789" fmla="*/ 2427114 h 6858000"/>
              <a:gd name="connsiteX2790" fmla="*/ 9536434 w 12192000"/>
              <a:gd name="connsiteY2790" fmla="*/ 1656235 h 6858000"/>
              <a:gd name="connsiteX2791" fmla="*/ 9536430 w 12192000"/>
              <a:gd name="connsiteY2791" fmla="*/ 1656235 h 6858000"/>
              <a:gd name="connsiteX2792" fmla="*/ 9536433 w 12192000"/>
              <a:gd name="connsiteY2792" fmla="*/ 1656233 h 6858000"/>
              <a:gd name="connsiteX2793" fmla="*/ 9536430 w 12192000"/>
              <a:gd name="connsiteY2793" fmla="*/ 1656227 h 6858000"/>
              <a:gd name="connsiteX2794" fmla="*/ 9536444 w 12192000"/>
              <a:gd name="connsiteY2794" fmla="*/ 1656227 h 6858000"/>
              <a:gd name="connsiteX2795" fmla="*/ 10033889 w 12192000"/>
              <a:gd name="connsiteY2795" fmla="*/ 1652912 h 6858000"/>
              <a:gd name="connsiteX2796" fmla="*/ 10035734 w 12192000"/>
              <a:gd name="connsiteY2796" fmla="*/ 1656225 h 6858000"/>
              <a:gd name="connsiteX2797" fmla="*/ 10035771 w 12192000"/>
              <a:gd name="connsiteY2797" fmla="*/ 1656225 h 6858000"/>
              <a:gd name="connsiteX2798" fmla="*/ 10461235 w 12192000"/>
              <a:gd name="connsiteY2798" fmla="*/ 2423791 h 6858000"/>
              <a:gd name="connsiteX2799" fmla="*/ 10455244 w 12192000"/>
              <a:gd name="connsiteY2799" fmla="*/ 2427113 h 6858000"/>
              <a:gd name="connsiteX2800" fmla="*/ 10027936 w 12192000"/>
              <a:gd name="connsiteY2800" fmla="*/ 1656233 h 6858000"/>
              <a:gd name="connsiteX2801" fmla="*/ 10027932 w 12192000"/>
              <a:gd name="connsiteY2801" fmla="*/ 1656233 h 6858000"/>
              <a:gd name="connsiteX2802" fmla="*/ 10027935 w 12192000"/>
              <a:gd name="connsiteY2802" fmla="*/ 1656231 h 6858000"/>
              <a:gd name="connsiteX2803" fmla="*/ 10027932 w 12192000"/>
              <a:gd name="connsiteY2803" fmla="*/ 1656225 h 6858000"/>
              <a:gd name="connsiteX2804" fmla="*/ 10027946 w 12192000"/>
              <a:gd name="connsiteY2804" fmla="*/ 1656225 h 6858000"/>
              <a:gd name="connsiteX2805" fmla="*/ 10525390 w 12192000"/>
              <a:gd name="connsiteY2805" fmla="*/ 1652910 h 6858000"/>
              <a:gd name="connsiteX2806" fmla="*/ 10527200 w 12192000"/>
              <a:gd name="connsiteY2806" fmla="*/ 1656224 h 6858000"/>
              <a:gd name="connsiteX2807" fmla="*/ 10527273 w 12192000"/>
              <a:gd name="connsiteY2807" fmla="*/ 1656224 h 6858000"/>
              <a:gd name="connsiteX2808" fmla="*/ 10952736 w 12192000"/>
              <a:gd name="connsiteY2808" fmla="*/ 2423791 h 6858000"/>
              <a:gd name="connsiteX2809" fmla="*/ 10946745 w 12192000"/>
              <a:gd name="connsiteY2809" fmla="*/ 2427112 h 6858000"/>
              <a:gd name="connsiteX2810" fmla="*/ 10519437 w 12192000"/>
              <a:gd name="connsiteY2810" fmla="*/ 1656232 h 6858000"/>
              <a:gd name="connsiteX2811" fmla="*/ 10519433 w 12192000"/>
              <a:gd name="connsiteY2811" fmla="*/ 1656232 h 6858000"/>
              <a:gd name="connsiteX2812" fmla="*/ 10519436 w 12192000"/>
              <a:gd name="connsiteY2812" fmla="*/ 1656231 h 6858000"/>
              <a:gd name="connsiteX2813" fmla="*/ 10519433 w 12192000"/>
              <a:gd name="connsiteY2813" fmla="*/ 1656224 h 6858000"/>
              <a:gd name="connsiteX2814" fmla="*/ 10519447 w 12192000"/>
              <a:gd name="connsiteY2814" fmla="*/ 1656224 h 6858000"/>
              <a:gd name="connsiteX2815" fmla="*/ 11016891 w 12192000"/>
              <a:gd name="connsiteY2815" fmla="*/ 1652885 h 6858000"/>
              <a:gd name="connsiteX2816" fmla="*/ 11018701 w 12192000"/>
              <a:gd name="connsiteY2816" fmla="*/ 1656199 h 6858000"/>
              <a:gd name="connsiteX2817" fmla="*/ 11018740 w 12192000"/>
              <a:gd name="connsiteY2817" fmla="*/ 1656199 h 6858000"/>
              <a:gd name="connsiteX2818" fmla="*/ 11444237 w 12192000"/>
              <a:gd name="connsiteY2818" fmla="*/ 2423765 h 6858000"/>
              <a:gd name="connsiteX2819" fmla="*/ 11438246 w 12192000"/>
              <a:gd name="connsiteY2819" fmla="*/ 2427087 h 6858000"/>
              <a:gd name="connsiteX2820" fmla="*/ 11010938 w 12192000"/>
              <a:gd name="connsiteY2820" fmla="*/ 1656206 h 6858000"/>
              <a:gd name="connsiteX2821" fmla="*/ 11010934 w 12192000"/>
              <a:gd name="connsiteY2821" fmla="*/ 1656206 h 6858000"/>
              <a:gd name="connsiteX2822" fmla="*/ 11010937 w 12192000"/>
              <a:gd name="connsiteY2822" fmla="*/ 1656205 h 6858000"/>
              <a:gd name="connsiteX2823" fmla="*/ 11010934 w 12192000"/>
              <a:gd name="connsiteY2823" fmla="*/ 1656199 h 6858000"/>
              <a:gd name="connsiteX2824" fmla="*/ 11010948 w 12192000"/>
              <a:gd name="connsiteY2824" fmla="*/ 1656199 h 6858000"/>
              <a:gd name="connsiteX2825" fmla="*/ 11508393 w 12192000"/>
              <a:gd name="connsiteY2825" fmla="*/ 1652884 h 6858000"/>
              <a:gd name="connsiteX2826" fmla="*/ 11510203 w 12192000"/>
              <a:gd name="connsiteY2826" fmla="*/ 1656198 h 6858000"/>
              <a:gd name="connsiteX2827" fmla="*/ 11510242 w 12192000"/>
              <a:gd name="connsiteY2827" fmla="*/ 1656198 h 6858000"/>
              <a:gd name="connsiteX2828" fmla="*/ 11935739 w 12192000"/>
              <a:gd name="connsiteY2828" fmla="*/ 2423764 h 6858000"/>
              <a:gd name="connsiteX2829" fmla="*/ 11929748 w 12192000"/>
              <a:gd name="connsiteY2829" fmla="*/ 2427084 h 6858000"/>
              <a:gd name="connsiteX2830" fmla="*/ 11502440 w 12192000"/>
              <a:gd name="connsiteY2830" fmla="*/ 1656205 h 6858000"/>
              <a:gd name="connsiteX2831" fmla="*/ 11502436 w 12192000"/>
              <a:gd name="connsiteY2831" fmla="*/ 1656205 h 6858000"/>
              <a:gd name="connsiteX2832" fmla="*/ 11502439 w 12192000"/>
              <a:gd name="connsiteY2832" fmla="*/ 1656203 h 6858000"/>
              <a:gd name="connsiteX2833" fmla="*/ 11502436 w 12192000"/>
              <a:gd name="connsiteY2833" fmla="*/ 1656198 h 6858000"/>
              <a:gd name="connsiteX2834" fmla="*/ 11502450 w 12192000"/>
              <a:gd name="connsiteY2834" fmla="*/ 1656198 h 6858000"/>
              <a:gd name="connsiteX2835" fmla="*/ 11999895 w 12192000"/>
              <a:gd name="connsiteY2835" fmla="*/ 1652883 h 6858000"/>
              <a:gd name="connsiteX2836" fmla="*/ 12001704 w 12192000"/>
              <a:gd name="connsiteY2836" fmla="*/ 1656195 h 6858000"/>
              <a:gd name="connsiteX2837" fmla="*/ 12001743 w 12192000"/>
              <a:gd name="connsiteY2837" fmla="*/ 1656195 h 6858000"/>
              <a:gd name="connsiteX2838" fmla="*/ 12192000 w 12192000"/>
              <a:gd name="connsiteY2838" fmla="*/ 1999433 h 6858000"/>
              <a:gd name="connsiteX2839" fmla="*/ 12192000 w 12192000"/>
              <a:gd name="connsiteY2839" fmla="*/ 2013537 h 6858000"/>
              <a:gd name="connsiteX2840" fmla="*/ 11993942 w 12192000"/>
              <a:gd name="connsiteY2840" fmla="*/ 1656203 h 6858000"/>
              <a:gd name="connsiteX2841" fmla="*/ 11993938 w 12192000"/>
              <a:gd name="connsiteY2841" fmla="*/ 1656203 h 6858000"/>
              <a:gd name="connsiteX2842" fmla="*/ 11993941 w 12192000"/>
              <a:gd name="connsiteY2842" fmla="*/ 1656201 h 6858000"/>
              <a:gd name="connsiteX2843" fmla="*/ 11993938 w 12192000"/>
              <a:gd name="connsiteY2843" fmla="*/ 1656195 h 6858000"/>
              <a:gd name="connsiteX2844" fmla="*/ 11993952 w 12192000"/>
              <a:gd name="connsiteY2844" fmla="*/ 1656195 h 6858000"/>
              <a:gd name="connsiteX2845" fmla="*/ 0 w 12192000"/>
              <a:gd name="connsiteY2845" fmla="*/ 1284160 h 6858000"/>
              <a:gd name="connsiteX2846" fmla="*/ 140288 w 12192000"/>
              <a:gd name="connsiteY2846" fmla="*/ 1537226 h 6858000"/>
              <a:gd name="connsiteX2847" fmla="*/ 134297 w 12192000"/>
              <a:gd name="connsiteY2847" fmla="*/ 1540548 h 6858000"/>
              <a:gd name="connsiteX2848" fmla="*/ 0 w 12192000"/>
              <a:gd name="connsiteY2848" fmla="*/ 1298273 h 6858000"/>
              <a:gd name="connsiteX2849" fmla="*/ 380019 w 12192000"/>
              <a:gd name="connsiteY2849" fmla="*/ 1209707 h 6858000"/>
              <a:gd name="connsiteX2850" fmla="*/ 386010 w 12192000"/>
              <a:gd name="connsiteY2850" fmla="*/ 1213028 h 6858000"/>
              <a:gd name="connsiteX2851" fmla="*/ 198484 w 12192000"/>
              <a:gd name="connsiteY2851" fmla="*/ 1551362 h 6858000"/>
              <a:gd name="connsiteX2852" fmla="*/ 198484 w 12192000"/>
              <a:gd name="connsiteY2852" fmla="*/ 1551433 h 6858000"/>
              <a:gd name="connsiteX2853" fmla="*/ 140323 w 12192000"/>
              <a:gd name="connsiteY2853" fmla="*/ 1656362 h 6858000"/>
              <a:gd name="connsiteX2854" fmla="*/ 140279 w 12192000"/>
              <a:gd name="connsiteY2854" fmla="*/ 1656362 h 6858000"/>
              <a:gd name="connsiteX2855" fmla="*/ 0 w 12192000"/>
              <a:gd name="connsiteY2855" fmla="*/ 1909425 h 6858000"/>
              <a:gd name="connsiteX2856" fmla="*/ 0 w 12192000"/>
              <a:gd name="connsiteY2856" fmla="*/ 1895294 h 6858000"/>
              <a:gd name="connsiteX2857" fmla="*/ 132444 w 12192000"/>
              <a:gd name="connsiteY2857" fmla="*/ 1656355 h 6858000"/>
              <a:gd name="connsiteX2858" fmla="*/ 132486 w 12192000"/>
              <a:gd name="connsiteY2858" fmla="*/ 1656355 h 6858000"/>
              <a:gd name="connsiteX2859" fmla="*/ 198483 w 12192000"/>
              <a:gd name="connsiteY2859" fmla="*/ 1537331 h 6858000"/>
              <a:gd name="connsiteX2860" fmla="*/ 198483 w 12192000"/>
              <a:gd name="connsiteY2860" fmla="*/ 1537260 h 6858000"/>
              <a:gd name="connsiteX2861" fmla="*/ 871502 w 12192000"/>
              <a:gd name="connsiteY2861" fmla="*/ 1209705 h 6858000"/>
              <a:gd name="connsiteX2862" fmla="*/ 877493 w 12192000"/>
              <a:gd name="connsiteY2862" fmla="*/ 1213027 h 6858000"/>
              <a:gd name="connsiteX2863" fmla="*/ 689965 w 12192000"/>
              <a:gd name="connsiteY2863" fmla="*/ 1551361 h 6858000"/>
              <a:gd name="connsiteX2864" fmla="*/ 689965 w 12192000"/>
              <a:gd name="connsiteY2864" fmla="*/ 1551432 h 6858000"/>
              <a:gd name="connsiteX2865" fmla="*/ 631803 w 12192000"/>
              <a:gd name="connsiteY2865" fmla="*/ 1656361 h 6858000"/>
              <a:gd name="connsiteX2866" fmla="*/ 631760 w 12192000"/>
              <a:gd name="connsiteY2866" fmla="*/ 1656361 h 6858000"/>
              <a:gd name="connsiteX2867" fmla="*/ 450192 w 12192000"/>
              <a:gd name="connsiteY2867" fmla="*/ 1983906 h 6858000"/>
              <a:gd name="connsiteX2868" fmla="*/ 444201 w 12192000"/>
              <a:gd name="connsiteY2868" fmla="*/ 1980586 h 6858000"/>
              <a:gd name="connsiteX2869" fmla="*/ 623925 w 12192000"/>
              <a:gd name="connsiteY2869" fmla="*/ 1656353 h 6858000"/>
              <a:gd name="connsiteX2870" fmla="*/ 623967 w 12192000"/>
              <a:gd name="connsiteY2870" fmla="*/ 1656353 h 6858000"/>
              <a:gd name="connsiteX2871" fmla="*/ 689964 w 12192000"/>
              <a:gd name="connsiteY2871" fmla="*/ 1537330 h 6858000"/>
              <a:gd name="connsiteX2872" fmla="*/ 689964 w 12192000"/>
              <a:gd name="connsiteY2872" fmla="*/ 1537258 h 6858000"/>
              <a:gd name="connsiteX2873" fmla="*/ 1362968 w 12192000"/>
              <a:gd name="connsiteY2873" fmla="*/ 1209680 h 6858000"/>
              <a:gd name="connsiteX2874" fmla="*/ 1368959 w 12192000"/>
              <a:gd name="connsiteY2874" fmla="*/ 1213001 h 6858000"/>
              <a:gd name="connsiteX2875" fmla="*/ 1181447 w 12192000"/>
              <a:gd name="connsiteY2875" fmla="*/ 1551306 h 6858000"/>
              <a:gd name="connsiteX2876" fmla="*/ 1181447 w 12192000"/>
              <a:gd name="connsiteY2876" fmla="*/ 1551430 h 6858000"/>
              <a:gd name="connsiteX2877" fmla="*/ 1123286 w 12192000"/>
              <a:gd name="connsiteY2877" fmla="*/ 1656359 h 6858000"/>
              <a:gd name="connsiteX2878" fmla="*/ 1123242 w 12192000"/>
              <a:gd name="connsiteY2878" fmla="*/ 1656359 h 6858000"/>
              <a:gd name="connsiteX2879" fmla="*/ 941675 w 12192000"/>
              <a:gd name="connsiteY2879" fmla="*/ 1983904 h 6858000"/>
              <a:gd name="connsiteX2880" fmla="*/ 935684 w 12192000"/>
              <a:gd name="connsiteY2880" fmla="*/ 1980586 h 6858000"/>
              <a:gd name="connsiteX2881" fmla="*/ 1115407 w 12192000"/>
              <a:gd name="connsiteY2881" fmla="*/ 1656352 h 6858000"/>
              <a:gd name="connsiteX2882" fmla="*/ 1115450 w 12192000"/>
              <a:gd name="connsiteY2882" fmla="*/ 1656352 h 6858000"/>
              <a:gd name="connsiteX2883" fmla="*/ 1181430 w 12192000"/>
              <a:gd name="connsiteY2883" fmla="*/ 1537356 h 6858000"/>
              <a:gd name="connsiteX2884" fmla="*/ 1181430 w 12192000"/>
              <a:gd name="connsiteY2884" fmla="*/ 1537233 h 6858000"/>
              <a:gd name="connsiteX2885" fmla="*/ 1854452 w 12192000"/>
              <a:gd name="connsiteY2885" fmla="*/ 1209679 h 6858000"/>
              <a:gd name="connsiteX2886" fmla="*/ 1860443 w 12192000"/>
              <a:gd name="connsiteY2886" fmla="*/ 1212999 h 6858000"/>
              <a:gd name="connsiteX2887" fmla="*/ 1672915 w 12192000"/>
              <a:gd name="connsiteY2887" fmla="*/ 1551272 h 6858000"/>
              <a:gd name="connsiteX2888" fmla="*/ 1672915 w 12192000"/>
              <a:gd name="connsiteY2888" fmla="*/ 1551406 h 6858000"/>
              <a:gd name="connsiteX2889" fmla="*/ 1614753 w 12192000"/>
              <a:gd name="connsiteY2889" fmla="*/ 1656335 h 6858000"/>
              <a:gd name="connsiteX2890" fmla="*/ 1614709 w 12192000"/>
              <a:gd name="connsiteY2890" fmla="*/ 1656335 h 6858000"/>
              <a:gd name="connsiteX2891" fmla="*/ 1433142 w 12192000"/>
              <a:gd name="connsiteY2891" fmla="*/ 1983879 h 6858000"/>
              <a:gd name="connsiteX2892" fmla="*/ 1427152 w 12192000"/>
              <a:gd name="connsiteY2892" fmla="*/ 1980560 h 6858000"/>
              <a:gd name="connsiteX2893" fmla="*/ 1606875 w 12192000"/>
              <a:gd name="connsiteY2893" fmla="*/ 1656326 h 6858000"/>
              <a:gd name="connsiteX2894" fmla="*/ 1606917 w 12192000"/>
              <a:gd name="connsiteY2894" fmla="*/ 1656326 h 6858000"/>
              <a:gd name="connsiteX2895" fmla="*/ 1672880 w 12192000"/>
              <a:gd name="connsiteY2895" fmla="*/ 1537364 h 6858000"/>
              <a:gd name="connsiteX2896" fmla="*/ 1672880 w 12192000"/>
              <a:gd name="connsiteY2896" fmla="*/ 1537231 h 6858000"/>
              <a:gd name="connsiteX2897" fmla="*/ 2346057 w 12192000"/>
              <a:gd name="connsiteY2897" fmla="*/ 1209677 h 6858000"/>
              <a:gd name="connsiteX2898" fmla="*/ 2352044 w 12192000"/>
              <a:gd name="connsiteY2898" fmla="*/ 1212998 h 6858000"/>
              <a:gd name="connsiteX2899" fmla="*/ 2164448 w 12192000"/>
              <a:gd name="connsiteY2899" fmla="*/ 1551332 h 6858000"/>
              <a:gd name="connsiteX2900" fmla="*/ 2164448 w 12192000"/>
              <a:gd name="connsiteY2900" fmla="*/ 1551403 h 6858000"/>
              <a:gd name="connsiteX2901" fmla="*/ 2106333 w 12192000"/>
              <a:gd name="connsiteY2901" fmla="*/ 1656332 h 6858000"/>
              <a:gd name="connsiteX2902" fmla="*/ 2106255 w 12192000"/>
              <a:gd name="connsiteY2902" fmla="*/ 1656332 h 6858000"/>
              <a:gd name="connsiteX2903" fmla="*/ 1924625 w 12192000"/>
              <a:gd name="connsiteY2903" fmla="*/ 1983877 h 6858000"/>
              <a:gd name="connsiteX2904" fmla="*/ 1918634 w 12192000"/>
              <a:gd name="connsiteY2904" fmla="*/ 1980558 h 6858000"/>
              <a:gd name="connsiteX2905" fmla="*/ 2098454 w 12192000"/>
              <a:gd name="connsiteY2905" fmla="*/ 1656325 h 6858000"/>
              <a:gd name="connsiteX2906" fmla="*/ 2098503 w 12192000"/>
              <a:gd name="connsiteY2906" fmla="*/ 1656325 h 6858000"/>
              <a:gd name="connsiteX2907" fmla="*/ 2164447 w 12192000"/>
              <a:gd name="connsiteY2907" fmla="*/ 1537301 h 6858000"/>
              <a:gd name="connsiteX2908" fmla="*/ 2164447 w 12192000"/>
              <a:gd name="connsiteY2908" fmla="*/ 1537230 h 6858000"/>
              <a:gd name="connsiteX2909" fmla="*/ 2837526 w 12192000"/>
              <a:gd name="connsiteY2909" fmla="*/ 1209675 h 6858000"/>
              <a:gd name="connsiteX2910" fmla="*/ 2843519 w 12192000"/>
              <a:gd name="connsiteY2910" fmla="*/ 1212996 h 6858000"/>
              <a:gd name="connsiteX2911" fmla="*/ 2656001 w 12192000"/>
              <a:gd name="connsiteY2911" fmla="*/ 1551330 h 6858000"/>
              <a:gd name="connsiteX2912" fmla="*/ 2656001 w 12192000"/>
              <a:gd name="connsiteY2912" fmla="*/ 1551401 h 6858000"/>
              <a:gd name="connsiteX2913" fmla="*/ 2597870 w 12192000"/>
              <a:gd name="connsiteY2913" fmla="*/ 1656330 h 6858000"/>
              <a:gd name="connsiteX2914" fmla="*/ 2597792 w 12192000"/>
              <a:gd name="connsiteY2914" fmla="*/ 1656330 h 6858000"/>
              <a:gd name="connsiteX2915" fmla="*/ 2416224 w 12192000"/>
              <a:gd name="connsiteY2915" fmla="*/ 1983876 h 6858000"/>
              <a:gd name="connsiteX2916" fmla="*/ 2410235 w 12192000"/>
              <a:gd name="connsiteY2916" fmla="*/ 1980556 h 6858000"/>
              <a:gd name="connsiteX2917" fmla="*/ 2589990 w 12192000"/>
              <a:gd name="connsiteY2917" fmla="*/ 1656323 h 6858000"/>
              <a:gd name="connsiteX2918" fmla="*/ 2590033 w 12192000"/>
              <a:gd name="connsiteY2918" fmla="*/ 1656323 h 6858000"/>
              <a:gd name="connsiteX2919" fmla="*/ 2656001 w 12192000"/>
              <a:gd name="connsiteY2919" fmla="*/ 1537299 h 6858000"/>
              <a:gd name="connsiteX2920" fmla="*/ 2656001 w 12192000"/>
              <a:gd name="connsiteY2920" fmla="*/ 1537228 h 6858000"/>
              <a:gd name="connsiteX2921" fmla="*/ 3329080 w 12192000"/>
              <a:gd name="connsiteY2921" fmla="*/ 1209673 h 6858000"/>
              <a:gd name="connsiteX2922" fmla="*/ 3335067 w 12192000"/>
              <a:gd name="connsiteY2922" fmla="*/ 1212995 h 6858000"/>
              <a:gd name="connsiteX2923" fmla="*/ 3147442 w 12192000"/>
              <a:gd name="connsiteY2923" fmla="*/ 1551329 h 6858000"/>
              <a:gd name="connsiteX2924" fmla="*/ 3147442 w 12192000"/>
              <a:gd name="connsiteY2924" fmla="*/ 1551400 h 6858000"/>
              <a:gd name="connsiteX2925" fmla="*/ 3089269 w 12192000"/>
              <a:gd name="connsiteY2925" fmla="*/ 1656329 h 6858000"/>
              <a:gd name="connsiteX2926" fmla="*/ 3089225 w 12192000"/>
              <a:gd name="connsiteY2926" fmla="*/ 1656329 h 6858000"/>
              <a:gd name="connsiteX2927" fmla="*/ 2907694 w 12192000"/>
              <a:gd name="connsiteY2927" fmla="*/ 1983875 h 6858000"/>
              <a:gd name="connsiteX2928" fmla="*/ 2901706 w 12192000"/>
              <a:gd name="connsiteY2928" fmla="*/ 1980555 h 6858000"/>
              <a:gd name="connsiteX2929" fmla="*/ 3081444 w 12192000"/>
              <a:gd name="connsiteY2929" fmla="*/ 1656322 h 6858000"/>
              <a:gd name="connsiteX2930" fmla="*/ 3081487 w 12192000"/>
              <a:gd name="connsiteY2930" fmla="*/ 1656322 h 6858000"/>
              <a:gd name="connsiteX2931" fmla="*/ 3147442 w 12192000"/>
              <a:gd name="connsiteY2931" fmla="*/ 1537298 h 6858000"/>
              <a:gd name="connsiteX2932" fmla="*/ 3147442 w 12192000"/>
              <a:gd name="connsiteY2932" fmla="*/ 1537227 h 6858000"/>
              <a:gd name="connsiteX2933" fmla="*/ 3820527 w 12192000"/>
              <a:gd name="connsiteY2933" fmla="*/ 1209648 h 6858000"/>
              <a:gd name="connsiteX2934" fmla="*/ 3826484 w 12192000"/>
              <a:gd name="connsiteY2934" fmla="*/ 1212969 h 6858000"/>
              <a:gd name="connsiteX2935" fmla="*/ 3638964 w 12192000"/>
              <a:gd name="connsiteY2935" fmla="*/ 1551273 h 6858000"/>
              <a:gd name="connsiteX2936" fmla="*/ 3638964 w 12192000"/>
              <a:gd name="connsiteY2936" fmla="*/ 1551398 h 6858000"/>
              <a:gd name="connsiteX2937" fmla="*/ 3580796 w 12192000"/>
              <a:gd name="connsiteY2937" fmla="*/ 1656327 h 6858000"/>
              <a:gd name="connsiteX2938" fmla="*/ 3580756 w 12192000"/>
              <a:gd name="connsiteY2938" fmla="*/ 1656327 h 6858000"/>
              <a:gd name="connsiteX2939" fmla="*/ 3399239 w 12192000"/>
              <a:gd name="connsiteY2939" fmla="*/ 1983873 h 6858000"/>
              <a:gd name="connsiteX2940" fmla="*/ 3393247 w 12192000"/>
              <a:gd name="connsiteY2940" fmla="*/ 1980553 h 6858000"/>
              <a:gd name="connsiteX2941" fmla="*/ 3572955 w 12192000"/>
              <a:gd name="connsiteY2941" fmla="*/ 1656320 h 6858000"/>
              <a:gd name="connsiteX2942" fmla="*/ 3573000 w 12192000"/>
              <a:gd name="connsiteY2942" fmla="*/ 1656320 h 6858000"/>
              <a:gd name="connsiteX2943" fmla="*/ 3638947 w 12192000"/>
              <a:gd name="connsiteY2943" fmla="*/ 1537326 h 6858000"/>
              <a:gd name="connsiteX2944" fmla="*/ 3638947 w 12192000"/>
              <a:gd name="connsiteY2944" fmla="*/ 1537201 h 6858000"/>
              <a:gd name="connsiteX2945" fmla="*/ 4311971 w 12192000"/>
              <a:gd name="connsiteY2945" fmla="*/ 1209647 h 6858000"/>
              <a:gd name="connsiteX2946" fmla="*/ 4317962 w 12192000"/>
              <a:gd name="connsiteY2946" fmla="*/ 1212968 h 6858000"/>
              <a:gd name="connsiteX2947" fmla="*/ 4130437 w 12192000"/>
              <a:gd name="connsiteY2947" fmla="*/ 1551302 h 6858000"/>
              <a:gd name="connsiteX2948" fmla="*/ 4130437 w 12192000"/>
              <a:gd name="connsiteY2948" fmla="*/ 1551374 h 6858000"/>
              <a:gd name="connsiteX2949" fmla="*/ 4072275 w 12192000"/>
              <a:gd name="connsiteY2949" fmla="*/ 1656302 h 6858000"/>
              <a:gd name="connsiteX2950" fmla="*/ 4072232 w 12192000"/>
              <a:gd name="connsiteY2950" fmla="*/ 1656302 h 6858000"/>
              <a:gd name="connsiteX2951" fmla="*/ 3890706 w 12192000"/>
              <a:gd name="connsiteY2951" fmla="*/ 1983847 h 6858000"/>
              <a:gd name="connsiteX2952" fmla="*/ 3884716 w 12192000"/>
              <a:gd name="connsiteY2952" fmla="*/ 1980528 h 6858000"/>
              <a:gd name="connsiteX2953" fmla="*/ 4064399 w 12192000"/>
              <a:gd name="connsiteY2953" fmla="*/ 1656296 h 6858000"/>
              <a:gd name="connsiteX2954" fmla="*/ 4064477 w 12192000"/>
              <a:gd name="connsiteY2954" fmla="*/ 1656296 h 6858000"/>
              <a:gd name="connsiteX2955" fmla="*/ 4130433 w 12192000"/>
              <a:gd name="connsiteY2955" fmla="*/ 1537271 h 6858000"/>
              <a:gd name="connsiteX2956" fmla="*/ 4130433 w 12192000"/>
              <a:gd name="connsiteY2956" fmla="*/ 1537200 h 6858000"/>
              <a:gd name="connsiteX2957" fmla="*/ 4803501 w 12192000"/>
              <a:gd name="connsiteY2957" fmla="*/ 1209645 h 6858000"/>
              <a:gd name="connsiteX2958" fmla="*/ 4809481 w 12192000"/>
              <a:gd name="connsiteY2958" fmla="*/ 1212966 h 6858000"/>
              <a:gd name="connsiteX2959" fmla="*/ 4621957 w 12192000"/>
              <a:gd name="connsiteY2959" fmla="*/ 1551302 h 6858000"/>
              <a:gd name="connsiteX2960" fmla="*/ 4621957 w 12192000"/>
              <a:gd name="connsiteY2960" fmla="*/ 1551371 h 6858000"/>
              <a:gd name="connsiteX2961" fmla="*/ 4563791 w 12192000"/>
              <a:gd name="connsiteY2961" fmla="*/ 1656300 h 6858000"/>
              <a:gd name="connsiteX2962" fmla="*/ 4563747 w 12192000"/>
              <a:gd name="connsiteY2962" fmla="*/ 1656300 h 6858000"/>
              <a:gd name="connsiteX2963" fmla="*/ 4382154 w 12192000"/>
              <a:gd name="connsiteY2963" fmla="*/ 1983846 h 6858000"/>
              <a:gd name="connsiteX2964" fmla="*/ 4376195 w 12192000"/>
              <a:gd name="connsiteY2964" fmla="*/ 1980527 h 6858000"/>
              <a:gd name="connsiteX2965" fmla="*/ 4555907 w 12192000"/>
              <a:gd name="connsiteY2965" fmla="*/ 1656293 h 6858000"/>
              <a:gd name="connsiteX2966" fmla="*/ 4555950 w 12192000"/>
              <a:gd name="connsiteY2966" fmla="*/ 1656293 h 6858000"/>
              <a:gd name="connsiteX2967" fmla="*/ 4621957 w 12192000"/>
              <a:gd name="connsiteY2967" fmla="*/ 1537268 h 6858000"/>
              <a:gd name="connsiteX2968" fmla="*/ 4621957 w 12192000"/>
              <a:gd name="connsiteY2968" fmla="*/ 1537198 h 6858000"/>
              <a:gd name="connsiteX2969" fmla="*/ 5294915 w 12192000"/>
              <a:gd name="connsiteY2969" fmla="*/ 1209643 h 6858000"/>
              <a:gd name="connsiteX2970" fmla="*/ 5300900 w 12192000"/>
              <a:gd name="connsiteY2970" fmla="*/ 1212964 h 6858000"/>
              <a:gd name="connsiteX2971" fmla="*/ 5113471 w 12192000"/>
              <a:gd name="connsiteY2971" fmla="*/ 1551299 h 6858000"/>
              <a:gd name="connsiteX2972" fmla="*/ 5113471 w 12192000"/>
              <a:gd name="connsiteY2972" fmla="*/ 1551370 h 6858000"/>
              <a:gd name="connsiteX2973" fmla="*/ 5055280 w 12192000"/>
              <a:gd name="connsiteY2973" fmla="*/ 1656299 h 6858000"/>
              <a:gd name="connsiteX2974" fmla="*/ 5055232 w 12192000"/>
              <a:gd name="connsiteY2974" fmla="*/ 1656299 h 6858000"/>
              <a:gd name="connsiteX2975" fmla="*/ 4873696 w 12192000"/>
              <a:gd name="connsiteY2975" fmla="*/ 1983844 h 6858000"/>
              <a:gd name="connsiteX2976" fmla="*/ 4867700 w 12192000"/>
              <a:gd name="connsiteY2976" fmla="*/ 1980524 h 6858000"/>
              <a:gd name="connsiteX2977" fmla="*/ 5047397 w 12192000"/>
              <a:gd name="connsiteY2977" fmla="*/ 1656291 h 6858000"/>
              <a:gd name="connsiteX2978" fmla="*/ 5047442 w 12192000"/>
              <a:gd name="connsiteY2978" fmla="*/ 1656291 h 6858000"/>
              <a:gd name="connsiteX2979" fmla="*/ 5113471 w 12192000"/>
              <a:gd name="connsiteY2979" fmla="*/ 1537267 h 6858000"/>
              <a:gd name="connsiteX2980" fmla="*/ 5113471 w 12192000"/>
              <a:gd name="connsiteY2980" fmla="*/ 1537196 h 6858000"/>
              <a:gd name="connsiteX2981" fmla="*/ 5786464 w 12192000"/>
              <a:gd name="connsiteY2981" fmla="*/ 1209642 h 6858000"/>
              <a:gd name="connsiteX2982" fmla="*/ 5792451 w 12192000"/>
              <a:gd name="connsiteY2982" fmla="*/ 1212963 h 6858000"/>
              <a:gd name="connsiteX2983" fmla="*/ 5604939 w 12192000"/>
              <a:gd name="connsiteY2983" fmla="*/ 1551298 h 6858000"/>
              <a:gd name="connsiteX2984" fmla="*/ 5604939 w 12192000"/>
              <a:gd name="connsiteY2984" fmla="*/ 1551368 h 6858000"/>
              <a:gd name="connsiteX2985" fmla="*/ 5546822 w 12192000"/>
              <a:gd name="connsiteY2985" fmla="*/ 1656297 h 6858000"/>
              <a:gd name="connsiteX2986" fmla="*/ 5546779 w 12192000"/>
              <a:gd name="connsiteY2986" fmla="*/ 1656297 h 6858000"/>
              <a:gd name="connsiteX2987" fmla="*/ 5365246 w 12192000"/>
              <a:gd name="connsiteY2987" fmla="*/ 1983843 h 6858000"/>
              <a:gd name="connsiteX2988" fmla="*/ 5359248 w 12192000"/>
              <a:gd name="connsiteY2988" fmla="*/ 1980523 h 6858000"/>
              <a:gd name="connsiteX2989" fmla="*/ 5538880 w 12192000"/>
              <a:gd name="connsiteY2989" fmla="*/ 1656290 h 6858000"/>
              <a:gd name="connsiteX2990" fmla="*/ 5538938 w 12192000"/>
              <a:gd name="connsiteY2990" fmla="*/ 1656290 h 6858000"/>
              <a:gd name="connsiteX2991" fmla="*/ 5604939 w 12192000"/>
              <a:gd name="connsiteY2991" fmla="*/ 1537265 h 6858000"/>
              <a:gd name="connsiteX2992" fmla="*/ 5604939 w 12192000"/>
              <a:gd name="connsiteY2992" fmla="*/ 1537195 h 6858000"/>
              <a:gd name="connsiteX2993" fmla="*/ 6277499 w 12192000"/>
              <a:gd name="connsiteY2993" fmla="*/ 1209616 h 6858000"/>
              <a:gd name="connsiteX2994" fmla="*/ 6283490 w 12192000"/>
              <a:gd name="connsiteY2994" fmla="*/ 1212937 h 6858000"/>
              <a:gd name="connsiteX2995" fmla="*/ 6096000 w 12192000"/>
              <a:gd name="connsiteY2995" fmla="*/ 1551251 h 6858000"/>
              <a:gd name="connsiteX2996" fmla="*/ 6096000 w 12192000"/>
              <a:gd name="connsiteY2996" fmla="*/ 1551367 h 6858000"/>
              <a:gd name="connsiteX2997" fmla="*/ 6038198 w 12192000"/>
              <a:gd name="connsiteY2997" fmla="*/ 1656296 h 6858000"/>
              <a:gd name="connsiteX2998" fmla="*/ 6038160 w 12192000"/>
              <a:gd name="connsiteY2998" fmla="*/ 1656296 h 6858000"/>
              <a:gd name="connsiteX2999" fmla="*/ 5856629 w 12192000"/>
              <a:gd name="connsiteY2999" fmla="*/ 1983841 h 6858000"/>
              <a:gd name="connsiteX3000" fmla="*/ 5850637 w 12192000"/>
              <a:gd name="connsiteY3000" fmla="*/ 1980521 h 6858000"/>
              <a:gd name="connsiteX3001" fmla="*/ 6030370 w 12192000"/>
              <a:gd name="connsiteY3001" fmla="*/ 1656288 h 6858000"/>
              <a:gd name="connsiteX3002" fmla="*/ 6030407 w 12192000"/>
              <a:gd name="connsiteY3002" fmla="*/ 1656288 h 6858000"/>
              <a:gd name="connsiteX3003" fmla="*/ 6096000 w 12192000"/>
              <a:gd name="connsiteY3003" fmla="*/ 1537284 h 6858000"/>
              <a:gd name="connsiteX3004" fmla="*/ 6096000 w 12192000"/>
              <a:gd name="connsiteY3004" fmla="*/ 1537169 h 6858000"/>
              <a:gd name="connsiteX3005" fmla="*/ 6769000 w 12192000"/>
              <a:gd name="connsiteY3005" fmla="*/ 1209615 h 6858000"/>
              <a:gd name="connsiteX3006" fmla="*/ 6774991 w 12192000"/>
              <a:gd name="connsiteY3006" fmla="*/ 1212936 h 6858000"/>
              <a:gd name="connsiteX3007" fmla="*/ 6587456 w 12192000"/>
              <a:gd name="connsiteY3007" fmla="*/ 1551272 h 6858000"/>
              <a:gd name="connsiteX3008" fmla="*/ 6587456 w 12192000"/>
              <a:gd name="connsiteY3008" fmla="*/ 1551341 h 6858000"/>
              <a:gd name="connsiteX3009" fmla="*/ 6529292 w 12192000"/>
              <a:gd name="connsiteY3009" fmla="*/ 1656270 h 6858000"/>
              <a:gd name="connsiteX3010" fmla="*/ 6529254 w 12192000"/>
              <a:gd name="connsiteY3010" fmla="*/ 1656270 h 6858000"/>
              <a:gd name="connsiteX3011" fmla="*/ 6347679 w 12192000"/>
              <a:gd name="connsiteY3011" fmla="*/ 1983817 h 6858000"/>
              <a:gd name="connsiteX3012" fmla="*/ 6341688 w 12192000"/>
              <a:gd name="connsiteY3012" fmla="*/ 1980496 h 6858000"/>
              <a:gd name="connsiteX3013" fmla="*/ 6521418 w 12192000"/>
              <a:gd name="connsiteY3013" fmla="*/ 1656263 h 6858000"/>
              <a:gd name="connsiteX3014" fmla="*/ 6521456 w 12192000"/>
              <a:gd name="connsiteY3014" fmla="*/ 1656263 h 6858000"/>
              <a:gd name="connsiteX3015" fmla="*/ 6587456 w 12192000"/>
              <a:gd name="connsiteY3015" fmla="*/ 1537237 h 6858000"/>
              <a:gd name="connsiteX3016" fmla="*/ 6587456 w 12192000"/>
              <a:gd name="connsiteY3016" fmla="*/ 1537168 h 6858000"/>
              <a:gd name="connsiteX3017" fmla="*/ 7260501 w 12192000"/>
              <a:gd name="connsiteY3017" fmla="*/ 1209614 h 6858000"/>
              <a:gd name="connsiteX3018" fmla="*/ 7266492 w 12192000"/>
              <a:gd name="connsiteY3018" fmla="*/ 1212934 h 6858000"/>
              <a:gd name="connsiteX3019" fmla="*/ 7078957 w 12192000"/>
              <a:gd name="connsiteY3019" fmla="*/ 1551270 h 6858000"/>
              <a:gd name="connsiteX3020" fmla="*/ 7078957 w 12192000"/>
              <a:gd name="connsiteY3020" fmla="*/ 1551341 h 6858000"/>
              <a:gd name="connsiteX3021" fmla="*/ 7020793 w 12192000"/>
              <a:gd name="connsiteY3021" fmla="*/ 1656270 h 6858000"/>
              <a:gd name="connsiteX3022" fmla="*/ 7020755 w 12192000"/>
              <a:gd name="connsiteY3022" fmla="*/ 1656270 h 6858000"/>
              <a:gd name="connsiteX3023" fmla="*/ 6839180 w 12192000"/>
              <a:gd name="connsiteY3023" fmla="*/ 1983814 h 6858000"/>
              <a:gd name="connsiteX3024" fmla="*/ 6833189 w 12192000"/>
              <a:gd name="connsiteY3024" fmla="*/ 1980495 h 6858000"/>
              <a:gd name="connsiteX3025" fmla="*/ 7012919 w 12192000"/>
              <a:gd name="connsiteY3025" fmla="*/ 1656261 h 6858000"/>
              <a:gd name="connsiteX3026" fmla="*/ 7012957 w 12192000"/>
              <a:gd name="connsiteY3026" fmla="*/ 1656261 h 6858000"/>
              <a:gd name="connsiteX3027" fmla="*/ 7078957 w 12192000"/>
              <a:gd name="connsiteY3027" fmla="*/ 1537235 h 6858000"/>
              <a:gd name="connsiteX3028" fmla="*/ 7078957 w 12192000"/>
              <a:gd name="connsiteY3028" fmla="*/ 1537167 h 6858000"/>
              <a:gd name="connsiteX3029" fmla="*/ 7752003 w 12192000"/>
              <a:gd name="connsiteY3029" fmla="*/ 1209612 h 6858000"/>
              <a:gd name="connsiteX3030" fmla="*/ 7757994 w 12192000"/>
              <a:gd name="connsiteY3030" fmla="*/ 1212933 h 6858000"/>
              <a:gd name="connsiteX3031" fmla="*/ 7570425 w 12192000"/>
              <a:gd name="connsiteY3031" fmla="*/ 1551267 h 6858000"/>
              <a:gd name="connsiteX3032" fmla="*/ 7570425 w 12192000"/>
              <a:gd name="connsiteY3032" fmla="*/ 1551338 h 6858000"/>
              <a:gd name="connsiteX3033" fmla="*/ 7512295 w 12192000"/>
              <a:gd name="connsiteY3033" fmla="*/ 1656267 h 6858000"/>
              <a:gd name="connsiteX3034" fmla="*/ 7512257 w 12192000"/>
              <a:gd name="connsiteY3034" fmla="*/ 1656267 h 6858000"/>
              <a:gd name="connsiteX3035" fmla="*/ 7330682 w 12192000"/>
              <a:gd name="connsiteY3035" fmla="*/ 1983812 h 6858000"/>
              <a:gd name="connsiteX3036" fmla="*/ 7324691 w 12192000"/>
              <a:gd name="connsiteY3036" fmla="*/ 1980493 h 6858000"/>
              <a:gd name="connsiteX3037" fmla="*/ 7504421 w 12192000"/>
              <a:gd name="connsiteY3037" fmla="*/ 1656260 h 6858000"/>
              <a:gd name="connsiteX3038" fmla="*/ 7504459 w 12192000"/>
              <a:gd name="connsiteY3038" fmla="*/ 1656260 h 6858000"/>
              <a:gd name="connsiteX3039" fmla="*/ 7570424 w 12192000"/>
              <a:gd name="connsiteY3039" fmla="*/ 1537235 h 6858000"/>
              <a:gd name="connsiteX3040" fmla="*/ 7570424 w 12192000"/>
              <a:gd name="connsiteY3040" fmla="*/ 1537165 h 6858000"/>
              <a:gd name="connsiteX3041" fmla="*/ 8243505 w 12192000"/>
              <a:gd name="connsiteY3041" fmla="*/ 1209610 h 6858000"/>
              <a:gd name="connsiteX3042" fmla="*/ 8249496 w 12192000"/>
              <a:gd name="connsiteY3042" fmla="*/ 1212931 h 6858000"/>
              <a:gd name="connsiteX3043" fmla="*/ 8061927 w 12192000"/>
              <a:gd name="connsiteY3043" fmla="*/ 1551265 h 6858000"/>
              <a:gd name="connsiteX3044" fmla="*/ 8061927 w 12192000"/>
              <a:gd name="connsiteY3044" fmla="*/ 1551336 h 6858000"/>
              <a:gd name="connsiteX3045" fmla="*/ 8003797 w 12192000"/>
              <a:gd name="connsiteY3045" fmla="*/ 1656265 h 6858000"/>
              <a:gd name="connsiteX3046" fmla="*/ 8003723 w 12192000"/>
              <a:gd name="connsiteY3046" fmla="*/ 1656265 h 6858000"/>
              <a:gd name="connsiteX3047" fmla="*/ 7822183 w 12192000"/>
              <a:gd name="connsiteY3047" fmla="*/ 1983811 h 6858000"/>
              <a:gd name="connsiteX3048" fmla="*/ 7816192 w 12192000"/>
              <a:gd name="connsiteY3048" fmla="*/ 1980491 h 6858000"/>
              <a:gd name="connsiteX3049" fmla="*/ 7995922 w 12192000"/>
              <a:gd name="connsiteY3049" fmla="*/ 1656258 h 6858000"/>
              <a:gd name="connsiteX3050" fmla="*/ 7995961 w 12192000"/>
              <a:gd name="connsiteY3050" fmla="*/ 1656258 h 6858000"/>
              <a:gd name="connsiteX3051" fmla="*/ 8061926 w 12192000"/>
              <a:gd name="connsiteY3051" fmla="*/ 1537234 h 6858000"/>
              <a:gd name="connsiteX3052" fmla="*/ 8061926 w 12192000"/>
              <a:gd name="connsiteY3052" fmla="*/ 1537163 h 6858000"/>
              <a:gd name="connsiteX3053" fmla="*/ 8735006 w 12192000"/>
              <a:gd name="connsiteY3053" fmla="*/ 1209585 h 6858000"/>
              <a:gd name="connsiteX3054" fmla="*/ 8740997 w 12192000"/>
              <a:gd name="connsiteY3054" fmla="*/ 1212906 h 6858000"/>
              <a:gd name="connsiteX3055" fmla="*/ 8553427 w 12192000"/>
              <a:gd name="connsiteY3055" fmla="*/ 1551243 h 6858000"/>
              <a:gd name="connsiteX3056" fmla="*/ 8553427 w 12192000"/>
              <a:gd name="connsiteY3056" fmla="*/ 1551335 h 6858000"/>
              <a:gd name="connsiteX3057" fmla="*/ 8495263 w 12192000"/>
              <a:gd name="connsiteY3057" fmla="*/ 1656264 h 6858000"/>
              <a:gd name="connsiteX3058" fmla="*/ 8495225 w 12192000"/>
              <a:gd name="connsiteY3058" fmla="*/ 1656264 h 6858000"/>
              <a:gd name="connsiteX3059" fmla="*/ 8313685 w 12192000"/>
              <a:gd name="connsiteY3059" fmla="*/ 1983810 h 6858000"/>
              <a:gd name="connsiteX3060" fmla="*/ 8307694 w 12192000"/>
              <a:gd name="connsiteY3060" fmla="*/ 1980490 h 6858000"/>
              <a:gd name="connsiteX3061" fmla="*/ 8487424 w 12192000"/>
              <a:gd name="connsiteY3061" fmla="*/ 1656257 h 6858000"/>
              <a:gd name="connsiteX3062" fmla="*/ 8487462 w 12192000"/>
              <a:gd name="connsiteY3062" fmla="*/ 1656257 h 6858000"/>
              <a:gd name="connsiteX3063" fmla="*/ 8553427 w 12192000"/>
              <a:gd name="connsiteY3063" fmla="*/ 1537231 h 6858000"/>
              <a:gd name="connsiteX3064" fmla="*/ 8553427 w 12192000"/>
              <a:gd name="connsiteY3064" fmla="*/ 1537138 h 6858000"/>
              <a:gd name="connsiteX3065" fmla="*/ 9226508 w 12192000"/>
              <a:gd name="connsiteY3065" fmla="*/ 1209583 h 6858000"/>
              <a:gd name="connsiteX3066" fmla="*/ 9232499 w 12192000"/>
              <a:gd name="connsiteY3066" fmla="*/ 1212904 h 6858000"/>
              <a:gd name="connsiteX3067" fmla="*/ 9044929 w 12192000"/>
              <a:gd name="connsiteY3067" fmla="*/ 1551240 h 6858000"/>
              <a:gd name="connsiteX3068" fmla="*/ 9044929 w 12192000"/>
              <a:gd name="connsiteY3068" fmla="*/ 1551309 h 6858000"/>
              <a:gd name="connsiteX3069" fmla="*/ 8986765 w 12192000"/>
              <a:gd name="connsiteY3069" fmla="*/ 1656238 h 6858000"/>
              <a:gd name="connsiteX3070" fmla="*/ 8986726 w 12192000"/>
              <a:gd name="connsiteY3070" fmla="*/ 1656238 h 6858000"/>
              <a:gd name="connsiteX3071" fmla="*/ 8805186 w 12192000"/>
              <a:gd name="connsiteY3071" fmla="*/ 1983784 h 6858000"/>
              <a:gd name="connsiteX3072" fmla="*/ 8799195 w 12192000"/>
              <a:gd name="connsiteY3072" fmla="*/ 1980464 h 6858000"/>
              <a:gd name="connsiteX3073" fmla="*/ 8978925 w 12192000"/>
              <a:gd name="connsiteY3073" fmla="*/ 1656231 h 6858000"/>
              <a:gd name="connsiteX3074" fmla="*/ 8978963 w 12192000"/>
              <a:gd name="connsiteY3074" fmla="*/ 1656231 h 6858000"/>
              <a:gd name="connsiteX3075" fmla="*/ 9044929 w 12192000"/>
              <a:gd name="connsiteY3075" fmla="*/ 1537205 h 6858000"/>
              <a:gd name="connsiteX3076" fmla="*/ 9044929 w 12192000"/>
              <a:gd name="connsiteY3076" fmla="*/ 1537136 h 6858000"/>
              <a:gd name="connsiteX3077" fmla="*/ 9718009 w 12192000"/>
              <a:gd name="connsiteY3077" fmla="*/ 1209582 h 6858000"/>
              <a:gd name="connsiteX3078" fmla="*/ 9723965 w 12192000"/>
              <a:gd name="connsiteY3078" fmla="*/ 1212903 h 6858000"/>
              <a:gd name="connsiteX3079" fmla="*/ 9536431 w 12192000"/>
              <a:gd name="connsiteY3079" fmla="*/ 1551237 h 6858000"/>
              <a:gd name="connsiteX3080" fmla="*/ 9536431 w 12192000"/>
              <a:gd name="connsiteY3080" fmla="*/ 1551308 h 6858000"/>
              <a:gd name="connsiteX3081" fmla="*/ 9478267 w 12192000"/>
              <a:gd name="connsiteY3081" fmla="*/ 1656237 h 6858000"/>
              <a:gd name="connsiteX3082" fmla="*/ 9478227 w 12192000"/>
              <a:gd name="connsiteY3082" fmla="*/ 1656237 h 6858000"/>
              <a:gd name="connsiteX3083" fmla="*/ 9296687 w 12192000"/>
              <a:gd name="connsiteY3083" fmla="*/ 1983782 h 6858000"/>
              <a:gd name="connsiteX3084" fmla="*/ 9290696 w 12192000"/>
              <a:gd name="connsiteY3084" fmla="*/ 1980463 h 6858000"/>
              <a:gd name="connsiteX3085" fmla="*/ 9470426 w 12192000"/>
              <a:gd name="connsiteY3085" fmla="*/ 1656231 h 6858000"/>
              <a:gd name="connsiteX3086" fmla="*/ 9470465 w 12192000"/>
              <a:gd name="connsiteY3086" fmla="*/ 1656231 h 6858000"/>
              <a:gd name="connsiteX3087" fmla="*/ 9536430 w 12192000"/>
              <a:gd name="connsiteY3087" fmla="*/ 1537206 h 6858000"/>
              <a:gd name="connsiteX3088" fmla="*/ 9536430 w 12192000"/>
              <a:gd name="connsiteY3088" fmla="*/ 1537135 h 6858000"/>
              <a:gd name="connsiteX3089" fmla="*/ 10209476 w 12192000"/>
              <a:gd name="connsiteY3089" fmla="*/ 1209580 h 6858000"/>
              <a:gd name="connsiteX3090" fmla="*/ 10215467 w 12192000"/>
              <a:gd name="connsiteY3090" fmla="*/ 1212901 h 6858000"/>
              <a:gd name="connsiteX3091" fmla="*/ 10027932 w 12192000"/>
              <a:gd name="connsiteY3091" fmla="*/ 1551237 h 6858000"/>
              <a:gd name="connsiteX3092" fmla="*/ 10027932 w 12192000"/>
              <a:gd name="connsiteY3092" fmla="*/ 1551306 h 6858000"/>
              <a:gd name="connsiteX3093" fmla="*/ 9969768 w 12192000"/>
              <a:gd name="connsiteY3093" fmla="*/ 1656235 h 6858000"/>
              <a:gd name="connsiteX3094" fmla="*/ 9969729 w 12192000"/>
              <a:gd name="connsiteY3094" fmla="*/ 1656235 h 6858000"/>
              <a:gd name="connsiteX3095" fmla="*/ 9788189 w 12192000"/>
              <a:gd name="connsiteY3095" fmla="*/ 1983781 h 6858000"/>
              <a:gd name="connsiteX3096" fmla="*/ 9782198 w 12192000"/>
              <a:gd name="connsiteY3096" fmla="*/ 1980462 h 6858000"/>
              <a:gd name="connsiteX3097" fmla="*/ 9961894 w 12192000"/>
              <a:gd name="connsiteY3097" fmla="*/ 1656228 h 6858000"/>
              <a:gd name="connsiteX3098" fmla="*/ 9961966 w 12192000"/>
              <a:gd name="connsiteY3098" fmla="*/ 1656228 h 6858000"/>
              <a:gd name="connsiteX3099" fmla="*/ 10027932 w 12192000"/>
              <a:gd name="connsiteY3099" fmla="*/ 1537202 h 6858000"/>
              <a:gd name="connsiteX3100" fmla="*/ 10027932 w 12192000"/>
              <a:gd name="connsiteY3100" fmla="*/ 1537133 h 6858000"/>
              <a:gd name="connsiteX3101" fmla="*/ 10700977 w 12192000"/>
              <a:gd name="connsiteY3101" fmla="*/ 1209578 h 6858000"/>
              <a:gd name="connsiteX3102" fmla="*/ 10706968 w 12192000"/>
              <a:gd name="connsiteY3102" fmla="*/ 1212899 h 6858000"/>
              <a:gd name="connsiteX3103" fmla="*/ 10519433 w 12192000"/>
              <a:gd name="connsiteY3103" fmla="*/ 1551235 h 6858000"/>
              <a:gd name="connsiteX3104" fmla="*/ 10519433 w 12192000"/>
              <a:gd name="connsiteY3104" fmla="*/ 1551305 h 6858000"/>
              <a:gd name="connsiteX3105" fmla="*/ 10461269 w 12192000"/>
              <a:gd name="connsiteY3105" fmla="*/ 1656234 h 6858000"/>
              <a:gd name="connsiteX3106" fmla="*/ 10461230 w 12192000"/>
              <a:gd name="connsiteY3106" fmla="*/ 1656234 h 6858000"/>
              <a:gd name="connsiteX3107" fmla="*/ 10279657 w 12192000"/>
              <a:gd name="connsiteY3107" fmla="*/ 1983779 h 6858000"/>
              <a:gd name="connsiteX3108" fmla="*/ 10273699 w 12192000"/>
              <a:gd name="connsiteY3108" fmla="*/ 1980459 h 6858000"/>
              <a:gd name="connsiteX3109" fmla="*/ 10453395 w 12192000"/>
              <a:gd name="connsiteY3109" fmla="*/ 1656226 h 6858000"/>
              <a:gd name="connsiteX3110" fmla="*/ 10453433 w 12192000"/>
              <a:gd name="connsiteY3110" fmla="*/ 1656226 h 6858000"/>
              <a:gd name="connsiteX3111" fmla="*/ 10519433 w 12192000"/>
              <a:gd name="connsiteY3111" fmla="*/ 1537201 h 6858000"/>
              <a:gd name="connsiteX3112" fmla="*/ 10519433 w 12192000"/>
              <a:gd name="connsiteY3112" fmla="*/ 1537131 h 6858000"/>
              <a:gd name="connsiteX3113" fmla="*/ 11192478 w 12192000"/>
              <a:gd name="connsiteY3113" fmla="*/ 1209553 h 6858000"/>
              <a:gd name="connsiteX3114" fmla="*/ 11198469 w 12192000"/>
              <a:gd name="connsiteY3114" fmla="*/ 1212874 h 6858000"/>
              <a:gd name="connsiteX3115" fmla="*/ 11010934 w 12192000"/>
              <a:gd name="connsiteY3115" fmla="*/ 1551211 h 6858000"/>
              <a:gd name="connsiteX3116" fmla="*/ 11010934 w 12192000"/>
              <a:gd name="connsiteY3116" fmla="*/ 1551303 h 6858000"/>
              <a:gd name="connsiteX3117" fmla="*/ 10952770 w 12192000"/>
              <a:gd name="connsiteY3117" fmla="*/ 1656232 h 6858000"/>
              <a:gd name="connsiteX3118" fmla="*/ 10952732 w 12192000"/>
              <a:gd name="connsiteY3118" fmla="*/ 1656232 h 6858000"/>
              <a:gd name="connsiteX3119" fmla="*/ 10771157 w 12192000"/>
              <a:gd name="connsiteY3119" fmla="*/ 1983778 h 6858000"/>
              <a:gd name="connsiteX3120" fmla="*/ 10765166 w 12192000"/>
              <a:gd name="connsiteY3120" fmla="*/ 1980458 h 6858000"/>
              <a:gd name="connsiteX3121" fmla="*/ 10944896 w 12192000"/>
              <a:gd name="connsiteY3121" fmla="*/ 1656225 h 6858000"/>
              <a:gd name="connsiteX3122" fmla="*/ 10944934 w 12192000"/>
              <a:gd name="connsiteY3122" fmla="*/ 1656225 h 6858000"/>
              <a:gd name="connsiteX3123" fmla="*/ 11010934 w 12192000"/>
              <a:gd name="connsiteY3123" fmla="*/ 1537200 h 6858000"/>
              <a:gd name="connsiteX3124" fmla="*/ 11010934 w 12192000"/>
              <a:gd name="connsiteY3124" fmla="*/ 1537106 h 6858000"/>
              <a:gd name="connsiteX3125" fmla="*/ 11683980 w 12192000"/>
              <a:gd name="connsiteY3125" fmla="*/ 1209551 h 6858000"/>
              <a:gd name="connsiteX3126" fmla="*/ 11689971 w 12192000"/>
              <a:gd name="connsiteY3126" fmla="*/ 1212872 h 6858000"/>
              <a:gd name="connsiteX3127" fmla="*/ 11502436 w 12192000"/>
              <a:gd name="connsiteY3127" fmla="*/ 1551208 h 6858000"/>
              <a:gd name="connsiteX3128" fmla="*/ 11502436 w 12192000"/>
              <a:gd name="connsiteY3128" fmla="*/ 1551278 h 6858000"/>
              <a:gd name="connsiteX3129" fmla="*/ 11444272 w 12192000"/>
              <a:gd name="connsiteY3129" fmla="*/ 1656207 h 6858000"/>
              <a:gd name="connsiteX3130" fmla="*/ 11444234 w 12192000"/>
              <a:gd name="connsiteY3130" fmla="*/ 1656207 h 6858000"/>
              <a:gd name="connsiteX3131" fmla="*/ 11262659 w 12192000"/>
              <a:gd name="connsiteY3131" fmla="*/ 1983752 h 6858000"/>
              <a:gd name="connsiteX3132" fmla="*/ 11256668 w 12192000"/>
              <a:gd name="connsiteY3132" fmla="*/ 1980432 h 6858000"/>
              <a:gd name="connsiteX3133" fmla="*/ 11436398 w 12192000"/>
              <a:gd name="connsiteY3133" fmla="*/ 1656199 h 6858000"/>
              <a:gd name="connsiteX3134" fmla="*/ 11436436 w 12192000"/>
              <a:gd name="connsiteY3134" fmla="*/ 1656199 h 6858000"/>
              <a:gd name="connsiteX3135" fmla="*/ 11502436 w 12192000"/>
              <a:gd name="connsiteY3135" fmla="*/ 1537174 h 6858000"/>
              <a:gd name="connsiteX3136" fmla="*/ 11502436 w 12192000"/>
              <a:gd name="connsiteY3136" fmla="*/ 1537104 h 6858000"/>
              <a:gd name="connsiteX3137" fmla="*/ 12175482 w 12192000"/>
              <a:gd name="connsiteY3137" fmla="*/ 1209550 h 6858000"/>
              <a:gd name="connsiteX3138" fmla="*/ 12181473 w 12192000"/>
              <a:gd name="connsiteY3138" fmla="*/ 1212871 h 6858000"/>
              <a:gd name="connsiteX3139" fmla="*/ 11993938 w 12192000"/>
              <a:gd name="connsiteY3139" fmla="*/ 1551207 h 6858000"/>
              <a:gd name="connsiteX3140" fmla="*/ 11993938 w 12192000"/>
              <a:gd name="connsiteY3140" fmla="*/ 1551276 h 6858000"/>
              <a:gd name="connsiteX3141" fmla="*/ 11935773 w 12192000"/>
              <a:gd name="connsiteY3141" fmla="*/ 1656205 h 6858000"/>
              <a:gd name="connsiteX3142" fmla="*/ 11935736 w 12192000"/>
              <a:gd name="connsiteY3142" fmla="*/ 1656205 h 6858000"/>
              <a:gd name="connsiteX3143" fmla="*/ 11754161 w 12192000"/>
              <a:gd name="connsiteY3143" fmla="*/ 1983751 h 6858000"/>
              <a:gd name="connsiteX3144" fmla="*/ 11748170 w 12192000"/>
              <a:gd name="connsiteY3144" fmla="*/ 1980431 h 6858000"/>
              <a:gd name="connsiteX3145" fmla="*/ 11927900 w 12192000"/>
              <a:gd name="connsiteY3145" fmla="*/ 1656198 h 6858000"/>
              <a:gd name="connsiteX3146" fmla="*/ 11927938 w 12192000"/>
              <a:gd name="connsiteY3146" fmla="*/ 1656198 h 6858000"/>
              <a:gd name="connsiteX3147" fmla="*/ 11993938 w 12192000"/>
              <a:gd name="connsiteY3147" fmla="*/ 1537172 h 6858000"/>
              <a:gd name="connsiteX3148" fmla="*/ 11993938 w 12192000"/>
              <a:gd name="connsiteY3148" fmla="*/ 1537103 h 6858000"/>
              <a:gd name="connsiteX3149" fmla="*/ 132450 w 12192000"/>
              <a:gd name="connsiteY3149" fmla="*/ 769695 h 6858000"/>
              <a:gd name="connsiteX3150" fmla="*/ 140289 w 12192000"/>
              <a:gd name="connsiteY3150" fmla="*/ 769695 h 6858000"/>
              <a:gd name="connsiteX3151" fmla="*/ 0 w 12192000"/>
              <a:gd name="connsiteY3151" fmla="*/ 1022748 h 6858000"/>
              <a:gd name="connsiteX3152" fmla="*/ 0 w 12192000"/>
              <a:gd name="connsiteY3152" fmla="*/ 1008643 h 6858000"/>
              <a:gd name="connsiteX3153" fmla="*/ 623930 w 12192000"/>
              <a:gd name="connsiteY3153" fmla="*/ 769693 h 6858000"/>
              <a:gd name="connsiteX3154" fmla="*/ 631770 w 12192000"/>
              <a:gd name="connsiteY3154" fmla="*/ 769693 h 6858000"/>
              <a:gd name="connsiteX3155" fmla="*/ 450197 w 12192000"/>
              <a:gd name="connsiteY3155" fmla="*/ 1097212 h 6858000"/>
              <a:gd name="connsiteX3156" fmla="*/ 444206 w 12192000"/>
              <a:gd name="connsiteY3156" fmla="*/ 1093926 h 6858000"/>
              <a:gd name="connsiteX3157" fmla="*/ 1115412 w 12192000"/>
              <a:gd name="connsiteY3157" fmla="*/ 769693 h 6858000"/>
              <a:gd name="connsiteX3158" fmla="*/ 1123251 w 12192000"/>
              <a:gd name="connsiteY3158" fmla="*/ 769693 h 6858000"/>
              <a:gd name="connsiteX3159" fmla="*/ 941680 w 12192000"/>
              <a:gd name="connsiteY3159" fmla="*/ 1097210 h 6858000"/>
              <a:gd name="connsiteX3160" fmla="*/ 935689 w 12192000"/>
              <a:gd name="connsiteY3160" fmla="*/ 1093925 h 6858000"/>
              <a:gd name="connsiteX3161" fmla="*/ 198483 w 12192000"/>
              <a:gd name="connsiteY3161" fmla="*/ 769693 h 6858000"/>
              <a:gd name="connsiteX3162" fmla="*/ 206288 w 12192000"/>
              <a:gd name="connsiteY3162" fmla="*/ 769693 h 6858000"/>
              <a:gd name="connsiteX3163" fmla="*/ 631769 w 12192000"/>
              <a:gd name="connsiteY3163" fmla="*/ 1537224 h 6858000"/>
              <a:gd name="connsiteX3164" fmla="*/ 625778 w 12192000"/>
              <a:gd name="connsiteY3164" fmla="*/ 1540545 h 6858000"/>
              <a:gd name="connsiteX3165" fmla="*/ 689964 w 12192000"/>
              <a:gd name="connsiteY3165" fmla="*/ 769691 h 6858000"/>
              <a:gd name="connsiteX3166" fmla="*/ 697769 w 12192000"/>
              <a:gd name="connsiteY3166" fmla="*/ 769691 h 6858000"/>
              <a:gd name="connsiteX3167" fmla="*/ 1123216 w 12192000"/>
              <a:gd name="connsiteY3167" fmla="*/ 1537222 h 6858000"/>
              <a:gd name="connsiteX3168" fmla="*/ 1117226 w 12192000"/>
              <a:gd name="connsiteY3168" fmla="*/ 1540543 h 6858000"/>
              <a:gd name="connsiteX3169" fmla="*/ 1606879 w 12192000"/>
              <a:gd name="connsiteY3169" fmla="*/ 769666 h 6858000"/>
              <a:gd name="connsiteX3170" fmla="*/ 1614718 w 12192000"/>
              <a:gd name="connsiteY3170" fmla="*/ 769666 h 6858000"/>
              <a:gd name="connsiteX3171" fmla="*/ 1433147 w 12192000"/>
              <a:gd name="connsiteY3171" fmla="*/ 1097185 h 6858000"/>
              <a:gd name="connsiteX3172" fmla="*/ 1427156 w 12192000"/>
              <a:gd name="connsiteY3172" fmla="*/ 1093899 h 6858000"/>
              <a:gd name="connsiteX3173" fmla="*/ 2098461 w 12192000"/>
              <a:gd name="connsiteY3173" fmla="*/ 769665 h 6858000"/>
              <a:gd name="connsiteX3174" fmla="*/ 2106269 w 12192000"/>
              <a:gd name="connsiteY3174" fmla="*/ 769665 h 6858000"/>
              <a:gd name="connsiteX3175" fmla="*/ 1924629 w 12192000"/>
              <a:gd name="connsiteY3175" fmla="*/ 1097183 h 6858000"/>
              <a:gd name="connsiteX3176" fmla="*/ 1918639 w 12192000"/>
              <a:gd name="connsiteY3176" fmla="*/ 1093898 h 6858000"/>
              <a:gd name="connsiteX3177" fmla="*/ 1181429 w 12192000"/>
              <a:gd name="connsiteY3177" fmla="*/ 769665 h 6858000"/>
              <a:gd name="connsiteX3178" fmla="*/ 1189236 w 12192000"/>
              <a:gd name="connsiteY3178" fmla="*/ 769665 h 6858000"/>
              <a:gd name="connsiteX3179" fmla="*/ 1614683 w 12192000"/>
              <a:gd name="connsiteY3179" fmla="*/ 1537197 h 6858000"/>
              <a:gd name="connsiteX3180" fmla="*/ 1608693 w 12192000"/>
              <a:gd name="connsiteY3180" fmla="*/ 1540518 h 6858000"/>
              <a:gd name="connsiteX3181" fmla="*/ 1672880 w 12192000"/>
              <a:gd name="connsiteY3181" fmla="*/ 769664 h 6858000"/>
              <a:gd name="connsiteX3182" fmla="*/ 1680719 w 12192000"/>
              <a:gd name="connsiteY3182" fmla="*/ 769664 h 6858000"/>
              <a:gd name="connsiteX3183" fmla="*/ 2106269 w 12192000"/>
              <a:gd name="connsiteY3183" fmla="*/ 1537195 h 6858000"/>
              <a:gd name="connsiteX3184" fmla="*/ 2100277 w 12192000"/>
              <a:gd name="connsiteY3184" fmla="*/ 1540516 h 6858000"/>
              <a:gd name="connsiteX3185" fmla="*/ 2589997 w 12192000"/>
              <a:gd name="connsiteY3185" fmla="*/ 769663 h 6858000"/>
              <a:gd name="connsiteX3186" fmla="*/ 2597803 w 12192000"/>
              <a:gd name="connsiteY3186" fmla="*/ 769663 h 6858000"/>
              <a:gd name="connsiteX3187" fmla="*/ 2416230 w 12192000"/>
              <a:gd name="connsiteY3187" fmla="*/ 1097182 h 6858000"/>
              <a:gd name="connsiteX3188" fmla="*/ 2410240 w 12192000"/>
              <a:gd name="connsiteY3188" fmla="*/ 1093896 h 6858000"/>
              <a:gd name="connsiteX3189" fmla="*/ 3081448 w 12192000"/>
              <a:gd name="connsiteY3189" fmla="*/ 769662 h 6858000"/>
              <a:gd name="connsiteX3190" fmla="*/ 3089235 w 12192000"/>
              <a:gd name="connsiteY3190" fmla="*/ 769662 h 6858000"/>
              <a:gd name="connsiteX3191" fmla="*/ 2907699 w 12192000"/>
              <a:gd name="connsiteY3191" fmla="*/ 1097180 h 6858000"/>
              <a:gd name="connsiteX3192" fmla="*/ 2901712 w 12192000"/>
              <a:gd name="connsiteY3192" fmla="*/ 1093894 h 6858000"/>
              <a:gd name="connsiteX3193" fmla="*/ 2164447 w 12192000"/>
              <a:gd name="connsiteY3193" fmla="*/ 769662 h 6858000"/>
              <a:gd name="connsiteX3194" fmla="*/ 2172286 w 12192000"/>
              <a:gd name="connsiteY3194" fmla="*/ 769662 h 6858000"/>
              <a:gd name="connsiteX3195" fmla="*/ 2597802 w 12192000"/>
              <a:gd name="connsiteY3195" fmla="*/ 1537194 h 6858000"/>
              <a:gd name="connsiteX3196" fmla="*/ 2591809 w 12192000"/>
              <a:gd name="connsiteY3196" fmla="*/ 1540515 h 6858000"/>
              <a:gd name="connsiteX3197" fmla="*/ 2656000 w 12192000"/>
              <a:gd name="connsiteY3197" fmla="*/ 769661 h 6858000"/>
              <a:gd name="connsiteX3198" fmla="*/ 2663837 w 12192000"/>
              <a:gd name="connsiteY3198" fmla="*/ 769661 h 6858000"/>
              <a:gd name="connsiteX3199" fmla="*/ 3089235 w 12192000"/>
              <a:gd name="connsiteY3199" fmla="*/ 1537193 h 6858000"/>
              <a:gd name="connsiteX3200" fmla="*/ 3083262 w 12192000"/>
              <a:gd name="connsiteY3200" fmla="*/ 1540513 h 6858000"/>
              <a:gd name="connsiteX3201" fmla="*/ 3572959 w 12192000"/>
              <a:gd name="connsiteY3201" fmla="*/ 769660 h 6858000"/>
              <a:gd name="connsiteX3202" fmla="*/ 3580764 w 12192000"/>
              <a:gd name="connsiteY3202" fmla="*/ 769660 h 6858000"/>
              <a:gd name="connsiteX3203" fmla="*/ 3399243 w 12192000"/>
              <a:gd name="connsiteY3203" fmla="*/ 1097179 h 6858000"/>
              <a:gd name="connsiteX3204" fmla="*/ 3393254 w 12192000"/>
              <a:gd name="connsiteY3204" fmla="*/ 1093893 h 6858000"/>
              <a:gd name="connsiteX3205" fmla="*/ 3147432 w 12192000"/>
              <a:gd name="connsiteY3205" fmla="*/ 769659 h 6858000"/>
              <a:gd name="connsiteX3206" fmla="*/ 3155277 w 12192000"/>
              <a:gd name="connsiteY3206" fmla="*/ 769659 h 6858000"/>
              <a:gd name="connsiteX3207" fmla="*/ 3580764 w 12192000"/>
              <a:gd name="connsiteY3207" fmla="*/ 1537191 h 6858000"/>
              <a:gd name="connsiteX3208" fmla="*/ 3574776 w 12192000"/>
              <a:gd name="connsiteY3208" fmla="*/ 1540512 h 6858000"/>
              <a:gd name="connsiteX3209" fmla="*/ 4064406 w 12192000"/>
              <a:gd name="connsiteY3209" fmla="*/ 769635 h 6858000"/>
              <a:gd name="connsiteX3210" fmla="*/ 4072239 w 12192000"/>
              <a:gd name="connsiteY3210" fmla="*/ 769635 h 6858000"/>
              <a:gd name="connsiteX3211" fmla="*/ 3890714 w 12192000"/>
              <a:gd name="connsiteY3211" fmla="*/ 1097153 h 6858000"/>
              <a:gd name="connsiteX3212" fmla="*/ 3884721 w 12192000"/>
              <a:gd name="connsiteY3212" fmla="*/ 1093867 h 6858000"/>
              <a:gd name="connsiteX3213" fmla="*/ 3638946 w 12192000"/>
              <a:gd name="connsiteY3213" fmla="*/ 769634 h 6858000"/>
              <a:gd name="connsiteX3214" fmla="*/ 3646782 w 12192000"/>
              <a:gd name="connsiteY3214" fmla="*/ 769634 h 6858000"/>
              <a:gd name="connsiteX3215" fmla="*/ 4072239 w 12192000"/>
              <a:gd name="connsiteY3215" fmla="*/ 1537165 h 6858000"/>
              <a:gd name="connsiteX3216" fmla="*/ 4066251 w 12192000"/>
              <a:gd name="connsiteY3216" fmla="*/ 1540486 h 6858000"/>
              <a:gd name="connsiteX3217" fmla="*/ 4555914 w 12192000"/>
              <a:gd name="connsiteY3217" fmla="*/ 769633 h 6858000"/>
              <a:gd name="connsiteX3218" fmla="*/ 4563757 w 12192000"/>
              <a:gd name="connsiteY3218" fmla="*/ 769633 h 6858000"/>
              <a:gd name="connsiteX3219" fmla="*/ 4382160 w 12192000"/>
              <a:gd name="connsiteY3219" fmla="*/ 1097152 h 6858000"/>
              <a:gd name="connsiteX3220" fmla="*/ 4376202 w 12192000"/>
              <a:gd name="connsiteY3220" fmla="*/ 1093866 h 6858000"/>
              <a:gd name="connsiteX3221" fmla="*/ 4130433 w 12192000"/>
              <a:gd name="connsiteY3221" fmla="*/ 769632 h 6858000"/>
              <a:gd name="connsiteX3222" fmla="*/ 4138281 w 12192000"/>
              <a:gd name="connsiteY3222" fmla="*/ 769632 h 6858000"/>
              <a:gd name="connsiteX3223" fmla="*/ 4563757 w 12192000"/>
              <a:gd name="connsiteY3223" fmla="*/ 1537164 h 6858000"/>
              <a:gd name="connsiteX3224" fmla="*/ 4557760 w 12192000"/>
              <a:gd name="connsiteY3224" fmla="*/ 1540485 h 6858000"/>
              <a:gd name="connsiteX3225" fmla="*/ 5047408 w 12192000"/>
              <a:gd name="connsiteY3225" fmla="*/ 769631 h 6858000"/>
              <a:gd name="connsiteX3226" fmla="*/ 5055240 w 12192000"/>
              <a:gd name="connsiteY3226" fmla="*/ 769631 h 6858000"/>
              <a:gd name="connsiteX3227" fmla="*/ 4873705 w 12192000"/>
              <a:gd name="connsiteY3227" fmla="*/ 1097150 h 6858000"/>
              <a:gd name="connsiteX3228" fmla="*/ 4867708 w 12192000"/>
              <a:gd name="connsiteY3228" fmla="*/ 1093864 h 6858000"/>
              <a:gd name="connsiteX3229" fmla="*/ 5538880 w 12192000"/>
              <a:gd name="connsiteY3229" fmla="*/ 769630 h 6858000"/>
              <a:gd name="connsiteX3230" fmla="*/ 5546786 w 12192000"/>
              <a:gd name="connsiteY3230" fmla="*/ 769630 h 6858000"/>
              <a:gd name="connsiteX3231" fmla="*/ 5365249 w 12192000"/>
              <a:gd name="connsiteY3231" fmla="*/ 1097149 h 6858000"/>
              <a:gd name="connsiteX3232" fmla="*/ 5359250 w 12192000"/>
              <a:gd name="connsiteY3232" fmla="*/ 1093863 h 6858000"/>
              <a:gd name="connsiteX3233" fmla="*/ 4621957 w 12192000"/>
              <a:gd name="connsiteY3233" fmla="*/ 769630 h 6858000"/>
              <a:gd name="connsiteX3234" fmla="*/ 4629796 w 12192000"/>
              <a:gd name="connsiteY3234" fmla="*/ 769630 h 6858000"/>
              <a:gd name="connsiteX3235" fmla="*/ 5055238 w 12192000"/>
              <a:gd name="connsiteY3235" fmla="*/ 1537162 h 6858000"/>
              <a:gd name="connsiteX3236" fmla="*/ 5049249 w 12192000"/>
              <a:gd name="connsiteY3236" fmla="*/ 1540483 h 6858000"/>
              <a:gd name="connsiteX3237" fmla="*/ 5113471 w 12192000"/>
              <a:gd name="connsiteY3237" fmla="*/ 769629 h 6858000"/>
              <a:gd name="connsiteX3238" fmla="*/ 5121330 w 12192000"/>
              <a:gd name="connsiteY3238" fmla="*/ 769629 h 6858000"/>
              <a:gd name="connsiteX3239" fmla="*/ 5546786 w 12192000"/>
              <a:gd name="connsiteY3239" fmla="*/ 1537161 h 6858000"/>
              <a:gd name="connsiteX3240" fmla="*/ 5540745 w 12192000"/>
              <a:gd name="connsiteY3240" fmla="*/ 1540483 h 6858000"/>
              <a:gd name="connsiteX3241" fmla="*/ 6030370 w 12192000"/>
              <a:gd name="connsiteY3241" fmla="*/ 769628 h 6858000"/>
              <a:gd name="connsiteX3242" fmla="*/ 6038160 w 12192000"/>
              <a:gd name="connsiteY3242" fmla="*/ 769628 h 6858000"/>
              <a:gd name="connsiteX3243" fmla="*/ 5856629 w 12192000"/>
              <a:gd name="connsiteY3243" fmla="*/ 1097147 h 6858000"/>
              <a:gd name="connsiteX3244" fmla="*/ 5850649 w 12192000"/>
              <a:gd name="connsiteY3244" fmla="*/ 1093861 h 6858000"/>
              <a:gd name="connsiteX3245" fmla="*/ 5604939 w 12192000"/>
              <a:gd name="connsiteY3245" fmla="*/ 769627 h 6858000"/>
              <a:gd name="connsiteX3246" fmla="*/ 5612718 w 12192000"/>
              <a:gd name="connsiteY3246" fmla="*/ 769627 h 6858000"/>
              <a:gd name="connsiteX3247" fmla="*/ 6038160 w 12192000"/>
              <a:gd name="connsiteY3247" fmla="*/ 1537159 h 6858000"/>
              <a:gd name="connsiteX3248" fmla="*/ 6032204 w 12192000"/>
              <a:gd name="connsiteY3248" fmla="*/ 1540480 h 6858000"/>
              <a:gd name="connsiteX3249" fmla="*/ 6521418 w 12192000"/>
              <a:gd name="connsiteY3249" fmla="*/ 769603 h 6858000"/>
              <a:gd name="connsiteX3250" fmla="*/ 6529258 w 12192000"/>
              <a:gd name="connsiteY3250" fmla="*/ 769603 h 6858000"/>
              <a:gd name="connsiteX3251" fmla="*/ 6347679 w 12192000"/>
              <a:gd name="connsiteY3251" fmla="*/ 1097123 h 6858000"/>
              <a:gd name="connsiteX3252" fmla="*/ 6341688 w 12192000"/>
              <a:gd name="connsiteY3252" fmla="*/ 1093836 h 6858000"/>
              <a:gd name="connsiteX3253" fmla="*/ 6096000 w 12192000"/>
              <a:gd name="connsiteY3253" fmla="*/ 769602 h 6858000"/>
              <a:gd name="connsiteX3254" fmla="*/ 6103761 w 12192000"/>
              <a:gd name="connsiteY3254" fmla="*/ 769602 h 6858000"/>
              <a:gd name="connsiteX3255" fmla="*/ 6529258 w 12192000"/>
              <a:gd name="connsiteY3255" fmla="*/ 1537135 h 6858000"/>
              <a:gd name="connsiteX3256" fmla="*/ 6523267 w 12192000"/>
              <a:gd name="connsiteY3256" fmla="*/ 1540455 h 6858000"/>
              <a:gd name="connsiteX3257" fmla="*/ 7012919 w 12192000"/>
              <a:gd name="connsiteY3257" fmla="*/ 769601 h 6858000"/>
              <a:gd name="connsiteX3258" fmla="*/ 7020759 w 12192000"/>
              <a:gd name="connsiteY3258" fmla="*/ 769601 h 6858000"/>
              <a:gd name="connsiteX3259" fmla="*/ 6839180 w 12192000"/>
              <a:gd name="connsiteY3259" fmla="*/ 1097120 h 6858000"/>
              <a:gd name="connsiteX3260" fmla="*/ 6833189 w 12192000"/>
              <a:gd name="connsiteY3260" fmla="*/ 1093834 h 6858000"/>
              <a:gd name="connsiteX3261" fmla="*/ 7504421 w 12192000"/>
              <a:gd name="connsiteY3261" fmla="*/ 769600 h 6858000"/>
              <a:gd name="connsiteX3262" fmla="*/ 7512261 w 12192000"/>
              <a:gd name="connsiteY3262" fmla="*/ 769600 h 6858000"/>
              <a:gd name="connsiteX3263" fmla="*/ 7330682 w 12192000"/>
              <a:gd name="connsiteY3263" fmla="*/ 1097118 h 6858000"/>
              <a:gd name="connsiteX3264" fmla="*/ 7324691 w 12192000"/>
              <a:gd name="connsiteY3264" fmla="*/ 1093833 h 6858000"/>
              <a:gd name="connsiteX3265" fmla="*/ 6587456 w 12192000"/>
              <a:gd name="connsiteY3265" fmla="*/ 769600 h 6858000"/>
              <a:gd name="connsiteX3266" fmla="*/ 6595261 w 12192000"/>
              <a:gd name="connsiteY3266" fmla="*/ 769600 h 6858000"/>
              <a:gd name="connsiteX3267" fmla="*/ 7020724 w 12192000"/>
              <a:gd name="connsiteY3267" fmla="*/ 1537132 h 6858000"/>
              <a:gd name="connsiteX3268" fmla="*/ 7014733 w 12192000"/>
              <a:gd name="connsiteY3268" fmla="*/ 1540453 h 6858000"/>
              <a:gd name="connsiteX3269" fmla="*/ 7078957 w 12192000"/>
              <a:gd name="connsiteY3269" fmla="*/ 769599 h 6858000"/>
              <a:gd name="connsiteX3270" fmla="*/ 7086763 w 12192000"/>
              <a:gd name="connsiteY3270" fmla="*/ 769599 h 6858000"/>
              <a:gd name="connsiteX3271" fmla="*/ 7512226 w 12192000"/>
              <a:gd name="connsiteY3271" fmla="*/ 1537130 h 6858000"/>
              <a:gd name="connsiteX3272" fmla="*/ 7506235 w 12192000"/>
              <a:gd name="connsiteY3272" fmla="*/ 1540451 h 6858000"/>
              <a:gd name="connsiteX3273" fmla="*/ 7995922 w 12192000"/>
              <a:gd name="connsiteY3273" fmla="*/ 769598 h 6858000"/>
              <a:gd name="connsiteX3274" fmla="*/ 8003727 w 12192000"/>
              <a:gd name="connsiteY3274" fmla="*/ 769598 h 6858000"/>
              <a:gd name="connsiteX3275" fmla="*/ 7822183 w 12192000"/>
              <a:gd name="connsiteY3275" fmla="*/ 1097117 h 6858000"/>
              <a:gd name="connsiteX3276" fmla="*/ 7816192 w 12192000"/>
              <a:gd name="connsiteY3276" fmla="*/ 1093831 h 6858000"/>
              <a:gd name="connsiteX3277" fmla="*/ 7570424 w 12192000"/>
              <a:gd name="connsiteY3277" fmla="*/ 769597 h 6858000"/>
              <a:gd name="connsiteX3278" fmla="*/ 7578264 w 12192000"/>
              <a:gd name="connsiteY3278" fmla="*/ 769597 h 6858000"/>
              <a:gd name="connsiteX3279" fmla="*/ 8003727 w 12192000"/>
              <a:gd name="connsiteY3279" fmla="*/ 1537129 h 6858000"/>
              <a:gd name="connsiteX3280" fmla="*/ 7997736 w 12192000"/>
              <a:gd name="connsiteY3280" fmla="*/ 1540450 h 6858000"/>
              <a:gd name="connsiteX3281" fmla="*/ 8487424 w 12192000"/>
              <a:gd name="connsiteY3281" fmla="*/ 769596 h 6858000"/>
              <a:gd name="connsiteX3282" fmla="*/ 8495229 w 12192000"/>
              <a:gd name="connsiteY3282" fmla="*/ 769596 h 6858000"/>
              <a:gd name="connsiteX3283" fmla="*/ 8313685 w 12192000"/>
              <a:gd name="connsiteY3283" fmla="*/ 1097116 h 6858000"/>
              <a:gd name="connsiteX3284" fmla="*/ 8307694 w 12192000"/>
              <a:gd name="connsiteY3284" fmla="*/ 1093829 h 6858000"/>
              <a:gd name="connsiteX3285" fmla="*/ 8061926 w 12192000"/>
              <a:gd name="connsiteY3285" fmla="*/ 769596 h 6858000"/>
              <a:gd name="connsiteX3286" fmla="*/ 8069766 w 12192000"/>
              <a:gd name="connsiteY3286" fmla="*/ 769596 h 6858000"/>
              <a:gd name="connsiteX3287" fmla="*/ 8495229 w 12192000"/>
              <a:gd name="connsiteY3287" fmla="*/ 1537128 h 6858000"/>
              <a:gd name="connsiteX3288" fmla="*/ 8489238 w 12192000"/>
              <a:gd name="connsiteY3288" fmla="*/ 1540448 h 6858000"/>
              <a:gd name="connsiteX3289" fmla="*/ 8978925 w 12192000"/>
              <a:gd name="connsiteY3289" fmla="*/ 769571 h 6858000"/>
              <a:gd name="connsiteX3290" fmla="*/ 8986730 w 12192000"/>
              <a:gd name="connsiteY3290" fmla="*/ 769571 h 6858000"/>
              <a:gd name="connsiteX3291" fmla="*/ 8805186 w 12192000"/>
              <a:gd name="connsiteY3291" fmla="*/ 1097090 h 6858000"/>
              <a:gd name="connsiteX3292" fmla="*/ 8799195 w 12192000"/>
              <a:gd name="connsiteY3292" fmla="*/ 1093804 h 6858000"/>
              <a:gd name="connsiteX3293" fmla="*/ 9470426 w 12192000"/>
              <a:gd name="connsiteY3293" fmla="*/ 769570 h 6858000"/>
              <a:gd name="connsiteX3294" fmla="*/ 9478231 w 12192000"/>
              <a:gd name="connsiteY3294" fmla="*/ 769570 h 6858000"/>
              <a:gd name="connsiteX3295" fmla="*/ 9296687 w 12192000"/>
              <a:gd name="connsiteY3295" fmla="*/ 1097088 h 6858000"/>
              <a:gd name="connsiteX3296" fmla="*/ 9290696 w 12192000"/>
              <a:gd name="connsiteY3296" fmla="*/ 1093802 h 6858000"/>
              <a:gd name="connsiteX3297" fmla="*/ 8553427 w 12192000"/>
              <a:gd name="connsiteY3297" fmla="*/ 769570 h 6858000"/>
              <a:gd name="connsiteX3298" fmla="*/ 8561267 w 12192000"/>
              <a:gd name="connsiteY3298" fmla="*/ 769570 h 6858000"/>
              <a:gd name="connsiteX3299" fmla="*/ 8986730 w 12192000"/>
              <a:gd name="connsiteY3299" fmla="*/ 1537102 h 6858000"/>
              <a:gd name="connsiteX3300" fmla="*/ 8980739 w 12192000"/>
              <a:gd name="connsiteY3300" fmla="*/ 1540424 h 6858000"/>
              <a:gd name="connsiteX3301" fmla="*/ 9044929 w 12192000"/>
              <a:gd name="connsiteY3301" fmla="*/ 769569 h 6858000"/>
              <a:gd name="connsiteX3302" fmla="*/ 9052769 w 12192000"/>
              <a:gd name="connsiteY3302" fmla="*/ 769569 h 6858000"/>
              <a:gd name="connsiteX3303" fmla="*/ 9478232 w 12192000"/>
              <a:gd name="connsiteY3303" fmla="*/ 1537100 h 6858000"/>
              <a:gd name="connsiteX3304" fmla="*/ 9472241 w 12192000"/>
              <a:gd name="connsiteY3304" fmla="*/ 1540421 h 6858000"/>
              <a:gd name="connsiteX3305" fmla="*/ 9961894 w 12192000"/>
              <a:gd name="connsiteY3305" fmla="*/ 769568 h 6858000"/>
              <a:gd name="connsiteX3306" fmla="*/ 9969733 w 12192000"/>
              <a:gd name="connsiteY3306" fmla="*/ 769568 h 6858000"/>
              <a:gd name="connsiteX3307" fmla="*/ 9788189 w 12192000"/>
              <a:gd name="connsiteY3307" fmla="*/ 1097087 h 6858000"/>
              <a:gd name="connsiteX3308" fmla="*/ 9782198 w 12192000"/>
              <a:gd name="connsiteY3308" fmla="*/ 1093801 h 6858000"/>
              <a:gd name="connsiteX3309" fmla="*/ 9536430 w 12192000"/>
              <a:gd name="connsiteY3309" fmla="*/ 769567 h 6858000"/>
              <a:gd name="connsiteX3310" fmla="*/ 9544270 w 12192000"/>
              <a:gd name="connsiteY3310" fmla="*/ 769567 h 6858000"/>
              <a:gd name="connsiteX3311" fmla="*/ 9969733 w 12192000"/>
              <a:gd name="connsiteY3311" fmla="*/ 1537099 h 6858000"/>
              <a:gd name="connsiteX3312" fmla="*/ 9963742 w 12192000"/>
              <a:gd name="connsiteY3312" fmla="*/ 1540420 h 6858000"/>
              <a:gd name="connsiteX3313" fmla="*/ 10453395 w 12192000"/>
              <a:gd name="connsiteY3313" fmla="*/ 769566 h 6858000"/>
              <a:gd name="connsiteX3314" fmla="*/ 10461234 w 12192000"/>
              <a:gd name="connsiteY3314" fmla="*/ 769566 h 6858000"/>
              <a:gd name="connsiteX3315" fmla="*/ 10279657 w 12192000"/>
              <a:gd name="connsiteY3315" fmla="*/ 1097085 h 6858000"/>
              <a:gd name="connsiteX3316" fmla="*/ 10273699 w 12192000"/>
              <a:gd name="connsiteY3316" fmla="*/ 1093799 h 6858000"/>
              <a:gd name="connsiteX3317" fmla="*/ 10944896 w 12192000"/>
              <a:gd name="connsiteY3317" fmla="*/ 769565 h 6858000"/>
              <a:gd name="connsiteX3318" fmla="*/ 10952736 w 12192000"/>
              <a:gd name="connsiteY3318" fmla="*/ 769565 h 6858000"/>
              <a:gd name="connsiteX3319" fmla="*/ 10771157 w 12192000"/>
              <a:gd name="connsiteY3319" fmla="*/ 1097084 h 6858000"/>
              <a:gd name="connsiteX3320" fmla="*/ 10765166 w 12192000"/>
              <a:gd name="connsiteY3320" fmla="*/ 1093798 h 6858000"/>
              <a:gd name="connsiteX3321" fmla="*/ 10027932 w 12192000"/>
              <a:gd name="connsiteY3321" fmla="*/ 769565 h 6858000"/>
              <a:gd name="connsiteX3322" fmla="*/ 10035771 w 12192000"/>
              <a:gd name="connsiteY3322" fmla="*/ 769565 h 6858000"/>
              <a:gd name="connsiteX3323" fmla="*/ 10461235 w 12192000"/>
              <a:gd name="connsiteY3323" fmla="*/ 1537097 h 6858000"/>
              <a:gd name="connsiteX3324" fmla="*/ 10455244 w 12192000"/>
              <a:gd name="connsiteY3324" fmla="*/ 1540418 h 6858000"/>
              <a:gd name="connsiteX3325" fmla="*/ 10519433 w 12192000"/>
              <a:gd name="connsiteY3325" fmla="*/ 769564 h 6858000"/>
              <a:gd name="connsiteX3326" fmla="*/ 10527273 w 12192000"/>
              <a:gd name="connsiteY3326" fmla="*/ 769564 h 6858000"/>
              <a:gd name="connsiteX3327" fmla="*/ 10952736 w 12192000"/>
              <a:gd name="connsiteY3327" fmla="*/ 1537096 h 6858000"/>
              <a:gd name="connsiteX3328" fmla="*/ 10946745 w 12192000"/>
              <a:gd name="connsiteY3328" fmla="*/ 1540418 h 6858000"/>
              <a:gd name="connsiteX3329" fmla="*/ 11436398 w 12192000"/>
              <a:gd name="connsiteY3329" fmla="*/ 769539 h 6858000"/>
              <a:gd name="connsiteX3330" fmla="*/ 11444238 w 12192000"/>
              <a:gd name="connsiteY3330" fmla="*/ 769539 h 6858000"/>
              <a:gd name="connsiteX3331" fmla="*/ 11262659 w 12192000"/>
              <a:gd name="connsiteY3331" fmla="*/ 1097058 h 6858000"/>
              <a:gd name="connsiteX3332" fmla="*/ 11256668 w 12192000"/>
              <a:gd name="connsiteY3332" fmla="*/ 1093772 h 6858000"/>
              <a:gd name="connsiteX3333" fmla="*/ 11927900 w 12192000"/>
              <a:gd name="connsiteY3333" fmla="*/ 769538 h 6858000"/>
              <a:gd name="connsiteX3334" fmla="*/ 11935740 w 12192000"/>
              <a:gd name="connsiteY3334" fmla="*/ 769538 h 6858000"/>
              <a:gd name="connsiteX3335" fmla="*/ 11754161 w 12192000"/>
              <a:gd name="connsiteY3335" fmla="*/ 1097058 h 6858000"/>
              <a:gd name="connsiteX3336" fmla="*/ 11748170 w 12192000"/>
              <a:gd name="connsiteY3336" fmla="*/ 1093771 h 6858000"/>
              <a:gd name="connsiteX3337" fmla="*/ 11010934 w 12192000"/>
              <a:gd name="connsiteY3337" fmla="*/ 769538 h 6858000"/>
              <a:gd name="connsiteX3338" fmla="*/ 11018740 w 12192000"/>
              <a:gd name="connsiteY3338" fmla="*/ 769538 h 6858000"/>
              <a:gd name="connsiteX3339" fmla="*/ 11444237 w 12192000"/>
              <a:gd name="connsiteY3339" fmla="*/ 1537070 h 6858000"/>
              <a:gd name="connsiteX3340" fmla="*/ 11438246 w 12192000"/>
              <a:gd name="connsiteY3340" fmla="*/ 1540391 h 6858000"/>
              <a:gd name="connsiteX3341" fmla="*/ 11502436 w 12192000"/>
              <a:gd name="connsiteY3341" fmla="*/ 769537 h 6858000"/>
              <a:gd name="connsiteX3342" fmla="*/ 11510242 w 12192000"/>
              <a:gd name="connsiteY3342" fmla="*/ 769537 h 6858000"/>
              <a:gd name="connsiteX3343" fmla="*/ 11935739 w 12192000"/>
              <a:gd name="connsiteY3343" fmla="*/ 1537069 h 6858000"/>
              <a:gd name="connsiteX3344" fmla="*/ 11929748 w 12192000"/>
              <a:gd name="connsiteY3344" fmla="*/ 1540390 h 6858000"/>
              <a:gd name="connsiteX3345" fmla="*/ 11993938 w 12192000"/>
              <a:gd name="connsiteY3345" fmla="*/ 769535 h 6858000"/>
              <a:gd name="connsiteX3346" fmla="*/ 12001743 w 12192000"/>
              <a:gd name="connsiteY3346" fmla="*/ 769535 h 6858000"/>
              <a:gd name="connsiteX3347" fmla="*/ 12192000 w 12192000"/>
              <a:gd name="connsiteY3347" fmla="*/ 1112758 h 6858000"/>
              <a:gd name="connsiteX3348" fmla="*/ 12192000 w 12192000"/>
              <a:gd name="connsiteY3348" fmla="*/ 1126860 h 6858000"/>
              <a:gd name="connsiteX3349" fmla="*/ 204445 w 12192000"/>
              <a:gd name="connsiteY3349" fmla="*/ 766380 h 6858000"/>
              <a:gd name="connsiteX3350" fmla="*/ 206259 w 12192000"/>
              <a:gd name="connsiteY3350" fmla="*/ 769666 h 6858000"/>
              <a:gd name="connsiteX3351" fmla="*/ 198488 w 12192000"/>
              <a:gd name="connsiteY3351" fmla="*/ 769666 h 6858000"/>
              <a:gd name="connsiteX3352" fmla="*/ 695926 w 12192000"/>
              <a:gd name="connsiteY3352" fmla="*/ 766378 h 6858000"/>
              <a:gd name="connsiteX3353" fmla="*/ 697740 w 12192000"/>
              <a:gd name="connsiteY3353" fmla="*/ 769664 h 6858000"/>
              <a:gd name="connsiteX3354" fmla="*/ 689969 w 12192000"/>
              <a:gd name="connsiteY3354" fmla="*/ 769664 h 6858000"/>
              <a:gd name="connsiteX3355" fmla="*/ 1187391 w 12192000"/>
              <a:gd name="connsiteY3355" fmla="*/ 766353 h 6858000"/>
              <a:gd name="connsiteX3356" fmla="*/ 1189205 w 12192000"/>
              <a:gd name="connsiteY3356" fmla="*/ 769639 h 6858000"/>
              <a:gd name="connsiteX3357" fmla="*/ 1181434 w 12192000"/>
              <a:gd name="connsiteY3357" fmla="*/ 769639 h 6858000"/>
              <a:gd name="connsiteX3358" fmla="*/ 1678841 w 12192000"/>
              <a:gd name="connsiteY3358" fmla="*/ 766351 h 6858000"/>
              <a:gd name="connsiteX3359" fmla="*/ 1680690 w 12192000"/>
              <a:gd name="connsiteY3359" fmla="*/ 769637 h 6858000"/>
              <a:gd name="connsiteX3360" fmla="*/ 1672884 w 12192000"/>
              <a:gd name="connsiteY3360" fmla="*/ 769637 h 6858000"/>
              <a:gd name="connsiteX3361" fmla="*/ 2170407 w 12192000"/>
              <a:gd name="connsiteY3361" fmla="*/ 766350 h 6858000"/>
              <a:gd name="connsiteX3362" fmla="*/ 2172258 w 12192000"/>
              <a:gd name="connsiteY3362" fmla="*/ 769636 h 6858000"/>
              <a:gd name="connsiteX3363" fmla="*/ 2164455 w 12192000"/>
              <a:gd name="connsiteY3363" fmla="*/ 769636 h 6858000"/>
              <a:gd name="connsiteX3364" fmla="*/ 2661962 w 12192000"/>
              <a:gd name="connsiteY3364" fmla="*/ 766348 h 6858000"/>
              <a:gd name="connsiteX3365" fmla="*/ 2663809 w 12192000"/>
              <a:gd name="connsiteY3365" fmla="*/ 769634 h 6858000"/>
              <a:gd name="connsiteX3366" fmla="*/ 2656006 w 12192000"/>
              <a:gd name="connsiteY3366" fmla="*/ 769634 h 6858000"/>
              <a:gd name="connsiteX3367" fmla="*/ 3153399 w 12192000"/>
              <a:gd name="connsiteY3367" fmla="*/ 766346 h 6858000"/>
              <a:gd name="connsiteX3368" fmla="*/ 3155254 w 12192000"/>
              <a:gd name="connsiteY3368" fmla="*/ 769632 h 6858000"/>
              <a:gd name="connsiteX3369" fmla="*/ 3147442 w 12192000"/>
              <a:gd name="connsiteY3369" fmla="*/ 769632 h 6858000"/>
              <a:gd name="connsiteX3370" fmla="*/ 3644908 w 12192000"/>
              <a:gd name="connsiteY3370" fmla="*/ 766321 h 6858000"/>
              <a:gd name="connsiteX3371" fmla="*/ 3646751 w 12192000"/>
              <a:gd name="connsiteY3371" fmla="*/ 769607 h 6858000"/>
              <a:gd name="connsiteX3372" fmla="*/ 3638952 w 12192000"/>
              <a:gd name="connsiteY3372" fmla="*/ 769607 h 6858000"/>
              <a:gd name="connsiteX3373" fmla="*/ 4136408 w 12192000"/>
              <a:gd name="connsiteY3373" fmla="*/ 766320 h 6858000"/>
              <a:gd name="connsiteX3374" fmla="*/ 4138251 w 12192000"/>
              <a:gd name="connsiteY3374" fmla="*/ 769605 h 6858000"/>
              <a:gd name="connsiteX3375" fmla="*/ 4130437 w 12192000"/>
              <a:gd name="connsiteY3375" fmla="*/ 769605 h 6858000"/>
              <a:gd name="connsiteX3376" fmla="*/ 4627920 w 12192000"/>
              <a:gd name="connsiteY3376" fmla="*/ 766318 h 6858000"/>
              <a:gd name="connsiteX3377" fmla="*/ 4629767 w 12192000"/>
              <a:gd name="connsiteY3377" fmla="*/ 769604 h 6858000"/>
              <a:gd name="connsiteX3378" fmla="*/ 4621962 w 12192000"/>
              <a:gd name="connsiteY3378" fmla="*/ 769604 h 6858000"/>
              <a:gd name="connsiteX3379" fmla="*/ 5119465 w 12192000"/>
              <a:gd name="connsiteY3379" fmla="*/ 766316 h 6858000"/>
              <a:gd name="connsiteX3380" fmla="*/ 5121270 w 12192000"/>
              <a:gd name="connsiteY3380" fmla="*/ 769602 h 6858000"/>
              <a:gd name="connsiteX3381" fmla="*/ 5113474 w 12192000"/>
              <a:gd name="connsiteY3381" fmla="*/ 769602 h 6858000"/>
              <a:gd name="connsiteX3382" fmla="*/ 5610865 w 12192000"/>
              <a:gd name="connsiteY3382" fmla="*/ 766315 h 6858000"/>
              <a:gd name="connsiteX3383" fmla="*/ 5612682 w 12192000"/>
              <a:gd name="connsiteY3383" fmla="*/ 769601 h 6858000"/>
              <a:gd name="connsiteX3384" fmla="*/ 5604939 w 12192000"/>
              <a:gd name="connsiteY3384" fmla="*/ 769601 h 6858000"/>
              <a:gd name="connsiteX3385" fmla="*/ 6101912 w 12192000"/>
              <a:gd name="connsiteY3385" fmla="*/ 766289 h 6858000"/>
              <a:gd name="connsiteX3386" fmla="*/ 6103726 w 12192000"/>
              <a:gd name="connsiteY3386" fmla="*/ 769575 h 6858000"/>
              <a:gd name="connsiteX3387" fmla="*/ 6096000 w 12192000"/>
              <a:gd name="connsiteY3387" fmla="*/ 769575 h 6858000"/>
              <a:gd name="connsiteX3388" fmla="*/ 6593413 w 12192000"/>
              <a:gd name="connsiteY3388" fmla="*/ 766288 h 6858000"/>
              <a:gd name="connsiteX3389" fmla="*/ 6595226 w 12192000"/>
              <a:gd name="connsiteY3389" fmla="*/ 769574 h 6858000"/>
              <a:gd name="connsiteX3390" fmla="*/ 6587456 w 12192000"/>
              <a:gd name="connsiteY3390" fmla="*/ 769574 h 6858000"/>
              <a:gd name="connsiteX3391" fmla="*/ 7084914 w 12192000"/>
              <a:gd name="connsiteY3391" fmla="*/ 766286 h 6858000"/>
              <a:gd name="connsiteX3392" fmla="*/ 7086728 w 12192000"/>
              <a:gd name="connsiteY3392" fmla="*/ 769572 h 6858000"/>
              <a:gd name="connsiteX3393" fmla="*/ 7078957 w 12192000"/>
              <a:gd name="connsiteY3393" fmla="*/ 769572 h 6858000"/>
              <a:gd name="connsiteX3394" fmla="*/ 7576381 w 12192000"/>
              <a:gd name="connsiteY3394" fmla="*/ 766285 h 6858000"/>
              <a:gd name="connsiteX3395" fmla="*/ 7578230 w 12192000"/>
              <a:gd name="connsiteY3395" fmla="*/ 769570 h 6858000"/>
              <a:gd name="connsiteX3396" fmla="*/ 7570424 w 12192000"/>
              <a:gd name="connsiteY3396" fmla="*/ 769570 h 6858000"/>
              <a:gd name="connsiteX3397" fmla="*/ 8067883 w 12192000"/>
              <a:gd name="connsiteY3397" fmla="*/ 766283 h 6858000"/>
              <a:gd name="connsiteX3398" fmla="*/ 8069732 w 12192000"/>
              <a:gd name="connsiteY3398" fmla="*/ 769569 h 6858000"/>
              <a:gd name="connsiteX3399" fmla="*/ 8061926 w 12192000"/>
              <a:gd name="connsiteY3399" fmla="*/ 769569 h 6858000"/>
              <a:gd name="connsiteX3400" fmla="*/ 8559385 w 12192000"/>
              <a:gd name="connsiteY3400" fmla="*/ 766258 h 6858000"/>
              <a:gd name="connsiteX3401" fmla="*/ 8561233 w 12192000"/>
              <a:gd name="connsiteY3401" fmla="*/ 769544 h 6858000"/>
              <a:gd name="connsiteX3402" fmla="*/ 8553427 w 12192000"/>
              <a:gd name="connsiteY3402" fmla="*/ 769544 h 6858000"/>
              <a:gd name="connsiteX3403" fmla="*/ 9050886 w 12192000"/>
              <a:gd name="connsiteY3403" fmla="*/ 766256 h 6858000"/>
              <a:gd name="connsiteX3404" fmla="*/ 9052735 w 12192000"/>
              <a:gd name="connsiteY3404" fmla="*/ 769542 h 6858000"/>
              <a:gd name="connsiteX3405" fmla="*/ 9044929 w 12192000"/>
              <a:gd name="connsiteY3405" fmla="*/ 769542 h 6858000"/>
              <a:gd name="connsiteX3406" fmla="*/ 9542387 w 12192000"/>
              <a:gd name="connsiteY3406" fmla="*/ 766255 h 6858000"/>
              <a:gd name="connsiteX3407" fmla="*/ 9544236 w 12192000"/>
              <a:gd name="connsiteY3407" fmla="*/ 769540 h 6858000"/>
              <a:gd name="connsiteX3408" fmla="*/ 9536430 w 12192000"/>
              <a:gd name="connsiteY3408" fmla="*/ 769540 h 6858000"/>
              <a:gd name="connsiteX3409" fmla="*/ 10033889 w 12192000"/>
              <a:gd name="connsiteY3409" fmla="*/ 766253 h 6858000"/>
              <a:gd name="connsiteX3410" fmla="*/ 10035738 w 12192000"/>
              <a:gd name="connsiteY3410" fmla="*/ 769539 h 6858000"/>
              <a:gd name="connsiteX3411" fmla="*/ 10027932 w 12192000"/>
              <a:gd name="connsiteY3411" fmla="*/ 769539 h 6858000"/>
              <a:gd name="connsiteX3412" fmla="*/ 10525390 w 12192000"/>
              <a:gd name="connsiteY3412" fmla="*/ 766251 h 6858000"/>
              <a:gd name="connsiteX3413" fmla="*/ 10527204 w 12192000"/>
              <a:gd name="connsiteY3413" fmla="*/ 769537 h 6858000"/>
              <a:gd name="connsiteX3414" fmla="*/ 10519433 w 12192000"/>
              <a:gd name="connsiteY3414" fmla="*/ 769537 h 6858000"/>
              <a:gd name="connsiteX3415" fmla="*/ 11016891 w 12192000"/>
              <a:gd name="connsiteY3415" fmla="*/ 766226 h 6858000"/>
              <a:gd name="connsiteX3416" fmla="*/ 11018705 w 12192000"/>
              <a:gd name="connsiteY3416" fmla="*/ 769512 h 6858000"/>
              <a:gd name="connsiteX3417" fmla="*/ 11010934 w 12192000"/>
              <a:gd name="connsiteY3417" fmla="*/ 769512 h 6858000"/>
              <a:gd name="connsiteX3418" fmla="*/ 11508393 w 12192000"/>
              <a:gd name="connsiteY3418" fmla="*/ 766224 h 6858000"/>
              <a:gd name="connsiteX3419" fmla="*/ 11510207 w 12192000"/>
              <a:gd name="connsiteY3419" fmla="*/ 769510 h 6858000"/>
              <a:gd name="connsiteX3420" fmla="*/ 11502436 w 12192000"/>
              <a:gd name="connsiteY3420" fmla="*/ 769510 h 6858000"/>
              <a:gd name="connsiteX3421" fmla="*/ 11999895 w 12192000"/>
              <a:gd name="connsiteY3421" fmla="*/ 766223 h 6858000"/>
              <a:gd name="connsiteX3422" fmla="*/ 12001708 w 12192000"/>
              <a:gd name="connsiteY3422" fmla="*/ 769509 h 6858000"/>
              <a:gd name="connsiteX3423" fmla="*/ 11993938 w 12192000"/>
              <a:gd name="connsiteY3423" fmla="*/ 769509 h 6858000"/>
              <a:gd name="connsiteX3424" fmla="*/ 0 w 12192000"/>
              <a:gd name="connsiteY3424" fmla="*/ 397480 h 6858000"/>
              <a:gd name="connsiteX3425" fmla="*/ 140294 w 12192000"/>
              <a:gd name="connsiteY3425" fmla="*/ 650568 h 6858000"/>
              <a:gd name="connsiteX3426" fmla="*/ 134303 w 12192000"/>
              <a:gd name="connsiteY3426" fmla="*/ 653889 h 6858000"/>
              <a:gd name="connsiteX3427" fmla="*/ 0 w 12192000"/>
              <a:gd name="connsiteY3427" fmla="*/ 411593 h 6858000"/>
              <a:gd name="connsiteX3428" fmla="*/ 380024 w 12192000"/>
              <a:gd name="connsiteY3428" fmla="*/ 323047 h 6858000"/>
              <a:gd name="connsiteX3429" fmla="*/ 386015 w 12192000"/>
              <a:gd name="connsiteY3429" fmla="*/ 326333 h 6858000"/>
              <a:gd name="connsiteX3430" fmla="*/ 198489 w 12192000"/>
              <a:gd name="connsiteY3430" fmla="*/ 664702 h 6858000"/>
              <a:gd name="connsiteX3431" fmla="*/ 198489 w 12192000"/>
              <a:gd name="connsiteY3431" fmla="*/ 664774 h 6858000"/>
              <a:gd name="connsiteX3432" fmla="*/ 140328 w 12192000"/>
              <a:gd name="connsiteY3432" fmla="*/ 769669 h 6858000"/>
              <a:gd name="connsiteX3433" fmla="*/ 132488 w 12192000"/>
              <a:gd name="connsiteY3433" fmla="*/ 769669 h 6858000"/>
              <a:gd name="connsiteX3434" fmla="*/ 198489 w 12192000"/>
              <a:gd name="connsiteY3434" fmla="*/ 650637 h 6858000"/>
              <a:gd name="connsiteX3435" fmla="*/ 198489 w 12192000"/>
              <a:gd name="connsiteY3435" fmla="*/ 650566 h 6858000"/>
              <a:gd name="connsiteX3436" fmla="*/ 871507 w 12192000"/>
              <a:gd name="connsiteY3436" fmla="*/ 323045 h 6858000"/>
              <a:gd name="connsiteX3437" fmla="*/ 877498 w 12192000"/>
              <a:gd name="connsiteY3437" fmla="*/ 326331 h 6858000"/>
              <a:gd name="connsiteX3438" fmla="*/ 689970 w 12192000"/>
              <a:gd name="connsiteY3438" fmla="*/ 664700 h 6858000"/>
              <a:gd name="connsiteX3439" fmla="*/ 689970 w 12192000"/>
              <a:gd name="connsiteY3439" fmla="*/ 664772 h 6858000"/>
              <a:gd name="connsiteX3440" fmla="*/ 631809 w 12192000"/>
              <a:gd name="connsiteY3440" fmla="*/ 769667 h 6858000"/>
              <a:gd name="connsiteX3441" fmla="*/ 623969 w 12192000"/>
              <a:gd name="connsiteY3441" fmla="*/ 769667 h 6858000"/>
              <a:gd name="connsiteX3442" fmla="*/ 689969 w 12192000"/>
              <a:gd name="connsiteY3442" fmla="*/ 650636 h 6858000"/>
              <a:gd name="connsiteX3443" fmla="*/ 689969 w 12192000"/>
              <a:gd name="connsiteY3443" fmla="*/ 650564 h 6858000"/>
              <a:gd name="connsiteX3444" fmla="*/ 1362973 w 12192000"/>
              <a:gd name="connsiteY3444" fmla="*/ 323020 h 6858000"/>
              <a:gd name="connsiteX3445" fmla="*/ 1368964 w 12192000"/>
              <a:gd name="connsiteY3445" fmla="*/ 326306 h 6858000"/>
              <a:gd name="connsiteX3446" fmla="*/ 1181452 w 12192000"/>
              <a:gd name="connsiteY3446" fmla="*/ 664646 h 6858000"/>
              <a:gd name="connsiteX3447" fmla="*/ 1181452 w 12192000"/>
              <a:gd name="connsiteY3447" fmla="*/ 664771 h 6858000"/>
              <a:gd name="connsiteX3448" fmla="*/ 1123290 w 12192000"/>
              <a:gd name="connsiteY3448" fmla="*/ 769666 h 6858000"/>
              <a:gd name="connsiteX3449" fmla="*/ 1115450 w 12192000"/>
              <a:gd name="connsiteY3449" fmla="*/ 769666 h 6858000"/>
              <a:gd name="connsiteX3450" fmla="*/ 1181435 w 12192000"/>
              <a:gd name="connsiteY3450" fmla="*/ 650663 h 6858000"/>
              <a:gd name="connsiteX3451" fmla="*/ 1181435 w 12192000"/>
              <a:gd name="connsiteY3451" fmla="*/ 650539 h 6858000"/>
              <a:gd name="connsiteX3452" fmla="*/ 1854456 w 12192000"/>
              <a:gd name="connsiteY3452" fmla="*/ 323018 h 6858000"/>
              <a:gd name="connsiteX3453" fmla="*/ 1860447 w 12192000"/>
              <a:gd name="connsiteY3453" fmla="*/ 326304 h 6858000"/>
              <a:gd name="connsiteX3454" fmla="*/ 1672919 w 12192000"/>
              <a:gd name="connsiteY3454" fmla="*/ 664612 h 6858000"/>
              <a:gd name="connsiteX3455" fmla="*/ 1672919 w 12192000"/>
              <a:gd name="connsiteY3455" fmla="*/ 664746 h 6858000"/>
              <a:gd name="connsiteX3456" fmla="*/ 1614757 w 12192000"/>
              <a:gd name="connsiteY3456" fmla="*/ 769640 h 6858000"/>
              <a:gd name="connsiteX3457" fmla="*/ 1606918 w 12192000"/>
              <a:gd name="connsiteY3457" fmla="*/ 769640 h 6858000"/>
              <a:gd name="connsiteX3458" fmla="*/ 1672885 w 12192000"/>
              <a:gd name="connsiteY3458" fmla="*/ 650670 h 6858000"/>
              <a:gd name="connsiteX3459" fmla="*/ 1672885 w 12192000"/>
              <a:gd name="connsiteY3459" fmla="*/ 650537 h 6858000"/>
              <a:gd name="connsiteX3460" fmla="*/ 2346057 w 12192000"/>
              <a:gd name="connsiteY3460" fmla="*/ 323017 h 6858000"/>
              <a:gd name="connsiteX3461" fmla="*/ 2352052 w 12192000"/>
              <a:gd name="connsiteY3461" fmla="*/ 326302 h 6858000"/>
              <a:gd name="connsiteX3462" fmla="*/ 2164455 w 12192000"/>
              <a:gd name="connsiteY3462" fmla="*/ 664673 h 6858000"/>
              <a:gd name="connsiteX3463" fmla="*/ 2164455 w 12192000"/>
              <a:gd name="connsiteY3463" fmla="*/ 664744 h 6858000"/>
              <a:gd name="connsiteX3464" fmla="*/ 2106343 w 12192000"/>
              <a:gd name="connsiteY3464" fmla="*/ 769639 h 6858000"/>
              <a:gd name="connsiteX3465" fmla="*/ 2098503 w 12192000"/>
              <a:gd name="connsiteY3465" fmla="*/ 769639 h 6858000"/>
              <a:gd name="connsiteX3466" fmla="*/ 2164455 w 12192000"/>
              <a:gd name="connsiteY3466" fmla="*/ 650608 h 6858000"/>
              <a:gd name="connsiteX3467" fmla="*/ 2164455 w 12192000"/>
              <a:gd name="connsiteY3467" fmla="*/ 650536 h 6858000"/>
              <a:gd name="connsiteX3468" fmla="*/ 2837531 w 12192000"/>
              <a:gd name="connsiteY3468" fmla="*/ 323015 h 6858000"/>
              <a:gd name="connsiteX3469" fmla="*/ 2843522 w 12192000"/>
              <a:gd name="connsiteY3469" fmla="*/ 326301 h 6858000"/>
              <a:gd name="connsiteX3470" fmla="*/ 2656007 w 12192000"/>
              <a:gd name="connsiteY3470" fmla="*/ 664671 h 6858000"/>
              <a:gd name="connsiteX3471" fmla="*/ 2656007 w 12192000"/>
              <a:gd name="connsiteY3471" fmla="*/ 664742 h 6858000"/>
              <a:gd name="connsiteX3472" fmla="*/ 2597877 w 12192000"/>
              <a:gd name="connsiteY3472" fmla="*/ 769637 h 6858000"/>
              <a:gd name="connsiteX3473" fmla="*/ 2590037 w 12192000"/>
              <a:gd name="connsiteY3473" fmla="*/ 769637 h 6858000"/>
              <a:gd name="connsiteX3474" fmla="*/ 2656007 w 12192000"/>
              <a:gd name="connsiteY3474" fmla="*/ 650605 h 6858000"/>
              <a:gd name="connsiteX3475" fmla="*/ 2656007 w 12192000"/>
              <a:gd name="connsiteY3475" fmla="*/ 650534 h 6858000"/>
              <a:gd name="connsiteX3476" fmla="*/ 3329087 w 12192000"/>
              <a:gd name="connsiteY3476" fmla="*/ 323013 h 6858000"/>
              <a:gd name="connsiteX3477" fmla="*/ 3335074 w 12192000"/>
              <a:gd name="connsiteY3477" fmla="*/ 326299 h 6858000"/>
              <a:gd name="connsiteX3478" fmla="*/ 3147447 w 12192000"/>
              <a:gd name="connsiteY3478" fmla="*/ 664668 h 6858000"/>
              <a:gd name="connsiteX3479" fmla="*/ 3147447 w 12192000"/>
              <a:gd name="connsiteY3479" fmla="*/ 664741 h 6858000"/>
              <a:gd name="connsiteX3480" fmla="*/ 3089274 w 12192000"/>
              <a:gd name="connsiteY3480" fmla="*/ 769636 h 6858000"/>
              <a:gd name="connsiteX3481" fmla="*/ 3081487 w 12192000"/>
              <a:gd name="connsiteY3481" fmla="*/ 769636 h 6858000"/>
              <a:gd name="connsiteX3482" fmla="*/ 3147447 w 12192000"/>
              <a:gd name="connsiteY3482" fmla="*/ 650604 h 6858000"/>
              <a:gd name="connsiteX3483" fmla="*/ 3147447 w 12192000"/>
              <a:gd name="connsiteY3483" fmla="*/ 650533 h 6858000"/>
              <a:gd name="connsiteX3484" fmla="*/ 3820530 w 12192000"/>
              <a:gd name="connsiteY3484" fmla="*/ 322988 h 6858000"/>
              <a:gd name="connsiteX3485" fmla="*/ 3826489 w 12192000"/>
              <a:gd name="connsiteY3485" fmla="*/ 326274 h 6858000"/>
              <a:gd name="connsiteX3486" fmla="*/ 3638971 w 12192000"/>
              <a:gd name="connsiteY3486" fmla="*/ 664612 h 6858000"/>
              <a:gd name="connsiteX3487" fmla="*/ 3638971 w 12192000"/>
              <a:gd name="connsiteY3487" fmla="*/ 664739 h 6858000"/>
              <a:gd name="connsiteX3488" fmla="*/ 3580803 w 12192000"/>
              <a:gd name="connsiteY3488" fmla="*/ 769634 h 6858000"/>
              <a:gd name="connsiteX3489" fmla="*/ 3573000 w 12192000"/>
              <a:gd name="connsiteY3489" fmla="*/ 769634 h 6858000"/>
              <a:gd name="connsiteX3490" fmla="*/ 3638952 w 12192000"/>
              <a:gd name="connsiteY3490" fmla="*/ 650634 h 6858000"/>
              <a:gd name="connsiteX3491" fmla="*/ 3638952 w 12192000"/>
              <a:gd name="connsiteY3491" fmla="*/ 650507 h 6858000"/>
              <a:gd name="connsiteX3492" fmla="*/ 4311976 w 12192000"/>
              <a:gd name="connsiteY3492" fmla="*/ 322986 h 6858000"/>
              <a:gd name="connsiteX3493" fmla="*/ 4317969 w 12192000"/>
              <a:gd name="connsiteY3493" fmla="*/ 326272 h 6858000"/>
              <a:gd name="connsiteX3494" fmla="*/ 4130440 w 12192000"/>
              <a:gd name="connsiteY3494" fmla="*/ 664642 h 6858000"/>
              <a:gd name="connsiteX3495" fmla="*/ 4130440 w 12192000"/>
              <a:gd name="connsiteY3495" fmla="*/ 664714 h 6858000"/>
              <a:gd name="connsiteX3496" fmla="*/ 4072282 w 12192000"/>
              <a:gd name="connsiteY3496" fmla="*/ 769609 h 6858000"/>
              <a:gd name="connsiteX3497" fmla="*/ 4064477 w 12192000"/>
              <a:gd name="connsiteY3497" fmla="*/ 769609 h 6858000"/>
              <a:gd name="connsiteX3498" fmla="*/ 4130440 w 12192000"/>
              <a:gd name="connsiteY3498" fmla="*/ 650577 h 6858000"/>
              <a:gd name="connsiteX3499" fmla="*/ 4130440 w 12192000"/>
              <a:gd name="connsiteY3499" fmla="*/ 650506 h 6858000"/>
              <a:gd name="connsiteX3500" fmla="*/ 4803510 w 12192000"/>
              <a:gd name="connsiteY3500" fmla="*/ 322985 h 6858000"/>
              <a:gd name="connsiteX3501" fmla="*/ 4809481 w 12192000"/>
              <a:gd name="connsiteY3501" fmla="*/ 326271 h 6858000"/>
              <a:gd name="connsiteX3502" fmla="*/ 4621966 w 12192000"/>
              <a:gd name="connsiteY3502" fmla="*/ 664640 h 6858000"/>
              <a:gd name="connsiteX3503" fmla="*/ 4621966 w 12192000"/>
              <a:gd name="connsiteY3503" fmla="*/ 664712 h 6858000"/>
              <a:gd name="connsiteX3504" fmla="*/ 4563795 w 12192000"/>
              <a:gd name="connsiteY3504" fmla="*/ 769607 h 6858000"/>
              <a:gd name="connsiteX3505" fmla="*/ 4555952 w 12192000"/>
              <a:gd name="connsiteY3505" fmla="*/ 769607 h 6858000"/>
              <a:gd name="connsiteX3506" fmla="*/ 4621962 w 12192000"/>
              <a:gd name="connsiteY3506" fmla="*/ 650576 h 6858000"/>
              <a:gd name="connsiteX3507" fmla="*/ 4621962 w 12192000"/>
              <a:gd name="connsiteY3507" fmla="*/ 650504 h 6858000"/>
              <a:gd name="connsiteX3508" fmla="*/ 5294922 w 12192000"/>
              <a:gd name="connsiteY3508" fmla="*/ 322983 h 6858000"/>
              <a:gd name="connsiteX3509" fmla="*/ 5300909 w 12192000"/>
              <a:gd name="connsiteY3509" fmla="*/ 326269 h 6858000"/>
              <a:gd name="connsiteX3510" fmla="*/ 5113480 w 12192000"/>
              <a:gd name="connsiteY3510" fmla="*/ 664638 h 6858000"/>
              <a:gd name="connsiteX3511" fmla="*/ 5113480 w 12192000"/>
              <a:gd name="connsiteY3511" fmla="*/ 664712 h 6858000"/>
              <a:gd name="connsiteX3512" fmla="*/ 5055280 w 12192000"/>
              <a:gd name="connsiteY3512" fmla="*/ 769605 h 6858000"/>
              <a:gd name="connsiteX3513" fmla="*/ 5047442 w 12192000"/>
              <a:gd name="connsiteY3513" fmla="*/ 769605 h 6858000"/>
              <a:gd name="connsiteX3514" fmla="*/ 5113474 w 12192000"/>
              <a:gd name="connsiteY3514" fmla="*/ 650574 h 6858000"/>
              <a:gd name="connsiteX3515" fmla="*/ 5113474 w 12192000"/>
              <a:gd name="connsiteY3515" fmla="*/ 650502 h 6858000"/>
              <a:gd name="connsiteX3516" fmla="*/ 5786464 w 12192000"/>
              <a:gd name="connsiteY3516" fmla="*/ 322982 h 6858000"/>
              <a:gd name="connsiteX3517" fmla="*/ 5792456 w 12192000"/>
              <a:gd name="connsiteY3517" fmla="*/ 326268 h 6858000"/>
              <a:gd name="connsiteX3518" fmla="*/ 5604939 w 12192000"/>
              <a:gd name="connsiteY3518" fmla="*/ 664637 h 6858000"/>
              <a:gd name="connsiteX3519" fmla="*/ 5604939 w 12192000"/>
              <a:gd name="connsiteY3519" fmla="*/ 664709 h 6858000"/>
              <a:gd name="connsiteX3520" fmla="*/ 5546830 w 12192000"/>
              <a:gd name="connsiteY3520" fmla="*/ 769604 h 6858000"/>
              <a:gd name="connsiteX3521" fmla="*/ 5538938 w 12192000"/>
              <a:gd name="connsiteY3521" fmla="*/ 769604 h 6858000"/>
              <a:gd name="connsiteX3522" fmla="*/ 5604939 w 12192000"/>
              <a:gd name="connsiteY3522" fmla="*/ 650573 h 6858000"/>
              <a:gd name="connsiteX3523" fmla="*/ 5604939 w 12192000"/>
              <a:gd name="connsiteY3523" fmla="*/ 650501 h 6858000"/>
              <a:gd name="connsiteX3524" fmla="*/ 6277499 w 12192000"/>
              <a:gd name="connsiteY3524" fmla="*/ 322956 h 6858000"/>
              <a:gd name="connsiteX3525" fmla="*/ 6283490 w 12192000"/>
              <a:gd name="connsiteY3525" fmla="*/ 326242 h 6858000"/>
              <a:gd name="connsiteX3526" fmla="*/ 6096000 w 12192000"/>
              <a:gd name="connsiteY3526" fmla="*/ 664597 h 6858000"/>
              <a:gd name="connsiteX3527" fmla="*/ 6096000 w 12192000"/>
              <a:gd name="connsiteY3527" fmla="*/ 664707 h 6858000"/>
              <a:gd name="connsiteX3528" fmla="*/ 6038198 w 12192000"/>
              <a:gd name="connsiteY3528" fmla="*/ 769602 h 6858000"/>
              <a:gd name="connsiteX3529" fmla="*/ 6030407 w 12192000"/>
              <a:gd name="connsiteY3529" fmla="*/ 769602 h 6858000"/>
              <a:gd name="connsiteX3530" fmla="*/ 6096000 w 12192000"/>
              <a:gd name="connsiteY3530" fmla="*/ 650585 h 6858000"/>
              <a:gd name="connsiteX3531" fmla="*/ 6096000 w 12192000"/>
              <a:gd name="connsiteY3531" fmla="*/ 650475 h 6858000"/>
              <a:gd name="connsiteX3532" fmla="*/ 6769000 w 12192000"/>
              <a:gd name="connsiteY3532" fmla="*/ 322955 h 6858000"/>
              <a:gd name="connsiteX3533" fmla="*/ 6774991 w 12192000"/>
              <a:gd name="connsiteY3533" fmla="*/ 326241 h 6858000"/>
              <a:gd name="connsiteX3534" fmla="*/ 6587456 w 12192000"/>
              <a:gd name="connsiteY3534" fmla="*/ 664612 h 6858000"/>
              <a:gd name="connsiteX3535" fmla="*/ 6587456 w 12192000"/>
              <a:gd name="connsiteY3535" fmla="*/ 664682 h 6858000"/>
              <a:gd name="connsiteX3536" fmla="*/ 6529292 w 12192000"/>
              <a:gd name="connsiteY3536" fmla="*/ 769577 h 6858000"/>
              <a:gd name="connsiteX3537" fmla="*/ 6521452 w 12192000"/>
              <a:gd name="connsiteY3537" fmla="*/ 769577 h 6858000"/>
              <a:gd name="connsiteX3538" fmla="*/ 6587456 w 12192000"/>
              <a:gd name="connsiteY3538" fmla="*/ 650544 h 6858000"/>
              <a:gd name="connsiteX3539" fmla="*/ 6587456 w 12192000"/>
              <a:gd name="connsiteY3539" fmla="*/ 650474 h 6858000"/>
              <a:gd name="connsiteX3540" fmla="*/ 7260501 w 12192000"/>
              <a:gd name="connsiteY3540" fmla="*/ 322953 h 6858000"/>
              <a:gd name="connsiteX3541" fmla="*/ 7266492 w 12192000"/>
              <a:gd name="connsiteY3541" fmla="*/ 326239 h 6858000"/>
              <a:gd name="connsiteX3542" fmla="*/ 7078957 w 12192000"/>
              <a:gd name="connsiteY3542" fmla="*/ 664610 h 6858000"/>
              <a:gd name="connsiteX3543" fmla="*/ 7078957 w 12192000"/>
              <a:gd name="connsiteY3543" fmla="*/ 664681 h 6858000"/>
              <a:gd name="connsiteX3544" fmla="*/ 7020793 w 12192000"/>
              <a:gd name="connsiteY3544" fmla="*/ 769575 h 6858000"/>
              <a:gd name="connsiteX3545" fmla="*/ 7012953 w 12192000"/>
              <a:gd name="connsiteY3545" fmla="*/ 769575 h 6858000"/>
              <a:gd name="connsiteX3546" fmla="*/ 7078957 w 12192000"/>
              <a:gd name="connsiteY3546" fmla="*/ 650542 h 6858000"/>
              <a:gd name="connsiteX3547" fmla="*/ 7078957 w 12192000"/>
              <a:gd name="connsiteY3547" fmla="*/ 650472 h 6858000"/>
              <a:gd name="connsiteX3548" fmla="*/ 7752003 w 12192000"/>
              <a:gd name="connsiteY3548" fmla="*/ 322952 h 6858000"/>
              <a:gd name="connsiteX3549" fmla="*/ 7757994 w 12192000"/>
              <a:gd name="connsiteY3549" fmla="*/ 326237 h 6858000"/>
              <a:gd name="connsiteX3550" fmla="*/ 7570425 w 12192000"/>
              <a:gd name="connsiteY3550" fmla="*/ 664607 h 6858000"/>
              <a:gd name="connsiteX3551" fmla="*/ 7570425 w 12192000"/>
              <a:gd name="connsiteY3551" fmla="*/ 664679 h 6858000"/>
              <a:gd name="connsiteX3552" fmla="*/ 7512295 w 12192000"/>
              <a:gd name="connsiteY3552" fmla="*/ 769574 h 6858000"/>
              <a:gd name="connsiteX3553" fmla="*/ 7504455 w 12192000"/>
              <a:gd name="connsiteY3553" fmla="*/ 769574 h 6858000"/>
              <a:gd name="connsiteX3554" fmla="*/ 7570424 w 12192000"/>
              <a:gd name="connsiteY3554" fmla="*/ 650542 h 6858000"/>
              <a:gd name="connsiteX3555" fmla="*/ 7570424 w 12192000"/>
              <a:gd name="connsiteY3555" fmla="*/ 650471 h 6858000"/>
              <a:gd name="connsiteX3556" fmla="*/ 8243505 w 12192000"/>
              <a:gd name="connsiteY3556" fmla="*/ 322950 h 6858000"/>
              <a:gd name="connsiteX3557" fmla="*/ 8249496 w 12192000"/>
              <a:gd name="connsiteY3557" fmla="*/ 326236 h 6858000"/>
              <a:gd name="connsiteX3558" fmla="*/ 8061927 w 12192000"/>
              <a:gd name="connsiteY3558" fmla="*/ 664605 h 6858000"/>
              <a:gd name="connsiteX3559" fmla="*/ 8061927 w 12192000"/>
              <a:gd name="connsiteY3559" fmla="*/ 664677 h 6858000"/>
              <a:gd name="connsiteX3560" fmla="*/ 8003797 w 12192000"/>
              <a:gd name="connsiteY3560" fmla="*/ 769572 h 6858000"/>
              <a:gd name="connsiteX3561" fmla="*/ 7995957 w 12192000"/>
              <a:gd name="connsiteY3561" fmla="*/ 769572 h 6858000"/>
              <a:gd name="connsiteX3562" fmla="*/ 8061926 w 12192000"/>
              <a:gd name="connsiteY3562" fmla="*/ 650541 h 6858000"/>
              <a:gd name="connsiteX3563" fmla="*/ 8061926 w 12192000"/>
              <a:gd name="connsiteY3563" fmla="*/ 650469 h 6858000"/>
              <a:gd name="connsiteX3564" fmla="*/ 8735006 w 12192000"/>
              <a:gd name="connsiteY3564" fmla="*/ 322925 h 6858000"/>
              <a:gd name="connsiteX3565" fmla="*/ 8740997 w 12192000"/>
              <a:gd name="connsiteY3565" fmla="*/ 326210 h 6858000"/>
              <a:gd name="connsiteX3566" fmla="*/ 8553427 w 12192000"/>
              <a:gd name="connsiteY3566" fmla="*/ 664582 h 6858000"/>
              <a:gd name="connsiteX3567" fmla="*/ 8553427 w 12192000"/>
              <a:gd name="connsiteY3567" fmla="*/ 664676 h 6858000"/>
              <a:gd name="connsiteX3568" fmla="*/ 8495263 w 12192000"/>
              <a:gd name="connsiteY3568" fmla="*/ 769570 h 6858000"/>
              <a:gd name="connsiteX3569" fmla="*/ 8487458 w 12192000"/>
              <a:gd name="connsiteY3569" fmla="*/ 769570 h 6858000"/>
              <a:gd name="connsiteX3570" fmla="*/ 8553427 w 12192000"/>
              <a:gd name="connsiteY3570" fmla="*/ 650538 h 6858000"/>
              <a:gd name="connsiteX3571" fmla="*/ 8553427 w 12192000"/>
              <a:gd name="connsiteY3571" fmla="*/ 650444 h 6858000"/>
              <a:gd name="connsiteX3572" fmla="*/ 9226508 w 12192000"/>
              <a:gd name="connsiteY3572" fmla="*/ 322923 h 6858000"/>
              <a:gd name="connsiteX3573" fmla="*/ 9232499 w 12192000"/>
              <a:gd name="connsiteY3573" fmla="*/ 326209 h 6858000"/>
              <a:gd name="connsiteX3574" fmla="*/ 9044929 w 12192000"/>
              <a:gd name="connsiteY3574" fmla="*/ 664580 h 6858000"/>
              <a:gd name="connsiteX3575" fmla="*/ 9044929 w 12192000"/>
              <a:gd name="connsiteY3575" fmla="*/ 664650 h 6858000"/>
              <a:gd name="connsiteX3576" fmla="*/ 8986765 w 12192000"/>
              <a:gd name="connsiteY3576" fmla="*/ 769545 h 6858000"/>
              <a:gd name="connsiteX3577" fmla="*/ 8978959 w 12192000"/>
              <a:gd name="connsiteY3577" fmla="*/ 769545 h 6858000"/>
              <a:gd name="connsiteX3578" fmla="*/ 9044929 w 12192000"/>
              <a:gd name="connsiteY3578" fmla="*/ 650512 h 6858000"/>
              <a:gd name="connsiteX3579" fmla="*/ 9044929 w 12192000"/>
              <a:gd name="connsiteY3579" fmla="*/ 650442 h 6858000"/>
              <a:gd name="connsiteX3580" fmla="*/ 9718009 w 12192000"/>
              <a:gd name="connsiteY3580" fmla="*/ 322921 h 6858000"/>
              <a:gd name="connsiteX3581" fmla="*/ 9723965 w 12192000"/>
              <a:gd name="connsiteY3581" fmla="*/ 326207 h 6858000"/>
              <a:gd name="connsiteX3582" fmla="*/ 9536431 w 12192000"/>
              <a:gd name="connsiteY3582" fmla="*/ 664577 h 6858000"/>
              <a:gd name="connsiteX3583" fmla="*/ 9536431 w 12192000"/>
              <a:gd name="connsiteY3583" fmla="*/ 664649 h 6858000"/>
              <a:gd name="connsiteX3584" fmla="*/ 9478267 w 12192000"/>
              <a:gd name="connsiteY3584" fmla="*/ 769544 h 6858000"/>
              <a:gd name="connsiteX3585" fmla="*/ 9470461 w 12192000"/>
              <a:gd name="connsiteY3585" fmla="*/ 769544 h 6858000"/>
              <a:gd name="connsiteX3586" fmla="*/ 9536430 w 12192000"/>
              <a:gd name="connsiteY3586" fmla="*/ 650512 h 6858000"/>
              <a:gd name="connsiteX3587" fmla="*/ 9536430 w 12192000"/>
              <a:gd name="connsiteY3587" fmla="*/ 650441 h 6858000"/>
              <a:gd name="connsiteX3588" fmla="*/ 10209476 w 12192000"/>
              <a:gd name="connsiteY3588" fmla="*/ 322920 h 6858000"/>
              <a:gd name="connsiteX3589" fmla="*/ 10215467 w 12192000"/>
              <a:gd name="connsiteY3589" fmla="*/ 326206 h 6858000"/>
              <a:gd name="connsiteX3590" fmla="*/ 10027932 w 12192000"/>
              <a:gd name="connsiteY3590" fmla="*/ 664577 h 6858000"/>
              <a:gd name="connsiteX3591" fmla="*/ 10027932 w 12192000"/>
              <a:gd name="connsiteY3591" fmla="*/ 664647 h 6858000"/>
              <a:gd name="connsiteX3592" fmla="*/ 9969768 w 12192000"/>
              <a:gd name="connsiteY3592" fmla="*/ 769542 h 6858000"/>
              <a:gd name="connsiteX3593" fmla="*/ 9961962 w 12192000"/>
              <a:gd name="connsiteY3593" fmla="*/ 769542 h 6858000"/>
              <a:gd name="connsiteX3594" fmla="*/ 10027932 w 12192000"/>
              <a:gd name="connsiteY3594" fmla="*/ 650509 h 6858000"/>
              <a:gd name="connsiteX3595" fmla="*/ 10027932 w 12192000"/>
              <a:gd name="connsiteY3595" fmla="*/ 650439 h 6858000"/>
              <a:gd name="connsiteX3596" fmla="*/ 10700977 w 12192000"/>
              <a:gd name="connsiteY3596" fmla="*/ 322918 h 6858000"/>
              <a:gd name="connsiteX3597" fmla="*/ 10706968 w 12192000"/>
              <a:gd name="connsiteY3597" fmla="*/ 326204 h 6858000"/>
              <a:gd name="connsiteX3598" fmla="*/ 10519433 w 12192000"/>
              <a:gd name="connsiteY3598" fmla="*/ 664575 h 6858000"/>
              <a:gd name="connsiteX3599" fmla="*/ 10519433 w 12192000"/>
              <a:gd name="connsiteY3599" fmla="*/ 664646 h 6858000"/>
              <a:gd name="connsiteX3600" fmla="*/ 10461269 w 12192000"/>
              <a:gd name="connsiteY3600" fmla="*/ 769540 h 6858000"/>
              <a:gd name="connsiteX3601" fmla="*/ 10453429 w 12192000"/>
              <a:gd name="connsiteY3601" fmla="*/ 769540 h 6858000"/>
              <a:gd name="connsiteX3602" fmla="*/ 10519433 w 12192000"/>
              <a:gd name="connsiteY3602" fmla="*/ 650507 h 6858000"/>
              <a:gd name="connsiteX3603" fmla="*/ 10519433 w 12192000"/>
              <a:gd name="connsiteY3603" fmla="*/ 650437 h 6858000"/>
              <a:gd name="connsiteX3604" fmla="*/ 11192478 w 12192000"/>
              <a:gd name="connsiteY3604" fmla="*/ 322893 h 6858000"/>
              <a:gd name="connsiteX3605" fmla="*/ 11198469 w 12192000"/>
              <a:gd name="connsiteY3605" fmla="*/ 326179 h 6858000"/>
              <a:gd name="connsiteX3606" fmla="*/ 11010934 w 12192000"/>
              <a:gd name="connsiteY3606" fmla="*/ 664550 h 6858000"/>
              <a:gd name="connsiteX3607" fmla="*/ 11010934 w 12192000"/>
              <a:gd name="connsiteY3607" fmla="*/ 664644 h 6858000"/>
              <a:gd name="connsiteX3608" fmla="*/ 10952770 w 12192000"/>
              <a:gd name="connsiteY3608" fmla="*/ 769539 h 6858000"/>
              <a:gd name="connsiteX3609" fmla="*/ 10944930 w 12192000"/>
              <a:gd name="connsiteY3609" fmla="*/ 769539 h 6858000"/>
              <a:gd name="connsiteX3610" fmla="*/ 11010934 w 12192000"/>
              <a:gd name="connsiteY3610" fmla="*/ 650506 h 6858000"/>
              <a:gd name="connsiteX3611" fmla="*/ 11010934 w 12192000"/>
              <a:gd name="connsiteY3611" fmla="*/ 650412 h 6858000"/>
              <a:gd name="connsiteX3612" fmla="*/ 11683980 w 12192000"/>
              <a:gd name="connsiteY3612" fmla="*/ 322891 h 6858000"/>
              <a:gd name="connsiteX3613" fmla="*/ 11689971 w 12192000"/>
              <a:gd name="connsiteY3613" fmla="*/ 326177 h 6858000"/>
              <a:gd name="connsiteX3614" fmla="*/ 11502436 w 12192000"/>
              <a:gd name="connsiteY3614" fmla="*/ 664548 h 6858000"/>
              <a:gd name="connsiteX3615" fmla="*/ 11502436 w 12192000"/>
              <a:gd name="connsiteY3615" fmla="*/ 664619 h 6858000"/>
              <a:gd name="connsiteX3616" fmla="*/ 11444272 w 12192000"/>
              <a:gd name="connsiteY3616" fmla="*/ 769513 h 6858000"/>
              <a:gd name="connsiteX3617" fmla="*/ 11436432 w 12192000"/>
              <a:gd name="connsiteY3617" fmla="*/ 769513 h 6858000"/>
              <a:gd name="connsiteX3618" fmla="*/ 11502436 w 12192000"/>
              <a:gd name="connsiteY3618" fmla="*/ 650481 h 6858000"/>
              <a:gd name="connsiteX3619" fmla="*/ 11502436 w 12192000"/>
              <a:gd name="connsiteY3619" fmla="*/ 650410 h 6858000"/>
              <a:gd name="connsiteX3620" fmla="*/ 12175482 w 12192000"/>
              <a:gd name="connsiteY3620" fmla="*/ 322890 h 6858000"/>
              <a:gd name="connsiteX3621" fmla="*/ 12181473 w 12192000"/>
              <a:gd name="connsiteY3621" fmla="*/ 326176 h 6858000"/>
              <a:gd name="connsiteX3622" fmla="*/ 11993938 w 12192000"/>
              <a:gd name="connsiteY3622" fmla="*/ 664547 h 6858000"/>
              <a:gd name="connsiteX3623" fmla="*/ 11993938 w 12192000"/>
              <a:gd name="connsiteY3623" fmla="*/ 664617 h 6858000"/>
              <a:gd name="connsiteX3624" fmla="*/ 11935773 w 12192000"/>
              <a:gd name="connsiteY3624" fmla="*/ 769512 h 6858000"/>
              <a:gd name="connsiteX3625" fmla="*/ 11927934 w 12192000"/>
              <a:gd name="connsiteY3625" fmla="*/ 769512 h 6858000"/>
              <a:gd name="connsiteX3626" fmla="*/ 11993938 w 12192000"/>
              <a:gd name="connsiteY3626" fmla="*/ 650479 h 6858000"/>
              <a:gd name="connsiteX3627" fmla="*/ 11993938 w 12192000"/>
              <a:gd name="connsiteY3627" fmla="*/ 650409 h 6858000"/>
              <a:gd name="connsiteX3628" fmla="*/ 12058874 w 12192000"/>
              <a:gd name="connsiteY3628" fmla="*/ 0 h 6858000"/>
              <a:gd name="connsiteX3629" fmla="*/ 12066683 w 12192000"/>
              <a:gd name="connsiteY3629" fmla="*/ 0 h 6858000"/>
              <a:gd name="connsiteX3630" fmla="*/ 12192000 w 12192000"/>
              <a:gd name="connsiteY3630" fmla="*/ 226081 h 6858000"/>
              <a:gd name="connsiteX3631" fmla="*/ 12192000 w 12192000"/>
              <a:gd name="connsiteY3631" fmla="*/ 240184 h 6858000"/>
              <a:gd name="connsiteX3632" fmla="*/ 11862959 w 12192000"/>
              <a:gd name="connsiteY3632" fmla="*/ 0 h 6858000"/>
              <a:gd name="connsiteX3633" fmla="*/ 11870796 w 12192000"/>
              <a:gd name="connsiteY3633" fmla="*/ 0 h 6858000"/>
              <a:gd name="connsiteX3634" fmla="*/ 11754161 w 12192000"/>
              <a:gd name="connsiteY3634" fmla="*/ 210399 h 6858000"/>
              <a:gd name="connsiteX3635" fmla="*/ 11748170 w 12192000"/>
              <a:gd name="connsiteY3635" fmla="*/ 207079 h 6858000"/>
              <a:gd name="connsiteX3636" fmla="*/ 11567377 w 12192000"/>
              <a:gd name="connsiteY3636" fmla="*/ 0 h 6858000"/>
              <a:gd name="connsiteX3637" fmla="*/ 11575186 w 12192000"/>
              <a:gd name="connsiteY3637" fmla="*/ 0 h 6858000"/>
              <a:gd name="connsiteX3638" fmla="*/ 11935739 w 12192000"/>
              <a:gd name="connsiteY3638" fmla="*/ 650411 h 6858000"/>
              <a:gd name="connsiteX3639" fmla="*/ 11929748 w 12192000"/>
              <a:gd name="connsiteY3639" fmla="*/ 653732 h 6858000"/>
              <a:gd name="connsiteX3640" fmla="*/ 11371457 w 12192000"/>
              <a:gd name="connsiteY3640" fmla="*/ 0 h 6858000"/>
              <a:gd name="connsiteX3641" fmla="*/ 11379294 w 12192000"/>
              <a:gd name="connsiteY3641" fmla="*/ 0 h 6858000"/>
              <a:gd name="connsiteX3642" fmla="*/ 11262659 w 12192000"/>
              <a:gd name="connsiteY3642" fmla="*/ 210400 h 6858000"/>
              <a:gd name="connsiteX3643" fmla="*/ 11256668 w 12192000"/>
              <a:gd name="connsiteY3643" fmla="*/ 207080 h 6858000"/>
              <a:gd name="connsiteX3644" fmla="*/ 11075873 w 12192000"/>
              <a:gd name="connsiteY3644" fmla="*/ 0 h 6858000"/>
              <a:gd name="connsiteX3645" fmla="*/ 11083684 w 12192000"/>
              <a:gd name="connsiteY3645" fmla="*/ 0 h 6858000"/>
              <a:gd name="connsiteX3646" fmla="*/ 11444237 w 12192000"/>
              <a:gd name="connsiteY3646" fmla="*/ 650412 h 6858000"/>
              <a:gd name="connsiteX3647" fmla="*/ 11438246 w 12192000"/>
              <a:gd name="connsiteY3647" fmla="*/ 653733 h 6858000"/>
              <a:gd name="connsiteX3648" fmla="*/ 10879970 w 12192000"/>
              <a:gd name="connsiteY3648" fmla="*/ 0 h 6858000"/>
              <a:gd name="connsiteX3649" fmla="*/ 10887807 w 12192000"/>
              <a:gd name="connsiteY3649" fmla="*/ 0 h 6858000"/>
              <a:gd name="connsiteX3650" fmla="*/ 10771157 w 12192000"/>
              <a:gd name="connsiteY3650" fmla="*/ 210426 h 6858000"/>
              <a:gd name="connsiteX3651" fmla="*/ 10765166 w 12192000"/>
              <a:gd name="connsiteY3651" fmla="*/ 207106 h 6858000"/>
              <a:gd name="connsiteX3652" fmla="*/ 10584358 w 12192000"/>
              <a:gd name="connsiteY3652" fmla="*/ 0 h 6858000"/>
              <a:gd name="connsiteX3653" fmla="*/ 10592197 w 12192000"/>
              <a:gd name="connsiteY3653" fmla="*/ 0 h 6858000"/>
              <a:gd name="connsiteX3654" fmla="*/ 10952736 w 12192000"/>
              <a:gd name="connsiteY3654" fmla="*/ 650438 h 6858000"/>
              <a:gd name="connsiteX3655" fmla="*/ 10946745 w 12192000"/>
              <a:gd name="connsiteY3655" fmla="*/ 653759 h 6858000"/>
              <a:gd name="connsiteX3656" fmla="*/ 10388482 w 12192000"/>
              <a:gd name="connsiteY3656" fmla="*/ 0 h 6858000"/>
              <a:gd name="connsiteX3657" fmla="*/ 10396306 w 12192000"/>
              <a:gd name="connsiteY3657" fmla="*/ 0 h 6858000"/>
              <a:gd name="connsiteX3658" fmla="*/ 10279657 w 12192000"/>
              <a:gd name="connsiteY3658" fmla="*/ 210427 h 6858000"/>
              <a:gd name="connsiteX3659" fmla="*/ 10273699 w 12192000"/>
              <a:gd name="connsiteY3659" fmla="*/ 207107 h 6858000"/>
              <a:gd name="connsiteX3660" fmla="*/ 10092857 w 12192000"/>
              <a:gd name="connsiteY3660" fmla="*/ 0 h 6858000"/>
              <a:gd name="connsiteX3661" fmla="*/ 10100695 w 12192000"/>
              <a:gd name="connsiteY3661" fmla="*/ 0 h 6858000"/>
              <a:gd name="connsiteX3662" fmla="*/ 10461235 w 12192000"/>
              <a:gd name="connsiteY3662" fmla="*/ 650439 h 6858000"/>
              <a:gd name="connsiteX3663" fmla="*/ 10455244 w 12192000"/>
              <a:gd name="connsiteY3663" fmla="*/ 653760 h 6858000"/>
              <a:gd name="connsiteX3664" fmla="*/ 9896982 w 12192000"/>
              <a:gd name="connsiteY3664" fmla="*/ 0 h 6858000"/>
              <a:gd name="connsiteX3665" fmla="*/ 9904818 w 12192000"/>
              <a:gd name="connsiteY3665" fmla="*/ 0 h 6858000"/>
              <a:gd name="connsiteX3666" fmla="*/ 9788189 w 12192000"/>
              <a:gd name="connsiteY3666" fmla="*/ 210429 h 6858000"/>
              <a:gd name="connsiteX3667" fmla="*/ 9782198 w 12192000"/>
              <a:gd name="connsiteY3667" fmla="*/ 207109 h 6858000"/>
              <a:gd name="connsiteX3668" fmla="*/ 9601354 w 12192000"/>
              <a:gd name="connsiteY3668" fmla="*/ 0 h 6858000"/>
              <a:gd name="connsiteX3669" fmla="*/ 9609193 w 12192000"/>
              <a:gd name="connsiteY3669" fmla="*/ 0 h 6858000"/>
              <a:gd name="connsiteX3670" fmla="*/ 9969733 w 12192000"/>
              <a:gd name="connsiteY3670" fmla="*/ 650441 h 6858000"/>
              <a:gd name="connsiteX3671" fmla="*/ 9963742 w 12192000"/>
              <a:gd name="connsiteY3671" fmla="*/ 653762 h 6858000"/>
              <a:gd name="connsiteX3672" fmla="*/ 9405502 w 12192000"/>
              <a:gd name="connsiteY3672" fmla="*/ 0 h 6858000"/>
              <a:gd name="connsiteX3673" fmla="*/ 9413316 w 12192000"/>
              <a:gd name="connsiteY3673" fmla="*/ 0 h 6858000"/>
              <a:gd name="connsiteX3674" fmla="*/ 9296687 w 12192000"/>
              <a:gd name="connsiteY3674" fmla="*/ 210430 h 6858000"/>
              <a:gd name="connsiteX3675" fmla="*/ 9290696 w 12192000"/>
              <a:gd name="connsiteY3675" fmla="*/ 207110 h 6858000"/>
              <a:gd name="connsiteX3676" fmla="*/ 9109852 w 12192000"/>
              <a:gd name="connsiteY3676" fmla="*/ 0 h 6858000"/>
              <a:gd name="connsiteX3677" fmla="*/ 9117691 w 12192000"/>
              <a:gd name="connsiteY3677" fmla="*/ 0 h 6858000"/>
              <a:gd name="connsiteX3678" fmla="*/ 9478232 w 12192000"/>
              <a:gd name="connsiteY3678" fmla="*/ 650442 h 6858000"/>
              <a:gd name="connsiteX3679" fmla="*/ 9472241 w 12192000"/>
              <a:gd name="connsiteY3679" fmla="*/ 653764 h 6858000"/>
              <a:gd name="connsiteX3680" fmla="*/ 8914002 w 12192000"/>
              <a:gd name="connsiteY3680" fmla="*/ 0 h 6858000"/>
              <a:gd name="connsiteX3681" fmla="*/ 8921816 w 12192000"/>
              <a:gd name="connsiteY3681" fmla="*/ 0 h 6858000"/>
              <a:gd name="connsiteX3682" fmla="*/ 8805186 w 12192000"/>
              <a:gd name="connsiteY3682" fmla="*/ 210432 h 6858000"/>
              <a:gd name="connsiteX3683" fmla="*/ 8799195 w 12192000"/>
              <a:gd name="connsiteY3683" fmla="*/ 207112 h 6858000"/>
              <a:gd name="connsiteX3684" fmla="*/ 8618349 w 12192000"/>
              <a:gd name="connsiteY3684" fmla="*/ 0 h 6858000"/>
              <a:gd name="connsiteX3685" fmla="*/ 8626188 w 12192000"/>
              <a:gd name="connsiteY3685" fmla="*/ 0 h 6858000"/>
              <a:gd name="connsiteX3686" fmla="*/ 8986730 w 12192000"/>
              <a:gd name="connsiteY3686" fmla="*/ 650444 h 6858000"/>
              <a:gd name="connsiteX3687" fmla="*/ 8980739 w 12192000"/>
              <a:gd name="connsiteY3687" fmla="*/ 653765 h 6858000"/>
              <a:gd name="connsiteX3688" fmla="*/ 8422515 w 12192000"/>
              <a:gd name="connsiteY3688" fmla="*/ 0 h 6858000"/>
              <a:gd name="connsiteX3689" fmla="*/ 8430329 w 12192000"/>
              <a:gd name="connsiteY3689" fmla="*/ 0 h 6858000"/>
              <a:gd name="connsiteX3690" fmla="*/ 8313685 w 12192000"/>
              <a:gd name="connsiteY3690" fmla="*/ 210457 h 6858000"/>
              <a:gd name="connsiteX3691" fmla="*/ 8307694 w 12192000"/>
              <a:gd name="connsiteY3691" fmla="*/ 207137 h 6858000"/>
              <a:gd name="connsiteX3692" fmla="*/ 8126834 w 12192000"/>
              <a:gd name="connsiteY3692" fmla="*/ 0 h 6858000"/>
              <a:gd name="connsiteX3693" fmla="*/ 8134673 w 12192000"/>
              <a:gd name="connsiteY3693" fmla="*/ 0 h 6858000"/>
              <a:gd name="connsiteX3694" fmla="*/ 8495229 w 12192000"/>
              <a:gd name="connsiteY3694" fmla="*/ 650469 h 6858000"/>
              <a:gd name="connsiteX3695" fmla="*/ 8489238 w 12192000"/>
              <a:gd name="connsiteY3695" fmla="*/ 653790 h 6858000"/>
              <a:gd name="connsiteX3696" fmla="*/ 7931014 w 12192000"/>
              <a:gd name="connsiteY3696" fmla="*/ 0 h 6858000"/>
              <a:gd name="connsiteX3697" fmla="*/ 7938829 w 12192000"/>
              <a:gd name="connsiteY3697" fmla="*/ 0 h 6858000"/>
              <a:gd name="connsiteX3698" fmla="*/ 7822183 w 12192000"/>
              <a:gd name="connsiteY3698" fmla="*/ 210459 h 6858000"/>
              <a:gd name="connsiteX3699" fmla="*/ 7816192 w 12192000"/>
              <a:gd name="connsiteY3699" fmla="*/ 207139 h 6858000"/>
              <a:gd name="connsiteX3700" fmla="*/ 7635331 w 12192000"/>
              <a:gd name="connsiteY3700" fmla="*/ 0 h 6858000"/>
              <a:gd name="connsiteX3701" fmla="*/ 7643170 w 12192000"/>
              <a:gd name="connsiteY3701" fmla="*/ 0 h 6858000"/>
              <a:gd name="connsiteX3702" fmla="*/ 8003727 w 12192000"/>
              <a:gd name="connsiteY3702" fmla="*/ 650471 h 6858000"/>
              <a:gd name="connsiteX3703" fmla="*/ 7997736 w 12192000"/>
              <a:gd name="connsiteY3703" fmla="*/ 653792 h 6858000"/>
              <a:gd name="connsiteX3704" fmla="*/ 7439514 w 12192000"/>
              <a:gd name="connsiteY3704" fmla="*/ 0 h 6858000"/>
              <a:gd name="connsiteX3705" fmla="*/ 7447351 w 12192000"/>
              <a:gd name="connsiteY3705" fmla="*/ 0 h 6858000"/>
              <a:gd name="connsiteX3706" fmla="*/ 7330682 w 12192000"/>
              <a:gd name="connsiteY3706" fmla="*/ 210461 h 6858000"/>
              <a:gd name="connsiteX3707" fmla="*/ 7324691 w 12192000"/>
              <a:gd name="connsiteY3707" fmla="*/ 207140 h 6858000"/>
              <a:gd name="connsiteX3708" fmla="*/ 7143858 w 12192000"/>
              <a:gd name="connsiteY3708" fmla="*/ 0 h 6858000"/>
              <a:gd name="connsiteX3709" fmla="*/ 7151668 w 12192000"/>
              <a:gd name="connsiteY3709" fmla="*/ 0 h 6858000"/>
              <a:gd name="connsiteX3710" fmla="*/ 7512226 w 12192000"/>
              <a:gd name="connsiteY3710" fmla="*/ 650473 h 6858000"/>
              <a:gd name="connsiteX3711" fmla="*/ 7506235 w 12192000"/>
              <a:gd name="connsiteY3711" fmla="*/ 653794 h 6858000"/>
              <a:gd name="connsiteX3712" fmla="*/ 6948013 w 12192000"/>
              <a:gd name="connsiteY3712" fmla="*/ 0 h 6858000"/>
              <a:gd name="connsiteX3713" fmla="*/ 6955850 w 12192000"/>
              <a:gd name="connsiteY3713" fmla="*/ 0 h 6858000"/>
              <a:gd name="connsiteX3714" fmla="*/ 6839180 w 12192000"/>
              <a:gd name="connsiteY3714" fmla="*/ 210462 h 6858000"/>
              <a:gd name="connsiteX3715" fmla="*/ 6833189 w 12192000"/>
              <a:gd name="connsiteY3715" fmla="*/ 207142 h 6858000"/>
              <a:gd name="connsiteX3716" fmla="*/ 6652356 w 12192000"/>
              <a:gd name="connsiteY3716" fmla="*/ 0 h 6858000"/>
              <a:gd name="connsiteX3717" fmla="*/ 6660166 w 12192000"/>
              <a:gd name="connsiteY3717" fmla="*/ 0 h 6858000"/>
              <a:gd name="connsiteX3718" fmla="*/ 7020724 w 12192000"/>
              <a:gd name="connsiteY3718" fmla="*/ 650474 h 6858000"/>
              <a:gd name="connsiteX3719" fmla="*/ 7014733 w 12192000"/>
              <a:gd name="connsiteY3719" fmla="*/ 653795 h 6858000"/>
              <a:gd name="connsiteX3720" fmla="*/ 6456513 w 12192000"/>
              <a:gd name="connsiteY3720" fmla="*/ 0 h 6858000"/>
              <a:gd name="connsiteX3721" fmla="*/ 6464350 w 12192000"/>
              <a:gd name="connsiteY3721" fmla="*/ 0 h 6858000"/>
              <a:gd name="connsiteX3722" fmla="*/ 6347679 w 12192000"/>
              <a:gd name="connsiteY3722" fmla="*/ 210464 h 6858000"/>
              <a:gd name="connsiteX3723" fmla="*/ 6341688 w 12192000"/>
              <a:gd name="connsiteY3723" fmla="*/ 207144 h 6858000"/>
              <a:gd name="connsiteX3724" fmla="*/ 6160860 w 12192000"/>
              <a:gd name="connsiteY3724" fmla="*/ 0 h 6858000"/>
              <a:gd name="connsiteX3725" fmla="*/ 6168670 w 12192000"/>
              <a:gd name="connsiteY3725" fmla="*/ 0 h 6858000"/>
              <a:gd name="connsiteX3726" fmla="*/ 6529258 w 12192000"/>
              <a:gd name="connsiteY3726" fmla="*/ 650476 h 6858000"/>
              <a:gd name="connsiteX3727" fmla="*/ 6523267 w 12192000"/>
              <a:gd name="connsiteY3727" fmla="*/ 653797 h 6858000"/>
              <a:gd name="connsiteX3728" fmla="*/ 5965486 w 12192000"/>
              <a:gd name="connsiteY3728" fmla="*/ 0 h 6858000"/>
              <a:gd name="connsiteX3729" fmla="*/ 5973287 w 12192000"/>
              <a:gd name="connsiteY3729" fmla="*/ 0 h 6858000"/>
              <a:gd name="connsiteX3730" fmla="*/ 5856642 w 12192000"/>
              <a:gd name="connsiteY3730" fmla="*/ 210489 h 6858000"/>
              <a:gd name="connsiteX3731" fmla="*/ 5850653 w 12192000"/>
              <a:gd name="connsiteY3731" fmla="*/ 207169 h 6858000"/>
              <a:gd name="connsiteX3732" fmla="*/ 5669823 w 12192000"/>
              <a:gd name="connsiteY3732" fmla="*/ 0 h 6858000"/>
              <a:gd name="connsiteX3733" fmla="*/ 5677609 w 12192000"/>
              <a:gd name="connsiteY3733" fmla="*/ 0 h 6858000"/>
              <a:gd name="connsiteX3734" fmla="*/ 6038169 w 12192000"/>
              <a:gd name="connsiteY3734" fmla="*/ 650501 h 6858000"/>
              <a:gd name="connsiteX3735" fmla="*/ 6032208 w 12192000"/>
              <a:gd name="connsiteY3735" fmla="*/ 653822 h 6858000"/>
              <a:gd name="connsiteX3736" fmla="*/ 5474044 w 12192000"/>
              <a:gd name="connsiteY3736" fmla="*/ 0 h 6858000"/>
              <a:gd name="connsiteX3737" fmla="*/ 5481915 w 12192000"/>
              <a:gd name="connsiteY3737" fmla="*/ 0 h 6858000"/>
              <a:gd name="connsiteX3738" fmla="*/ 5365257 w 12192000"/>
              <a:gd name="connsiteY3738" fmla="*/ 210491 h 6858000"/>
              <a:gd name="connsiteX3739" fmla="*/ 5359259 w 12192000"/>
              <a:gd name="connsiteY3739" fmla="*/ 207171 h 6858000"/>
              <a:gd name="connsiteX3740" fmla="*/ 5178359 w 12192000"/>
              <a:gd name="connsiteY3740" fmla="*/ 0 h 6858000"/>
              <a:gd name="connsiteX3741" fmla="*/ 5186220 w 12192000"/>
              <a:gd name="connsiteY3741" fmla="*/ 0 h 6858000"/>
              <a:gd name="connsiteX3742" fmla="*/ 5546786 w 12192000"/>
              <a:gd name="connsiteY3742" fmla="*/ 650503 h 6858000"/>
              <a:gd name="connsiteX3743" fmla="*/ 5540752 w 12192000"/>
              <a:gd name="connsiteY3743" fmla="*/ 653824 h 6858000"/>
              <a:gd name="connsiteX3744" fmla="*/ 4982532 w 12192000"/>
              <a:gd name="connsiteY3744" fmla="*/ 0 h 6858000"/>
              <a:gd name="connsiteX3745" fmla="*/ 4990366 w 12192000"/>
              <a:gd name="connsiteY3745" fmla="*/ 0 h 6858000"/>
              <a:gd name="connsiteX3746" fmla="*/ 4873710 w 12192000"/>
              <a:gd name="connsiteY3746" fmla="*/ 210492 h 6858000"/>
              <a:gd name="connsiteX3747" fmla="*/ 4867716 w 12192000"/>
              <a:gd name="connsiteY3747" fmla="*/ 207172 h 6858000"/>
              <a:gd name="connsiteX3748" fmla="*/ 4686849 w 12192000"/>
              <a:gd name="connsiteY3748" fmla="*/ 0 h 6858000"/>
              <a:gd name="connsiteX3749" fmla="*/ 4694690 w 12192000"/>
              <a:gd name="connsiteY3749" fmla="*/ 0 h 6858000"/>
              <a:gd name="connsiteX3750" fmla="*/ 5055247 w 12192000"/>
              <a:gd name="connsiteY3750" fmla="*/ 650504 h 6858000"/>
              <a:gd name="connsiteX3751" fmla="*/ 5049256 w 12192000"/>
              <a:gd name="connsiteY3751" fmla="*/ 653825 h 6858000"/>
              <a:gd name="connsiteX3752" fmla="*/ 4491037 w 12192000"/>
              <a:gd name="connsiteY3752" fmla="*/ 0 h 6858000"/>
              <a:gd name="connsiteX3753" fmla="*/ 4498864 w 12192000"/>
              <a:gd name="connsiteY3753" fmla="*/ 0 h 6858000"/>
              <a:gd name="connsiteX3754" fmla="*/ 4382165 w 12192000"/>
              <a:gd name="connsiteY3754" fmla="*/ 210494 h 6858000"/>
              <a:gd name="connsiteX3755" fmla="*/ 4376206 w 12192000"/>
              <a:gd name="connsiteY3755" fmla="*/ 207174 h 6858000"/>
              <a:gd name="connsiteX3756" fmla="*/ 4195330 w 12192000"/>
              <a:gd name="connsiteY3756" fmla="*/ 0 h 6858000"/>
              <a:gd name="connsiteX3757" fmla="*/ 4203172 w 12192000"/>
              <a:gd name="connsiteY3757" fmla="*/ 0 h 6858000"/>
              <a:gd name="connsiteX3758" fmla="*/ 4563762 w 12192000"/>
              <a:gd name="connsiteY3758" fmla="*/ 650506 h 6858000"/>
              <a:gd name="connsiteX3759" fmla="*/ 4557766 w 12192000"/>
              <a:gd name="connsiteY3759" fmla="*/ 653827 h 6858000"/>
              <a:gd name="connsiteX3760" fmla="*/ 3999536 w 12192000"/>
              <a:gd name="connsiteY3760" fmla="*/ 0 h 6858000"/>
              <a:gd name="connsiteX3761" fmla="*/ 4007376 w 12192000"/>
              <a:gd name="connsiteY3761" fmla="*/ 0 h 6858000"/>
              <a:gd name="connsiteX3762" fmla="*/ 3890719 w 12192000"/>
              <a:gd name="connsiteY3762" fmla="*/ 210495 h 6858000"/>
              <a:gd name="connsiteX3763" fmla="*/ 3884726 w 12192000"/>
              <a:gd name="connsiteY3763" fmla="*/ 207175 h 6858000"/>
              <a:gd name="connsiteX3764" fmla="*/ 3703838 w 12192000"/>
              <a:gd name="connsiteY3764" fmla="*/ 0 h 6858000"/>
              <a:gd name="connsiteX3765" fmla="*/ 3711672 w 12192000"/>
              <a:gd name="connsiteY3765" fmla="*/ 0 h 6858000"/>
              <a:gd name="connsiteX3766" fmla="*/ 4072246 w 12192000"/>
              <a:gd name="connsiteY3766" fmla="*/ 650507 h 6858000"/>
              <a:gd name="connsiteX3767" fmla="*/ 4066256 w 12192000"/>
              <a:gd name="connsiteY3767" fmla="*/ 653829 h 6858000"/>
              <a:gd name="connsiteX3768" fmla="*/ 3508101 w 12192000"/>
              <a:gd name="connsiteY3768" fmla="*/ 0 h 6858000"/>
              <a:gd name="connsiteX3769" fmla="*/ 3515915 w 12192000"/>
              <a:gd name="connsiteY3769" fmla="*/ 0 h 6858000"/>
              <a:gd name="connsiteX3770" fmla="*/ 3399249 w 12192000"/>
              <a:gd name="connsiteY3770" fmla="*/ 210521 h 6858000"/>
              <a:gd name="connsiteX3771" fmla="*/ 3393258 w 12192000"/>
              <a:gd name="connsiteY3771" fmla="*/ 207201 h 6858000"/>
              <a:gd name="connsiteX3772" fmla="*/ 3212320 w 12192000"/>
              <a:gd name="connsiteY3772" fmla="*/ 0 h 6858000"/>
              <a:gd name="connsiteX3773" fmla="*/ 3220161 w 12192000"/>
              <a:gd name="connsiteY3773" fmla="*/ 0 h 6858000"/>
              <a:gd name="connsiteX3774" fmla="*/ 3580770 w 12192000"/>
              <a:gd name="connsiteY3774" fmla="*/ 650533 h 6858000"/>
              <a:gd name="connsiteX3775" fmla="*/ 3574783 w 12192000"/>
              <a:gd name="connsiteY3775" fmla="*/ 653854 h 6858000"/>
              <a:gd name="connsiteX3776" fmla="*/ 3016580 w 12192000"/>
              <a:gd name="connsiteY3776" fmla="*/ 0 h 6858000"/>
              <a:gd name="connsiteX3777" fmla="*/ 3024380 w 12192000"/>
              <a:gd name="connsiteY3777" fmla="*/ 0 h 6858000"/>
              <a:gd name="connsiteX3778" fmla="*/ 2907704 w 12192000"/>
              <a:gd name="connsiteY3778" fmla="*/ 210522 h 6858000"/>
              <a:gd name="connsiteX3779" fmla="*/ 2901721 w 12192000"/>
              <a:gd name="connsiteY3779" fmla="*/ 207202 h 6858000"/>
              <a:gd name="connsiteX3780" fmla="*/ 2720871 w 12192000"/>
              <a:gd name="connsiteY3780" fmla="*/ 0 h 6858000"/>
              <a:gd name="connsiteX3781" fmla="*/ 2728704 w 12192000"/>
              <a:gd name="connsiteY3781" fmla="*/ 0 h 6858000"/>
              <a:gd name="connsiteX3782" fmla="*/ 3089240 w 12192000"/>
              <a:gd name="connsiteY3782" fmla="*/ 650534 h 6858000"/>
              <a:gd name="connsiteX3783" fmla="*/ 3083267 w 12192000"/>
              <a:gd name="connsiteY3783" fmla="*/ 653855 h 6858000"/>
              <a:gd name="connsiteX3784" fmla="*/ 2525123 w 12192000"/>
              <a:gd name="connsiteY3784" fmla="*/ 0 h 6858000"/>
              <a:gd name="connsiteX3785" fmla="*/ 2532937 w 12192000"/>
              <a:gd name="connsiteY3785" fmla="*/ 0 h 6858000"/>
              <a:gd name="connsiteX3786" fmla="*/ 2416236 w 12192000"/>
              <a:gd name="connsiteY3786" fmla="*/ 210524 h 6858000"/>
              <a:gd name="connsiteX3787" fmla="*/ 2410247 w 12192000"/>
              <a:gd name="connsiteY3787" fmla="*/ 207204 h 6858000"/>
              <a:gd name="connsiteX3788" fmla="*/ 2229334 w 12192000"/>
              <a:gd name="connsiteY3788" fmla="*/ 0 h 6858000"/>
              <a:gd name="connsiteX3789" fmla="*/ 2237170 w 12192000"/>
              <a:gd name="connsiteY3789" fmla="*/ 0 h 6858000"/>
              <a:gd name="connsiteX3790" fmla="*/ 2597808 w 12192000"/>
              <a:gd name="connsiteY3790" fmla="*/ 650536 h 6858000"/>
              <a:gd name="connsiteX3791" fmla="*/ 2591817 w 12192000"/>
              <a:gd name="connsiteY3791" fmla="*/ 653857 h 6858000"/>
              <a:gd name="connsiteX3792" fmla="*/ 2033563 w 12192000"/>
              <a:gd name="connsiteY3792" fmla="*/ 0 h 6858000"/>
              <a:gd name="connsiteX3793" fmla="*/ 2041378 w 12192000"/>
              <a:gd name="connsiteY3793" fmla="*/ 0 h 6858000"/>
              <a:gd name="connsiteX3794" fmla="*/ 1924634 w 12192000"/>
              <a:gd name="connsiteY3794" fmla="*/ 210526 h 6858000"/>
              <a:gd name="connsiteX3795" fmla="*/ 1918644 w 12192000"/>
              <a:gd name="connsiteY3795" fmla="*/ 207205 h 6858000"/>
              <a:gd name="connsiteX3796" fmla="*/ 1737767 w 12192000"/>
              <a:gd name="connsiteY3796" fmla="*/ 0 h 6858000"/>
              <a:gd name="connsiteX3797" fmla="*/ 1745606 w 12192000"/>
              <a:gd name="connsiteY3797" fmla="*/ 0 h 6858000"/>
              <a:gd name="connsiteX3798" fmla="*/ 2106272 w 12192000"/>
              <a:gd name="connsiteY3798" fmla="*/ 650538 h 6858000"/>
              <a:gd name="connsiteX3799" fmla="*/ 2100281 w 12192000"/>
              <a:gd name="connsiteY3799" fmla="*/ 653859 h 6858000"/>
              <a:gd name="connsiteX3800" fmla="*/ 1542017 w 12192000"/>
              <a:gd name="connsiteY3800" fmla="*/ 0 h 6858000"/>
              <a:gd name="connsiteX3801" fmla="*/ 1549853 w 12192000"/>
              <a:gd name="connsiteY3801" fmla="*/ 0 h 6858000"/>
              <a:gd name="connsiteX3802" fmla="*/ 1433152 w 12192000"/>
              <a:gd name="connsiteY3802" fmla="*/ 210527 h 6858000"/>
              <a:gd name="connsiteX3803" fmla="*/ 1427161 w 12192000"/>
              <a:gd name="connsiteY3803" fmla="*/ 207207 h 6858000"/>
              <a:gd name="connsiteX3804" fmla="*/ 1246297 w 12192000"/>
              <a:gd name="connsiteY3804" fmla="*/ 0 h 6858000"/>
              <a:gd name="connsiteX3805" fmla="*/ 1254107 w 12192000"/>
              <a:gd name="connsiteY3805" fmla="*/ 0 h 6858000"/>
              <a:gd name="connsiteX3806" fmla="*/ 1614688 w 12192000"/>
              <a:gd name="connsiteY3806" fmla="*/ 650539 h 6858000"/>
              <a:gd name="connsiteX3807" fmla="*/ 1608698 w 12192000"/>
              <a:gd name="connsiteY3807" fmla="*/ 653860 h 6858000"/>
              <a:gd name="connsiteX3808" fmla="*/ 1050564 w 12192000"/>
              <a:gd name="connsiteY3808" fmla="*/ 0 h 6858000"/>
              <a:gd name="connsiteX3809" fmla="*/ 1058400 w 12192000"/>
              <a:gd name="connsiteY3809" fmla="*/ 0 h 6858000"/>
              <a:gd name="connsiteX3810" fmla="*/ 941685 w 12192000"/>
              <a:gd name="connsiteY3810" fmla="*/ 210553 h 6858000"/>
              <a:gd name="connsiteX3811" fmla="*/ 935694 w 12192000"/>
              <a:gd name="connsiteY3811" fmla="*/ 207232 h 6858000"/>
              <a:gd name="connsiteX3812" fmla="*/ 754817 w 12192000"/>
              <a:gd name="connsiteY3812" fmla="*/ 0 h 6858000"/>
              <a:gd name="connsiteX3813" fmla="*/ 762626 w 12192000"/>
              <a:gd name="connsiteY3813" fmla="*/ 0 h 6858000"/>
              <a:gd name="connsiteX3814" fmla="*/ 1123221 w 12192000"/>
              <a:gd name="connsiteY3814" fmla="*/ 650565 h 6858000"/>
              <a:gd name="connsiteX3815" fmla="*/ 1117231 w 12192000"/>
              <a:gd name="connsiteY3815" fmla="*/ 653886 h 6858000"/>
              <a:gd name="connsiteX3816" fmla="*/ 559082 w 12192000"/>
              <a:gd name="connsiteY3816" fmla="*/ 0 h 6858000"/>
              <a:gd name="connsiteX3817" fmla="*/ 566919 w 12192000"/>
              <a:gd name="connsiteY3817" fmla="*/ 0 h 6858000"/>
              <a:gd name="connsiteX3818" fmla="*/ 450202 w 12192000"/>
              <a:gd name="connsiteY3818" fmla="*/ 210554 h 6858000"/>
              <a:gd name="connsiteX3819" fmla="*/ 444211 w 12192000"/>
              <a:gd name="connsiteY3819" fmla="*/ 207234 h 6858000"/>
              <a:gd name="connsiteX3820" fmla="*/ 263340 w 12192000"/>
              <a:gd name="connsiteY3820" fmla="*/ 0 h 6858000"/>
              <a:gd name="connsiteX3821" fmla="*/ 271149 w 12192000"/>
              <a:gd name="connsiteY3821" fmla="*/ 0 h 6858000"/>
              <a:gd name="connsiteX3822" fmla="*/ 631774 w 12192000"/>
              <a:gd name="connsiteY3822" fmla="*/ 650566 h 6858000"/>
              <a:gd name="connsiteX3823" fmla="*/ 625784 w 12192000"/>
              <a:gd name="connsiteY3823" fmla="*/ 653887 h 6858000"/>
              <a:gd name="connsiteX3824" fmla="*/ 67604 w 12192000"/>
              <a:gd name="connsiteY3824" fmla="*/ 0 h 6858000"/>
              <a:gd name="connsiteX3825" fmla="*/ 75440 w 12192000"/>
              <a:gd name="connsiteY3825" fmla="*/ 0 h 6858000"/>
              <a:gd name="connsiteX3826" fmla="*/ 0 w 12192000"/>
              <a:gd name="connsiteY3826" fmla="*/ 136093 h 6858000"/>
              <a:gd name="connsiteX3827" fmla="*/ 0 w 12192000"/>
              <a:gd name="connsiteY3827" fmla="*/ 1219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Lst>
            <a:rect l="l" t="t" r="r" b="b"/>
            <a:pathLst>
              <a:path w="12192000" h="6858000">
                <a:moveTo>
                  <a:pt x="0" y="6603833"/>
                </a:moveTo>
                <a:lnTo>
                  <a:pt x="140147" y="6856653"/>
                </a:lnTo>
                <a:lnTo>
                  <a:pt x="137717" y="6858000"/>
                </a:lnTo>
                <a:lnTo>
                  <a:pt x="133062" y="6858000"/>
                </a:lnTo>
                <a:lnTo>
                  <a:pt x="0" y="6617946"/>
                </a:lnTo>
                <a:close/>
                <a:moveTo>
                  <a:pt x="12175482" y="6529134"/>
                </a:moveTo>
                <a:lnTo>
                  <a:pt x="12181473" y="6532455"/>
                </a:lnTo>
                <a:lnTo>
                  <a:pt x="12001029" y="6858000"/>
                </a:lnTo>
                <a:lnTo>
                  <a:pt x="11993229" y="6858000"/>
                </a:lnTo>
                <a:lnTo>
                  <a:pt x="11993938" y="6856721"/>
                </a:lnTo>
                <a:lnTo>
                  <a:pt x="11993938" y="6856653"/>
                </a:lnTo>
                <a:close/>
                <a:moveTo>
                  <a:pt x="11683980" y="6529134"/>
                </a:moveTo>
                <a:lnTo>
                  <a:pt x="11689971" y="6532455"/>
                </a:lnTo>
                <a:lnTo>
                  <a:pt x="11509527" y="6858000"/>
                </a:lnTo>
                <a:lnTo>
                  <a:pt x="11501727" y="6858000"/>
                </a:lnTo>
                <a:lnTo>
                  <a:pt x="11502436" y="6856721"/>
                </a:lnTo>
                <a:lnTo>
                  <a:pt x="11502436" y="6856653"/>
                </a:lnTo>
                <a:close/>
                <a:moveTo>
                  <a:pt x="11192478" y="6529134"/>
                </a:moveTo>
                <a:lnTo>
                  <a:pt x="11198469" y="6532455"/>
                </a:lnTo>
                <a:lnTo>
                  <a:pt x="11018025" y="6858000"/>
                </a:lnTo>
                <a:lnTo>
                  <a:pt x="11010225" y="6858000"/>
                </a:lnTo>
                <a:lnTo>
                  <a:pt x="11010934" y="6856721"/>
                </a:lnTo>
                <a:lnTo>
                  <a:pt x="11010934" y="6856653"/>
                </a:lnTo>
                <a:close/>
                <a:moveTo>
                  <a:pt x="10700977" y="6529134"/>
                </a:moveTo>
                <a:lnTo>
                  <a:pt x="10706968" y="6532455"/>
                </a:lnTo>
                <a:lnTo>
                  <a:pt x="10526524" y="6858000"/>
                </a:lnTo>
                <a:lnTo>
                  <a:pt x="10518724" y="6858000"/>
                </a:lnTo>
                <a:lnTo>
                  <a:pt x="10519433" y="6856721"/>
                </a:lnTo>
                <a:lnTo>
                  <a:pt x="10519433" y="6856653"/>
                </a:lnTo>
                <a:close/>
                <a:moveTo>
                  <a:pt x="10209476" y="6529134"/>
                </a:moveTo>
                <a:lnTo>
                  <a:pt x="10215467" y="6532455"/>
                </a:lnTo>
                <a:lnTo>
                  <a:pt x="10035023" y="6858000"/>
                </a:lnTo>
                <a:lnTo>
                  <a:pt x="10027223" y="6858000"/>
                </a:lnTo>
                <a:lnTo>
                  <a:pt x="10027932" y="6856721"/>
                </a:lnTo>
                <a:lnTo>
                  <a:pt x="10027932" y="6856653"/>
                </a:lnTo>
                <a:close/>
                <a:moveTo>
                  <a:pt x="9718009" y="6529134"/>
                </a:moveTo>
                <a:lnTo>
                  <a:pt x="9723965" y="6532455"/>
                </a:lnTo>
                <a:lnTo>
                  <a:pt x="9543521" y="6858000"/>
                </a:lnTo>
                <a:lnTo>
                  <a:pt x="9535722" y="6858000"/>
                </a:lnTo>
                <a:lnTo>
                  <a:pt x="9536430" y="6856722"/>
                </a:lnTo>
                <a:lnTo>
                  <a:pt x="9536430" y="6856653"/>
                </a:lnTo>
                <a:close/>
                <a:moveTo>
                  <a:pt x="9226508" y="6529134"/>
                </a:moveTo>
                <a:lnTo>
                  <a:pt x="9232499" y="6532455"/>
                </a:lnTo>
                <a:lnTo>
                  <a:pt x="9052021" y="6858000"/>
                </a:lnTo>
                <a:lnTo>
                  <a:pt x="9044220" y="6858000"/>
                </a:lnTo>
                <a:lnTo>
                  <a:pt x="9044929" y="6856721"/>
                </a:lnTo>
                <a:lnTo>
                  <a:pt x="9044929" y="6856653"/>
                </a:lnTo>
                <a:close/>
                <a:moveTo>
                  <a:pt x="8735006" y="6529134"/>
                </a:moveTo>
                <a:lnTo>
                  <a:pt x="8740997" y="6532455"/>
                </a:lnTo>
                <a:lnTo>
                  <a:pt x="8560519" y="6858000"/>
                </a:lnTo>
                <a:lnTo>
                  <a:pt x="8552718" y="6858000"/>
                </a:lnTo>
                <a:lnTo>
                  <a:pt x="8553427" y="6856721"/>
                </a:lnTo>
                <a:lnTo>
                  <a:pt x="8553427" y="6856653"/>
                </a:lnTo>
                <a:close/>
                <a:moveTo>
                  <a:pt x="8243505" y="6529134"/>
                </a:moveTo>
                <a:lnTo>
                  <a:pt x="8249496" y="6532455"/>
                </a:lnTo>
                <a:lnTo>
                  <a:pt x="8069018" y="6858000"/>
                </a:lnTo>
                <a:lnTo>
                  <a:pt x="8061218" y="6858000"/>
                </a:lnTo>
                <a:lnTo>
                  <a:pt x="8061926" y="6856722"/>
                </a:lnTo>
                <a:lnTo>
                  <a:pt x="8061926" y="6856653"/>
                </a:lnTo>
                <a:close/>
                <a:moveTo>
                  <a:pt x="7752003" y="6529134"/>
                </a:moveTo>
                <a:lnTo>
                  <a:pt x="7757994" y="6532455"/>
                </a:lnTo>
                <a:lnTo>
                  <a:pt x="7577516" y="6858000"/>
                </a:lnTo>
                <a:lnTo>
                  <a:pt x="7569716" y="6858000"/>
                </a:lnTo>
                <a:lnTo>
                  <a:pt x="7570424" y="6856722"/>
                </a:lnTo>
                <a:lnTo>
                  <a:pt x="7570424" y="6856653"/>
                </a:lnTo>
                <a:close/>
                <a:moveTo>
                  <a:pt x="7260501" y="6529134"/>
                </a:moveTo>
                <a:lnTo>
                  <a:pt x="7266492" y="6532455"/>
                </a:lnTo>
                <a:lnTo>
                  <a:pt x="7086048" y="6858000"/>
                </a:lnTo>
                <a:lnTo>
                  <a:pt x="7078248" y="6858000"/>
                </a:lnTo>
                <a:lnTo>
                  <a:pt x="7078957" y="6856721"/>
                </a:lnTo>
                <a:lnTo>
                  <a:pt x="7078957" y="6856653"/>
                </a:lnTo>
                <a:close/>
                <a:moveTo>
                  <a:pt x="6769000" y="6529134"/>
                </a:moveTo>
                <a:lnTo>
                  <a:pt x="6774991" y="6532455"/>
                </a:lnTo>
                <a:lnTo>
                  <a:pt x="6594547" y="6858000"/>
                </a:lnTo>
                <a:lnTo>
                  <a:pt x="6586747" y="6858000"/>
                </a:lnTo>
                <a:lnTo>
                  <a:pt x="6587456" y="6856721"/>
                </a:lnTo>
                <a:lnTo>
                  <a:pt x="6587456" y="6856653"/>
                </a:lnTo>
                <a:close/>
                <a:moveTo>
                  <a:pt x="6277499" y="6529134"/>
                </a:moveTo>
                <a:lnTo>
                  <a:pt x="6283490" y="6532455"/>
                </a:lnTo>
                <a:lnTo>
                  <a:pt x="6103072" y="6858000"/>
                </a:lnTo>
                <a:lnTo>
                  <a:pt x="6095311" y="6858000"/>
                </a:lnTo>
                <a:lnTo>
                  <a:pt x="6096000" y="6856752"/>
                </a:lnTo>
                <a:lnTo>
                  <a:pt x="6096000" y="6856653"/>
                </a:lnTo>
                <a:close/>
                <a:moveTo>
                  <a:pt x="5786322" y="6529134"/>
                </a:moveTo>
                <a:lnTo>
                  <a:pt x="5792305" y="6532455"/>
                </a:lnTo>
                <a:lnTo>
                  <a:pt x="5611880" y="6858000"/>
                </a:lnTo>
                <a:lnTo>
                  <a:pt x="5604083" y="6858000"/>
                </a:lnTo>
                <a:lnTo>
                  <a:pt x="5604791" y="6856722"/>
                </a:lnTo>
                <a:lnTo>
                  <a:pt x="5604791" y="6856653"/>
                </a:lnTo>
                <a:close/>
                <a:moveTo>
                  <a:pt x="5294788" y="6529134"/>
                </a:moveTo>
                <a:lnTo>
                  <a:pt x="5300775" y="6532455"/>
                </a:lnTo>
                <a:lnTo>
                  <a:pt x="5120401" y="6858000"/>
                </a:lnTo>
                <a:lnTo>
                  <a:pt x="5112606" y="6858000"/>
                </a:lnTo>
                <a:lnTo>
                  <a:pt x="5113315" y="6856722"/>
                </a:lnTo>
                <a:lnTo>
                  <a:pt x="5113315" y="6856653"/>
                </a:lnTo>
                <a:close/>
                <a:moveTo>
                  <a:pt x="4803350" y="6529134"/>
                </a:moveTo>
                <a:lnTo>
                  <a:pt x="4809329" y="6532455"/>
                </a:lnTo>
                <a:lnTo>
                  <a:pt x="4628896" y="6858000"/>
                </a:lnTo>
                <a:lnTo>
                  <a:pt x="4621098" y="6858000"/>
                </a:lnTo>
                <a:lnTo>
                  <a:pt x="4621806" y="6856722"/>
                </a:lnTo>
                <a:lnTo>
                  <a:pt x="4621806" y="6856653"/>
                </a:lnTo>
                <a:close/>
                <a:moveTo>
                  <a:pt x="4311828" y="6529134"/>
                </a:moveTo>
                <a:lnTo>
                  <a:pt x="4317818" y="6532455"/>
                </a:lnTo>
                <a:lnTo>
                  <a:pt x="4137377" y="6858000"/>
                </a:lnTo>
                <a:lnTo>
                  <a:pt x="4129579" y="6858000"/>
                </a:lnTo>
                <a:lnTo>
                  <a:pt x="4130287" y="6856722"/>
                </a:lnTo>
                <a:lnTo>
                  <a:pt x="4130287" y="6856653"/>
                </a:lnTo>
                <a:close/>
                <a:moveTo>
                  <a:pt x="3820376" y="6529134"/>
                </a:moveTo>
                <a:lnTo>
                  <a:pt x="3826334" y="6532455"/>
                </a:lnTo>
                <a:lnTo>
                  <a:pt x="3645889" y="6858000"/>
                </a:lnTo>
                <a:lnTo>
                  <a:pt x="3638108" y="6858000"/>
                </a:lnTo>
                <a:lnTo>
                  <a:pt x="3638798" y="6856754"/>
                </a:lnTo>
                <a:lnTo>
                  <a:pt x="3638798" y="6856653"/>
                </a:lnTo>
                <a:close/>
                <a:moveTo>
                  <a:pt x="3328921" y="6529134"/>
                </a:moveTo>
                <a:lnTo>
                  <a:pt x="3334910" y="6532455"/>
                </a:lnTo>
                <a:lnTo>
                  <a:pt x="3154388" y="6858000"/>
                </a:lnTo>
                <a:lnTo>
                  <a:pt x="3146587" y="6858000"/>
                </a:lnTo>
                <a:lnTo>
                  <a:pt x="3147295" y="6856722"/>
                </a:lnTo>
                <a:lnTo>
                  <a:pt x="3147295" y="6856653"/>
                </a:lnTo>
                <a:close/>
                <a:moveTo>
                  <a:pt x="2837382" y="6529134"/>
                </a:moveTo>
                <a:lnTo>
                  <a:pt x="2843374" y="6532455"/>
                </a:lnTo>
                <a:lnTo>
                  <a:pt x="2662932" y="6858000"/>
                </a:lnTo>
                <a:lnTo>
                  <a:pt x="2655132" y="6858000"/>
                </a:lnTo>
                <a:lnTo>
                  <a:pt x="2655840" y="6856723"/>
                </a:lnTo>
                <a:lnTo>
                  <a:pt x="2655840" y="6856653"/>
                </a:lnTo>
                <a:close/>
                <a:moveTo>
                  <a:pt x="2345902" y="6529134"/>
                </a:moveTo>
                <a:lnTo>
                  <a:pt x="2351895" y="6532455"/>
                </a:lnTo>
                <a:lnTo>
                  <a:pt x="2171396" y="6858000"/>
                </a:lnTo>
                <a:lnTo>
                  <a:pt x="2163596" y="6858000"/>
                </a:lnTo>
                <a:lnTo>
                  <a:pt x="2164303" y="6856723"/>
                </a:lnTo>
                <a:lnTo>
                  <a:pt x="2164303" y="6856653"/>
                </a:lnTo>
                <a:close/>
                <a:moveTo>
                  <a:pt x="1854328" y="6529134"/>
                </a:moveTo>
                <a:lnTo>
                  <a:pt x="1860319" y="6532455"/>
                </a:lnTo>
                <a:lnTo>
                  <a:pt x="1679846" y="6858000"/>
                </a:lnTo>
                <a:lnTo>
                  <a:pt x="1672079" y="6858000"/>
                </a:lnTo>
                <a:lnTo>
                  <a:pt x="1672754" y="6856783"/>
                </a:lnTo>
                <a:lnTo>
                  <a:pt x="1672754" y="6856653"/>
                </a:lnTo>
                <a:close/>
                <a:moveTo>
                  <a:pt x="1362839" y="6529134"/>
                </a:moveTo>
                <a:lnTo>
                  <a:pt x="1368830" y="6532455"/>
                </a:lnTo>
                <a:lnTo>
                  <a:pt x="1188390" y="6858000"/>
                </a:lnTo>
                <a:lnTo>
                  <a:pt x="1180608" y="6858000"/>
                </a:lnTo>
                <a:lnTo>
                  <a:pt x="1181300" y="6856751"/>
                </a:lnTo>
                <a:lnTo>
                  <a:pt x="1181300" y="6856653"/>
                </a:lnTo>
                <a:close/>
                <a:moveTo>
                  <a:pt x="871368" y="6529134"/>
                </a:moveTo>
                <a:lnTo>
                  <a:pt x="877359" y="6532455"/>
                </a:lnTo>
                <a:lnTo>
                  <a:pt x="696919" y="6858000"/>
                </a:lnTo>
                <a:lnTo>
                  <a:pt x="689119" y="6858000"/>
                </a:lnTo>
                <a:lnTo>
                  <a:pt x="689828" y="6856722"/>
                </a:lnTo>
                <a:lnTo>
                  <a:pt x="689828" y="6856653"/>
                </a:lnTo>
                <a:close/>
                <a:moveTo>
                  <a:pt x="379880" y="6529134"/>
                </a:moveTo>
                <a:lnTo>
                  <a:pt x="385871" y="6532455"/>
                </a:lnTo>
                <a:lnTo>
                  <a:pt x="205433" y="6858000"/>
                </a:lnTo>
                <a:lnTo>
                  <a:pt x="197634" y="6858000"/>
                </a:lnTo>
                <a:lnTo>
                  <a:pt x="198342" y="6856722"/>
                </a:lnTo>
                <a:lnTo>
                  <a:pt x="198342" y="6856653"/>
                </a:lnTo>
                <a:close/>
                <a:moveTo>
                  <a:pt x="11999895" y="6085766"/>
                </a:moveTo>
                <a:lnTo>
                  <a:pt x="12001708" y="6089087"/>
                </a:lnTo>
                <a:lnTo>
                  <a:pt x="12001743" y="6089087"/>
                </a:lnTo>
                <a:lnTo>
                  <a:pt x="12192000" y="6432325"/>
                </a:lnTo>
                <a:lnTo>
                  <a:pt x="12192000" y="6446428"/>
                </a:lnTo>
                <a:lnTo>
                  <a:pt x="11993938" y="6089087"/>
                </a:lnTo>
                <a:lnTo>
                  <a:pt x="11993938" y="6089053"/>
                </a:lnTo>
                <a:close/>
                <a:moveTo>
                  <a:pt x="11508393" y="6085766"/>
                </a:moveTo>
                <a:lnTo>
                  <a:pt x="11510207" y="6089087"/>
                </a:lnTo>
                <a:lnTo>
                  <a:pt x="11510242" y="6089087"/>
                </a:lnTo>
                <a:lnTo>
                  <a:pt x="11935739" y="6856653"/>
                </a:lnTo>
                <a:lnTo>
                  <a:pt x="11933309" y="6858000"/>
                </a:lnTo>
                <a:lnTo>
                  <a:pt x="11928654" y="6858000"/>
                </a:lnTo>
                <a:lnTo>
                  <a:pt x="11502436" y="6089087"/>
                </a:lnTo>
                <a:lnTo>
                  <a:pt x="11502436" y="6089053"/>
                </a:lnTo>
                <a:close/>
                <a:moveTo>
                  <a:pt x="11016891" y="6085766"/>
                </a:moveTo>
                <a:lnTo>
                  <a:pt x="11018705" y="6089087"/>
                </a:lnTo>
                <a:lnTo>
                  <a:pt x="11018740" y="6089087"/>
                </a:lnTo>
                <a:lnTo>
                  <a:pt x="11444237" y="6856653"/>
                </a:lnTo>
                <a:lnTo>
                  <a:pt x="11441807" y="6858000"/>
                </a:lnTo>
                <a:lnTo>
                  <a:pt x="11437152" y="6858000"/>
                </a:lnTo>
                <a:lnTo>
                  <a:pt x="11010934" y="6089087"/>
                </a:lnTo>
                <a:lnTo>
                  <a:pt x="11010934" y="6089053"/>
                </a:lnTo>
                <a:close/>
                <a:moveTo>
                  <a:pt x="10525390" y="6085766"/>
                </a:moveTo>
                <a:lnTo>
                  <a:pt x="10527204" y="6089087"/>
                </a:lnTo>
                <a:lnTo>
                  <a:pt x="10527273" y="6089087"/>
                </a:lnTo>
                <a:lnTo>
                  <a:pt x="10952736" y="6856653"/>
                </a:lnTo>
                <a:lnTo>
                  <a:pt x="10950306" y="6858000"/>
                </a:lnTo>
                <a:lnTo>
                  <a:pt x="10945651" y="6858000"/>
                </a:lnTo>
                <a:lnTo>
                  <a:pt x="10519433" y="6089087"/>
                </a:lnTo>
                <a:lnTo>
                  <a:pt x="10519433" y="6089053"/>
                </a:lnTo>
                <a:close/>
                <a:moveTo>
                  <a:pt x="10033889" y="6085766"/>
                </a:moveTo>
                <a:lnTo>
                  <a:pt x="10035738" y="6089087"/>
                </a:lnTo>
                <a:lnTo>
                  <a:pt x="10035771" y="6089087"/>
                </a:lnTo>
                <a:lnTo>
                  <a:pt x="10461235" y="6856653"/>
                </a:lnTo>
                <a:lnTo>
                  <a:pt x="10458805" y="6858000"/>
                </a:lnTo>
                <a:lnTo>
                  <a:pt x="10454150" y="6858000"/>
                </a:lnTo>
                <a:lnTo>
                  <a:pt x="10027932" y="6089087"/>
                </a:lnTo>
                <a:lnTo>
                  <a:pt x="10027932" y="6089053"/>
                </a:lnTo>
                <a:close/>
                <a:moveTo>
                  <a:pt x="9542387" y="6085766"/>
                </a:moveTo>
                <a:lnTo>
                  <a:pt x="9544236" y="6089087"/>
                </a:lnTo>
                <a:lnTo>
                  <a:pt x="9544270" y="6089087"/>
                </a:lnTo>
                <a:lnTo>
                  <a:pt x="9969733" y="6856653"/>
                </a:lnTo>
                <a:lnTo>
                  <a:pt x="9967303" y="6858000"/>
                </a:lnTo>
                <a:lnTo>
                  <a:pt x="9962648" y="6858000"/>
                </a:lnTo>
                <a:lnTo>
                  <a:pt x="9536430" y="6089087"/>
                </a:lnTo>
                <a:lnTo>
                  <a:pt x="9536430" y="6089053"/>
                </a:lnTo>
                <a:close/>
                <a:moveTo>
                  <a:pt x="9050886" y="6085766"/>
                </a:moveTo>
                <a:lnTo>
                  <a:pt x="9052735" y="6089087"/>
                </a:lnTo>
                <a:lnTo>
                  <a:pt x="9052769" y="6089087"/>
                </a:lnTo>
                <a:lnTo>
                  <a:pt x="9478232" y="6856653"/>
                </a:lnTo>
                <a:lnTo>
                  <a:pt x="9475802" y="6858000"/>
                </a:lnTo>
                <a:lnTo>
                  <a:pt x="9471147" y="6858000"/>
                </a:lnTo>
                <a:lnTo>
                  <a:pt x="9044929" y="6089087"/>
                </a:lnTo>
                <a:lnTo>
                  <a:pt x="9044929" y="6089053"/>
                </a:lnTo>
                <a:close/>
                <a:moveTo>
                  <a:pt x="8559385" y="6085766"/>
                </a:moveTo>
                <a:lnTo>
                  <a:pt x="8561233" y="6089087"/>
                </a:lnTo>
                <a:lnTo>
                  <a:pt x="8561267" y="6089087"/>
                </a:lnTo>
                <a:lnTo>
                  <a:pt x="8986730" y="6856653"/>
                </a:lnTo>
                <a:lnTo>
                  <a:pt x="8984300" y="6858000"/>
                </a:lnTo>
                <a:lnTo>
                  <a:pt x="8979645" y="6858000"/>
                </a:lnTo>
                <a:lnTo>
                  <a:pt x="8553427" y="6089087"/>
                </a:lnTo>
                <a:lnTo>
                  <a:pt x="8553427" y="6089053"/>
                </a:lnTo>
                <a:close/>
                <a:moveTo>
                  <a:pt x="8067883" y="6085766"/>
                </a:moveTo>
                <a:lnTo>
                  <a:pt x="8069732" y="6089087"/>
                </a:lnTo>
                <a:lnTo>
                  <a:pt x="8069766" y="6089087"/>
                </a:lnTo>
                <a:lnTo>
                  <a:pt x="8495229" y="6856653"/>
                </a:lnTo>
                <a:lnTo>
                  <a:pt x="8492799" y="6858000"/>
                </a:lnTo>
                <a:lnTo>
                  <a:pt x="8488144" y="6858000"/>
                </a:lnTo>
                <a:lnTo>
                  <a:pt x="8061926" y="6089087"/>
                </a:lnTo>
                <a:lnTo>
                  <a:pt x="8061926" y="6089053"/>
                </a:lnTo>
                <a:close/>
                <a:moveTo>
                  <a:pt x="7576381" y="6085766"/>
                </a:moveTo>
                <a:lnTo>
                  <a:pt x="7578230" y="6089087"/>
                </a:lnTo>
                <a:lnTo>
                  <a:pt x="7578264" y="6089087"/>
                </a:lnTo>
                <a:lnTo>
                  <a:pt x="8003727" y="6856653"/>
                </a:lnTo>
                <a:lnTo>
                  <a:pt x="8001297" y="6858000"/>
                </a:lnTo>
                <a:lnTo>
                  <a:pt x="7996642" y="6858000"/>
                </a:lnTo>
                <a:lnTo>
                  <a:pt x="7570424" y="6089087"/>
                </a:lnTo>
                <a:lnTo>
                  <a:pt x="7570424" y="6089053"/>
                </a:lnTo>
                <a:close/>
                <a:moveTo>
                  <a:pt x="7084914" y="6085766"/>
                </a:moveTo>
                <a:lnTo>
                  <a:pt x="7086728" y="6089087"/>
                </a:lnTo>
                <a:lnTo>
                  <a:pt x="7086763" y="6089087"/>
                </a:lnTo>
                <a:lnTo>
                  <a:pt x="7512226" y="6856653"/>
                </a:lnTo>
                <a:lnTo>
                  <a:pt x="7509796" y="6858000"/>
                </a:lnTo>
                <a:lnTo>
                  <a:pt x="7505141" y="6858000"/>
                </a:lnTo>
                <a:lnTo>
                  <a:pt x="7078957" y="6089087"/>
                </a:lnTo>
                <a:lnTo>
                  <a:pt x="7078957" y="6089053"/>
                </a:lnTo>
                <a:close/>
                <a:moveTo>
                  <a:pt x="6593413" y="6085766"/>
                </a:moveTo>
                <a:lnTo>
                  <a:pt x="6595226" y="6089087"/>
                </a:lnTo>
                <a:lnTo>
                  <a:pt x="6595261" y="6089087"/>
                </a:lnTo>
                <a:lnTo>
                  <a:pt x="7020724" y="6856653"/>
                </a:lnTo>
                <a:lnTo>
                  <a:pt x="7018294" y="6858000"/>
                </a:lnTo>
                <a:lnTo>
                  <a:pt x="7013639" y="6858000"/>
                </a:lnTo>
                <a:lnTo>
                  <a:pt x="6587456" y="6089087"/>
                </a:lnTo>
                <a:lnTo>
                  <a:pt x="6587456" y="6089053"/>
                </a:lnTo>
                <a:close/>
                <a:moveTo>
                  <a:pt x="6101912" y="6085766"/>
                </a:moveTo>
                <a:lnTo>
                  <a:pt x="6103726" y="6089087"/>
                </a:lnTo>
                <a:lnTo>
                  <a:pt x="6103761" y="6089087"/>
                </a:lnTo>
                <a:lnTo>
                  <a:pt x="6529258" y="6856653"/>
                </a:lnTo>
                <a:lnTo>
                  <a:pt x="6526828" y="6858000"/>
                </a:lnTo>
                <a:lnTo>
                  <a:pt x="6522173" y="6858000"/>
                </a:lnTo>
                <a:lnTo>
                  <a:pt x="6096000" y="6089087"/>
                </a:lnTo>
                <a:lnTo>
                  <a:pt x="6096000" y="6089053"/>
                </a:lnTo>
                <a:close/>
                <a:moveTo>
                  <a:pt x="5610738" y="6085766"/>
                </a:moveTo>
                <a:lnTo>
                  <a:pt x="5612548" y="6089087"/>
                </a:lnTo>
                <a:lnTo>
                  <a:pt x="5612572" y="6089087"/>
                </a:lnTo>
                <a:lnTo>
                  <a:pt x="6038046" y="6856653"/>
                </a:lnTo>
                <a:lnTo>
                  <a:pt x="6035622" y="6858000"/>
                </a:lnTo>
                <a:lnTo>
                  <a:pt x="6030977" y="6858000"/>
                </a:lnTo>
                <a:lnTo>
                  <a:pt x="5604791" y="6089087"/>
                </a:lnTo>
                <a:lnTo>
                  <a:pt x="5604791" y="6089053"/>
                </a:lnTo>
                <a:close/>
                <a:moveTo>
                  <a:pt x="5119302" y="6085766"/>
                </a:moveTo>
                <a:lnTo>
                  <a:pt x="5121107" y="6089087"/>
                </a:lnTo>
                <a:lnTo>
                  <a:pt x="5121170" y="6089087"/>
                </a:lnTo>
                <a:lnTo>
                  <a:pt x="5546630" y="6856653"/>
                </a:lnTo>
                <a:lnTo>
                  <a:pt x="5544185" y="6858000"/>
                </a:lnTo>
                <a:lnTo>
                  <a:pt x="5539508" y="6858000"/>
                </a:lnTo>
                <a:lnTo>
                  <a:pt x="5113311" y="6089087"/>
                </a:lnTo>
                <a:lnTo>
                  <a:pt x="5113324" y="6089087"/>
                </a:lnTo>
                <a:lnTo>
                  <a:pt x="5113324" y="6089053"/>
                </a:lnTo>
                <a:close/>
                <a:moveTo>
                  <a:pt x="4627766" y="6085766"/>
                </a:moveTo>
                <a:lnTo>
                  <a:pt x="4629616" y="6089087"/>
                </a:lnTo>
                <a:lnTo>
                  <a:pt x="4629643" y="6089087"/>
                </a:lnTo>
                <a:lnTo>
                  <a:pt x="5055094" y="6856653"/>
                </a:lnTo>
                <a:lnTo>
                  <a:pt x="5052666" y="6858000"/>
                </a:lnTo>
                <a:lnTo>
                  <a:pt x="5048012" y="6858000"/>
                </a:lnTo>
                <a:lnTo>
                  <a:pt x="4621806" y="6089087"/>
                </a:lnTo>
                <a:lnTo>
                  <a:pt x="4621812" y="6089087"/>
                </a:lnTo>
                <a:lnTo>
                  <a:pt x="4621812" y="6089053"/>
                </a:lnTo>
                <a:close/>
                <a:moveTo>
                  <a:pt x="4136256" y="6085766"/>
                </a:moveTo>
                <a:lnTo>
                  <a:pt x="4138106" y="6089087"/>
                </a:lnTo>
                <a:lnTo>
                  <a:pt x="4138131" y="6089087"/>
                </a:lnTo>
                <a:lnTo>
                  <a:pt x="4563606" y="6856653"/>
                </a:lnTo>
                <a:lnTo>
                  <a:pt x="4561174" y="6858000"/>
                </a:lnTo>
                <a:lnTo>
                  <a:pt x="4556516" y="6858000"/>
                </a:lnTo>
                <a:lnTo>
                  <a:pt x="4130287" y="6089087"/>
                </a:lnTo>
                <a:lnTo>
                  <a:pt x="4130294" y="6089087"/>
                </a:lnTo>
                <a:lnTo>
                  <a:pt x="4130294" y="6089053"/>
                </a:lnTo>
                <a:close/>
                <a:moveTo>
                  <a:pt x="3644760" y="6085766"/>
                </a:moveTo>
                <a:lnTo>
                  <a:pt x="3646607" y="6089087"/>
                </a:lnTo>
                <a:lnTo>
                  <a:pt x="3646632" y="6089087"/>
                </a:lnTo>
                <a:lnTo>
                  <a:pt x="4072092" y="6856653"/>
                </a:lnTo>
                <a:lnTo>
                  <a:pt x="4069664" y="6858000"/>
                </a:lnTo>
                <a:lnTo>
                  <a:pt x="4065011" y="6858000"/>
                </a:lnTo>
                <a:lnTo>
                  <a:pt x="3638796" y="6089087"/>
                </a:lnTo>
                <a:lnTo>
                  <a:pt x="3638802" y="6089087"/>
                </a:lnTo>
                <a:lnTo>
                  <a:pt x="3638802" y="6089053"/>
                </a:lnTo>
                <a:close/>
                <a:moveTo>
                  <a:pt x="3153262" y="6085766"/>
                </a:moveTo>
                <a:lnTo>
                  <a:pt x="3155106" y="6089087"/>
                </a:lnTo>
                <a:lnTo>
                  <a:pt x="3155129" y="6089087"/>
                </a:lnTo>
                <a:lnTo>
                  <a:pt x="3580615" y="6856653"/>
                </a:lnTo>
                <a:lnTo>
                  <a:pt x="3578186" y="6858000"/>
                </a:lnTo>
                <a:lnTo>
                  <a:pt x="3573533" y="6858000"/>
                </a:lnTo>
                <a:lnTo>
                  <a:pt x="3147295" y="6089087"/>
                </a:lnTo>
                <a:lnTo>
                  <a:pt x="3147302" y="6089087"/>
                </a:lnTo>
                <a:lnTo>
                  <a:pt x="3147302" y="6089053"/>
                </a:lnTo>
                <a:close/>
                <a:moveTo>
                  <a:pt x="2661802" y="6085766"/>
                </a:moveTo>
                <a:lnTo>
                  <a:pt x="2663650" y="6089087"/>
                </a:lnTo>
                <a:lnTo>
                  <a:pt x="2663678" y="6089087"/>
                </a:lnTo>
                <a:lnTo>
                  <a:pt x="3089094" y="6856653"/>
                </a:lnTo>
                <a:lnTo>
                  <a:pt x="3086669" y="6858000"/>
                </a:lnTo>
                <a:lnTo>
                  <a:pt x="3082022" y="6858000"/>
                </a:lnTo>
                <a:lnTo>
                  <a:pt x="2655840" y="6089087"/>
                </a:lnTo>
                <a:lnTo>
                  <a:pt x="2655846" y="6089087"/>
                </a:lnTo>
                <a:lnTo>
                  <a:pt x="2655846" y="6089053"/>
                </a:lnTo>
                <a:close/>
                <a:moveTo>
                  <a:pt x="2170263" y="6085766"/>
                </a:moveTo>
                <a:lnTo>
                  <a:pt x="2172110" y="6089087"/>
                </a:lnTo>
                <a:lnTo>
                  <a:pt x="2172141" y="6089087"/>
                </a:lnTo>
                <a:lnTo>
                  <a:pt x="2597643" y="6856653"/>
                </a:lnTo>
                <a:lnTo>
                  <a:pt x="2595213" y="6858000"/>
                </a:lnTo>
                <a:lnTo>
                  <a:pt x="2590557" y="6858000"/>
                </a:lnTo>
                <a:lnTo>
                  <a:pt x="2164303" y="6089087"/>
                </a:lnTo>
                <a:lnTo>
                  <a:pt x="2164308" y="6089087"/>
                </a:lnTo>
                <a:lnTo>
                  <a:pt x="2164308" y="6089053"/>
                </a:lnTo>
                <a:close/>
                <a:moveTo>
                  <a:pt x="1678715" y="6085766"/>
                </a:moveTo>
                <a:lnTo>
                  <a:pt x="1680564" y="6089087"/>
                </a:lnTo>
                <a:lnTo>
                  <a:pt x="1680594" y="6089087"/>
                </a:lnTo>
                <a:lnTo>
                  <a:pt x="2106117" y="6856653"/>
                </a:lnTo>
                <a:lnTo>
                  <a:pt x="2103686" y="6858000"/>
                </a:lnTo>
                <a:lnTo>
                  <a:pt x="2099030" y="6858000"/>
                </a:lnTo>
                <a:lnTo>
                  <a:pt x="1672754" y="6089087"/>
                </a:lnTo>
                <a:lnTo>
                  <a:pt x="1672758" y="6089087"/>
                </a:lnTo>
                <a:lnTo>
                  <a:pt x="1672758" y="6089053"/>
                </a:lnTo>
                <a:close/>
                <a:moveTo>
                  <a:pt x="1187261" y="6085766"/>
                </a:moveTo>
                <a:lnTo>
                  <a:pt x="1189075" y="6089087"/>
                </a:lnTo>
                <a:lnTo>
                  <a:pt x="1189105" y="6089087"/>
                </a:lnTo>
                <a:lnTo>
                  <a:pt x="1614557" y="6856653"/>
                </a:lnTo>
                <a:lnTo>
                  <a:pt x="1612128" y="6858000"/>
                </a:lnTo>
                <a:lnTo>
                  <a:pt x="1607473" y="6858000"/>
                </a:lnTo>
                <a:lnTo>
                  <a:pt x="1181299" y="6089087"/>
                </a:lnTo>
                <a:lnTo>
                  <a:pt x="1181304" y="6089087"/>
                </a:lnTo>
                <a:lnTo>
                  <a:pt x="1181304" y="6089053"/>
                </a:lnTo>
                <a:close/>
                <a:moveTo>
                  <a:pt x="695790" y="6085766"/>
                </a:moveTo>
                <a:lnTo>
                  <a:pt x="697604" y="6089087"/>
                </a:lnTo>
                <a:lnTo>
                  <a:pt x="697633" y="6089087"/>
                </a:lnTo>
                <a:lnTo>
                  <a:pt x="1123085" y="6856653"/>
                </a:lnTo>
                <a:lnTo>
                  <a:pt x="1120655" y="6858000"/>
                </a:lnTo>
                <a:lnTo>
                  <a:pt x="1116000" y="6858000"/>
                </a:lnTo>
                <a:lnTo>
                  <a:pt x="689828" y="6089087"/>
                </a:lnTo>
                <a:lnTo>
                  <a:pt x="689833" y="6089087"/>
                </a:lnTo>
                <a:lnTo>
                  <a:pt x="689833" y="6089053"/>
                </a:lnTo>
                <a:close/>
                <a:moveTo>
                  <a:pt x="204304" y="6085766"/>
                </a:moveTo>
                <a:lnTo>
                  <a:pt x="206118" y="6089087"/>
                </a:lnTo>
                <a:lnTo>
                  <a:pt x="206147" y="6089087"/>
                </a:lnTo>
                <a:lnTo>
                  <a:pt x="631633" y="6856653"/>
                </a:lnTo>
                <a:lnTo>
                  <a:pt x="629203" y="6858000"/>
                </a:lnTo>
                <a:lnTo>
                  <a:pt x="624548" y="6858000"/>
                </a:lnTo>
                <a:lnTo>
                  <a:pt x="198342" y="6089087"/>
                </a:lnTo>
                <a:lnTo>
                  <a:pt x="198347" y="6089087"/>
                </a:lnTo>
                <a:lnTo>
                  <a:pt x="198347" y="6089053"/>
                </a:lnTo>
                <a:close/>
                <a:moveTo>
                  <a:pt x="0" y="5717122"/>
                </a:moveTo>
                <a:lnTo>
                  <a:pt x="140152" y="5969952"/>
                </a:lnTo>
                <a:lnTo>
                  <a:pt x="134161" y="5973273"/>
                </a:lnTo>
                <a:lnTo>
                  <a:pt x="0" y="5731236"/>
                </a:lnTo>
                <a:close/>
                <a:moveTo>
                  <a:pt x="12175482" y="5642432"/>
                </a:moveTo>
                <a:lnTo>
                  <a:pt x="12181473" y="5645753"/>
                </a:lnTo>
                <a:lnTo>
                  <a:pt x="11993938" y="5984090"/>
                </a:lnTo>
                <a:lnTo>
                  <a:pt x="11993938" y="5984158"/>
                </a:lnTo>
                <a:lnTo>
                  <a:pt x="11935773" y="6089087"/>
                </a:lnTo>
                <a:lnTo>
                  <a:pt x="11935740" y="6089087"/>
                </a:lnTo>
                <a:lnTo>
                  <a:pt x="11754161" y="6416640"/>
                </a:lnTo>
                <a:lnTo>
                  <a:pt x="11748170" y="6413320"/>
                </a:lnTo>
                <a:lnTo>
                  <a:pt x="11927900" y="6089087"/>
                </a:lnTo>
                <a:lnTo>
                  <a:pt x="11927934" y="6089087"/>
                </a:lnTo>
                <a:lnTo>
                  <a:pt x="11993938" y="5970020"/>
                </a:lnTo>
                <a:lnTo>
                  <a:pt x="11993938" y="5969986"/>
                </a:lnTo>
                <a:close/>
                <a:moveTo>
                  <a:pt x="11683980" y="5642432"/>
                </a:moveTo>
                <a:lnTo>
                  <a:pt x="11689971" y="5645753"/>
                </a:lnTo>
                <a:lnTo>
                  <a:pt x="11502436" y="5984090"/>
                </a:lnTo>
                <a:lnTo>
                  <a:pt x="11502436" y="5984158"/>
                </a:lnTo>
                <a:lnTo>
                  <a:pt x="11444272" y="6089087"/>
                </a:lnTo>
                <a:lnTo>
                  <a:pt x="11444238" y="6089087"/>
                </a:lnTo>
                <a:lnTo>
                  <a:pt x="11262659" y="6416640"/>
                </a:lnTo>
                <a:lnTo>
                  <a:pt x="11256668" y="6413320"/>
                </a:lnTo>
                <a:lnTo>
                  <a:pt x="11436398" y="6089087"/>
                </a:lnTo>
                <a:lnTo>
                  <a:pt x="11436432" y="6089087"/>
                </a:lnTo>
                <a:lnTo>
                  <a:pt x="11502436" y="5970020"/>
                </a:lnTo>
                <a:lnTo>
                  <a:pt x="11502436" y="5969986"/>
                </a:lnTo>
                <a:close/>
                <a:moveTo>
                  <a:pt x="11192478" y="5642432"/>
                </a:moveTo>
                <a:lnTo>
                  <a:pt x="11198469" y="5645753"/>
                </a:lnTo>
                <a:lnTo>
                  <a:pt x="11010934" y="5984090"/>
                </a:lnTo>
                <a:lnTo>
                  <a:pt x="11010934" y="5984158"/>
                </a:lnTo>
                <a:lnTo>
                  <a:pt x="10952770" y="6089087"/>
                </a:lnTo>
                <a:lnTo>
                  <a:pt x="10952736" y="6089087"/>
                </a:lnTo>
                <a:lnTo>
                  <a:pt x="10771157" y="6416640"/>
                </a:lnTo>
                <a:lnTo>
                  <a:pt x="10765166" y="6413320"/>
                </a:lnTo>
                <a:lnTo>
                  <a:pt x="10944896" y="6089087"/>
                </a:lnTo>
                <a:lnTo>
                  <a:pt x="10944930" y="6089087"/>
                </a:lnTo>
                <a:lnTo>
                  <a:pt x="11010934" y="5970020"/>
                </a:lnTo>
                <a:lnTo>
                  <a:pt x="11010934" y="5969986"/>
                </a:lnTo>
                <a:close/>
                <a:moveTo>
                  <a:pt x="10700977" y="5642432"/>
                </a:moveTo>
                <a:lnTo>
                  <a:pt x="10706968" y="5645753"/>
                </a:lnTo>
                <a:lnTo>
                  <a:pt x="10519433" y="5984090"/>
                </a:lnTo>
                <a:lnTo>
                  <a:pt x="10519433" y="5984158"/>
                </a:lnTo>
                <a:lnTo>
                  <a:pt x="10461269" y="6089087"/>
                </a:lnTo>
                <a:lnTo>
                  <a:pt x="10461234" y="6089087"/>
                </a:lnTo>
                <a:lnTo>
                  <a:pt x="10279657" y="6416640"/>
                </a:lnTo>
                <a:lnTo>
                  <a:pt x="10273699" y="6413320"/>
                </a:lnTo>
                <a:lnTo>
                  <a:pt x="10453395" y="6089087"/>
                </a:lnTo>
                <a:lnTo>
                  <a:pt x="10453429" y="6089087"/>
                </a:lnTo>
                <a:lnTo>
                  <a:pt x="10519433" y="5970020"/>
                </a:lnTo>
                <a:lnTo>
                  <a:pt x="10519433" y="5969986"/>
                </a:lnTo>
                <a:close/>
                <a:moveTo>
                  <a:pt x="10209476" y="5642432"/>
                </a:moveTo>
                <a:lnTo>
                  <a:pt x="10215467" y="5645753"/>
                </a:lnTo>
                <a:lnTo>
                  <a:pt x="10027932" y="5984090"/>
                </a:lnTo>
                <a:lnTo>
                  <a:pt x="10027932" y="5984158"/>
                </a:lnTo>
                <a:lnTo>
                  <a:pt x="9969768" y="6089087"/>
                </a:lnTo>
                <a:lnTo>
                  <a:pt x="9969733" y="6089087"/>
                </a:lnTo>
                <a:lnTo>
                  <a:pt x="9788189" y="6416640"/>
                </a:lnTo>
                <a:lnTo>
                  <a:pt x="9782198" y="6413320"/>
                </a:lnTo>
                <a:lnTo>
                  <a:pt x="9961894" y="6089087"/>
                </a:lnTo>
                <a:lnTo>
                  <a:pt x="9961962" y="6089087"/>
                </a:lnTo>
                <a:lnTo>
                  <a:pt x="10027932" y="5970020"/>
                </a:lnTo>
                <a:lnTo>
                  <a:pt x="10027932" y="5969986"/>
                </a:lnTo>
                <a:close/>
                <a:moveTo>
                  <a:pt x="9718009" y="5642432"/>
                </a:moveTo>
                <a:lnTo>
                  <a:pt x="9723965" y="5645753"/>
                </a:lnTo>
                <a:lnTo>
                  <a:pt x="9536431" y="5984088"/>
                </a:lnTo>
                <a:lnTo>
                  <a:pt x="9536431" y="5984158"/>
                </a:lnTo>
                <a:lnTo>
                  <a:pt x="9478267" y="6089087"/>
                </a:lnTo>
                <a:lnTo>
                  <a:pt x="9478231" y="6089087"/>
                </a:lnTo>
                <a:lnTo>
                  <a:pt x="9296687" y="6416640"/>
                </a:lnTo>
                <a:lnTo>
                  <a:pt x="9290696" y="6413320"/>
                </a:lnTo>
                <a:lnTo>
                  <a:pt x="9470426" y="6089087"/>
                </a:lnTo>
                <a:lnTo>
                  <a:pt x="9470461" y="6089087"/>
                </a:lnTo>
                <a:lnTo>
                  <a:pt x="9536430" y="5970022"/>
                </a:lnTo>
                <a:lnTo>
                  <a:pt x="9536430" y="5969986"/>
                </a:lnTo>
                <a:close/>
                <a:moveTo>
                  <a:pt x="9226508" y="5642432"/>
                </a:moveTo>
                <a:lnTo>
                  <a:pt x="9232499" y="5645753"/>
                </a:lnTo>
                <a:lnTo>
                  <a:pt x="9044929" y="5984090"/>
                </a:lnTo>
                <a:lnTo>
                  <a:pt x="9044929" y="5984158"/>
                </a:lnTo>
                <a:lnTo>
                  <a:pt x="8986765" y="6089087"/>
                </a:lnTo>
                <a:lnTo>
                  <a:pt x="8986730" y="6089087"/>
                </a:lnTo>
                <a:lnTo>
                  <a:pt x="8805186" y="6416640"/>
                </a:lnTo>
                <a:lnTo>
                  <a:pt x="8799195" y="6413320"/>
                </a:lnTo>
                <a:lnTo>
                  <a:pt x="8978925" y="6089087"/>
                </a:lnTo>
                <a:lnTo>
                  <a:pt x="8978959" y="6089087"/>
                </a:lnTo>
                <a:lnTo>
                  <a:pt x="9044929" y="5970020"/>
                </a:lnTo>
                <a:lnTo>
                  <a:pt x="9044929" y="5969986"/>
                </a:lnTo>
                <a:close/>
                <a:moveTo>
                  <a:pt x="8735006" y="5642432"/>
                </a:moveTo>
                <a:lnTo>
                  <a:pt x="8740997" y="5645753"/>
                </a:lnTo>
                <a:lnTo>
                  <a:pt x="8553427" y="5984090"/>
                </a:lnTo>
                <a:lnTo>
                  <a:pt x="8553427" y="5984158"/>
                </a:lnTo>
                <a:lnTo>
                  <a:pt x="8495263" y="6089087"/>
                </a:lnTo>
                <a:lnTo>
                  <a:pt x="8495229" y="6089087"/>
                </a:lnTo>
                <a:lnTo>
                  <a:pt x="8313685" y="6416640"/>
                </a:lnTo>
                <a:lnTo>
                  <a:pt x="8307694" y="6413320"/>
                </a:lnTo>
                <a:lnTo>
                  <a:pt x="8487424" y="6089087"/>
                </a:lnTo>
                <a:lnTo>
                  <a:pt x="8487458" y="6089087"/>
                </a:lnTo>
                <a:lnTo>
                  <a:pt x="8553427" y="5970020"/>
                </a:lnTo>
                <a:lnTo>
                  <a:pt x="8553427" y="5969986"/>
                </a:lnTo>
                <a:close/>
                <a:moveTo>
                  <a:pt x="8243505" y="5642432"/>
                </a:moveTo>
                <a:lnTo>
                  <a:pt x="8249496" y="5645753"/>
                </a:lnTo>
                <a:lnTo>
                  <a:pt x="8061927" y="5984088"/>
                </a:lnTo>
                <a:lnTo>
                  <a:pt x="8061927" y="5984158"/>
                </a:lnTo>
                <a:lnTo>
                  <a:pt x="8003797" y="6089087"/>
                </a:lnTo>
                <a:lnTo>
                  <a:pt x="8003727" y="6089087"/>
                </a:lnTo>
                <a:lnTo>
                  <a:pt x="7822183" y="6416640"/>
                </a:lnTo>
                <a:lnTo>
                  <a:pt x="7816192" y="6413320"/>
                </a:lnTo>
                <a:lnTo>
                  <a:pt x="7995922" y="6089087"/>
                </a:lnTo>
                <a:lnTo>
                  <a:pt x="7995957" y="6089087"/>
                </a:lnTo>
                <a:lnTo>
                  <a:pt x="8061926" y="5970022"/>
                </a:lnTo>
                <a:lnTo>
                  <a:pt x="8061926" y="5969986"/>
                </a:lnTo>
                <a:close/>
                <a:moveTo>
                  <a:pt x="7752003" y="5642432"/>
                </a:moveTo>
                <a:lnTo>
                  <a:pt x="7757994" y="5645753"/>
                </a:lnTo>
                <a:lnTo>
                  <a:pt x="7570425" y="5984088"/>
                </a:lnTo>
                <a:lnTo>
                  <a:pt x="7570425" y="5984158"/>
                </a:lnTo>
                <a:lnTo>
                  <a:pt x="7512295" y="6089087"/>
                </a:lnTo>
                <a:lnTo>
                  <a:pt x="7512261" y="6089087"/>
                </a:lnTo>
                <a:lnTo>
                  <a:pt x="7330682" y="6416640"/>
                </a:lnTo>
                <a:lnTo>
                  <a:pt x="7324691" y="6413320"/>
                </a:lnTo>
                <a:lnTo>
                  <a:pt x="7504421" y="6089087"/>
                </a:lnTo>
                <a:lnTo>
                  <a:pt x="7504455" y="6089087"/>
                </a:lnTo>
                <a:lnTo>
                  <a:pt x="7570424" y="5970021"/>
                </a:lnTo>
                <a:lnTo>
                  <a:pt x="7570424" y="5969986"/>
                </a:lnTo>
                <a:close/>
                <a:moveTo>
                  <a:pt x="7260501" y="5642432"/>
                </a:moveTo>
                <a:lnTo>
                  <a:pt x="7266492" y="5645753"/>
                </a:lnTo>
                <a:lnTo>
                  <a:pt x="7078957" y="5984090"/>
                </a:lnTo>
                <a:lnTo>
                  <a:pt x="7078957" y="5984158"/>
                </a:lnTo>
                <a:lnTo>
                  <a:pt x="7020793" y="6089087"/>
                </a:lnTo>
                <a:lnTo>
                  <a:pt x="7020759" y="6089087"/>
                </a:lnTo>
                <a:lnTo>
                  <a:pt x="6839180" y="6416640"/>
                </a:lnTo>
                <a:lnTo>
                  <a:pt x="6833189" y="6413320"/>
                </a:lnTo>
                <a:lnTo>
                  <a:pt x="7012919" y="6089087"/>
                </a:lnTo>
                <a:lnTo>
                  <a:pt x="7012953" y="6089087"/>
                </a:lnTo>
                <a:lnTo>
                  <a:pt x="7078957" y="5970020"/>
                </a:lnTo>
                <a:lnTo>
                  <a:pt x="7078957" y="5969986"/>
                </a:lnTo>
                <a:close/>
                <a:moveTo>
                  <a:pt x="6769000" y="5642432"/>
                </a:moveTo>
                <a:lnTo>
                  <a:pt x="6774991" y="5645753"/>
                </a:lnTo>
                <a:lnTo>
                  <a:pt x="6587456" y="5984090"/>
                </a:lnTo>
                <a:lnTo>
                  <a:pt x="6587456" y="5984158"/>
                </a:lnTo>
                <a:lnTo>
                  <a:pt x="6529292" y="6089087"/>
                </a:lnTo>
                <a:lnTo>
                  <a:pt x="6529258" y="6089087"/>
                </a:lnTo>
                <a:lnTo>
                  <a:pt x="6347679" y="6416640"/>
                </a:lnTo>
                <a:lnTo>
                  <a:pt x="6341688" y="6413320"/>
                </a:lnTo>
                <a:lnTo>
                  <a:pt x="6521418" y="6089087"/>
                </a:lnTo>
                <a:lnTo>
                  <a:pt x="6521452" y="6089087"/>
                </a:lnTo>
                <a:lnTo>
                  <a:pt x="6587456" y="5970020"/>
                </a:lnTo>
                <a:lnTo>
                  <a:pt x="6587456" y="5969986"/>
                </a:lnTo>
                <a:close/>
                <a:moveTo>
                  <a:pt x="6277499" y="5642432"/>
                </a:moveTo>
                <a:lnTo>
                  <a:pt x="6283490" y="5645753"/>
                </a:lnTo>
                <a:lnTo>
                  <a:pt x="6096000" y="5984064"/>
                </a:lnTo>
                <a:lnTo>
                  <a:pt x="6096000" y="5984158"/>
                </a:lnTo>
                <a:lnTo>
                  <a:pt x="6038081" y="6089087"/>
                </a:lnTo>
                <a:lnTo>
                  <a:pt x="6038046" y="6089087"/>
                </a:lnTo>
                <a:lnTo>
                  <a:pt x="5856497" y="6416640"/>
                </a:lnTo>
                <a:lnTo>
                  <a:pt x="5850506" y="6413320"/>
                </a:lnTo>
                <a:lnTo>
                  <a:pt x="6030233" y="6089087"/>
                </a:lnTo>
                <a:lnTo>
                  <a:pt x="6030267" y="6089087"/>
                </a:lnTo>
                <a:lnTo>
                  <a:pt x="6096000" y="5970046"/>
                </a:lnTo>
                <a:lnTo>
                  <a:pt x="6096000" y="5969986"/>
                </a:lnTo>
                <a:close/>
                <a:moveTo>
                  <a:pt x="5786327" y="5642432"/>
                </a:moveTo>
                <a:lnTo>
                  <a:pt x="5792316" y="5645753"/>
                </a:lnTo>
                <a:lnTo>
                  <a:pt x="5604798" y="5984088"/>
                </a:lnTo>
                <a:lnTo>
                  <a:pt x="5604798" y="5984158"/>
                </a:lnTo>
                <a:lnTo>
                  <a:pt x="5546665" y="6089087"/>
                </a:lnTo>
                <a:lnTo>
                  <a:pt x="5546630" y="6089087"/>
                </a:lnTo>
                <a:lnTo>
                  <a:pt x="5365077" y="6416640"/>
                </a:lnTo>
                <a:lnTo>
                  <a:pt x="5359083" y="6413320"/>
                </a:lnTo>
                <a:lnTo>
                  <a:pt x="5538753" y="6089087"/>
                </a:lnTo>
                <a:lnTo>
                  <a:pt x="5538788" y="6089087"/>
                </a:lnTo>
                <a:lnTo>
                  <a:pt x="5604791" y="5970021"/>
                </a:lnTo>
                <a:lnTo>
                  <a:pt x="5604791" y="5969986"/>
                </a:lnTo>
                <a:close/>
                <a:moveTo>
                  <a:pt x="5294803" y="5642432"/>
                </a:moveTo>
                <a:lnTo>
                  <a:pt x="5300781" y="5645753"/>
                </a:lnTo>
                <a:lnTo>
                  <a:pt x="5113324" y="5984088"/>
                </a:lnTo>
                <a:lnTo>
                  <a:pt x="5113324" y="5984158"/>
                </a:lnTo>
                <a:lnTo>
                  <a:pt x="5055136" y="6089087"/>
                </a:lnTo>
                <a:lnTo>
                  <a:pt x="5055096" y="6089087"/>
                </a:lnTo>
                <a:lnTo>
                  <a:pt x="4873545" y="6416640"/>
                </a:lnTo>
                <a:lnTo>
                  <a:pt x="4867551" y="6413320"/>
                </a:lnTo>
                <a:lnTo>
                  <a:pt x="5047257" y="6089087"/>
                </a:lnTo>
                <a:lnTo>
                  <a:pt x="5047297" y="6089087"/>
                </a:lnTo>
                <a:lnTo>
                  <a:pt x="5113324" y="5970022"/>
                </a:lnTo>
                <a:lnTo>
                  <a:pt x="5113324" y="5969986"/>
                </a:lnTo>
                <a:close/>
                <a:moveTo>
                  <a:pt x="4803356" y="5642432"/>
                </a:moveTo>
                <a:lnTo>
                  <a:pt x="4809329" y="5645753"/>
                </a:lnTo>
                <a:lnTo>
                  <a:pt x="4621812" y="5984088"/>
                </a:lnTo>
                <a:lnTo>
                  <a:pt x="4621812" y="5984158"/>
                </a:lnTo>
                <a:lnTo>
                  <a:pt x="4563646" y="6089087"/>
                </a:lnTo>
                <a:lnTo>
                  <a:pt x="4563606" y="6089087"/>
                </a:lnTo>
                <a:lnTo>
                  <a:pt x="4382015" y="6416640"/>
                </a:lnTo>
                <a:lnTo>
                  <a:pt x="4376057" y="6413320"/>
                </a:lnTo>
                <a:lnTo>
                  <a:pt x="4555764" y="6089087"/>
                </a:lnTo>
                <a:lnTo>
                  <a:pt x="4555803" y="6089087"/>
                </a:lnTo>
                <a:lnTo>
                  <a:pt x="4621812" y="5970022"/>
                </a:lnTo>
                <a:lnTo>
                  <a:pt x="4621812" y="5969986"/>
                </a:lnTo>
                <a:close/>
                <a:moveTo>
                  <a:pt x="4311833" y="5642432"/>
                </a:moveTo>
                <a:lnTo>
                  <a:pt x="4317824" y="5645753"/>
                </a:lnTo>
                <a:lnTo>
                  <a:pt x="4130294" y="5984088"/>
                </a:lnTo>
                <a:lnTo>
                  <a:pt x="4130294" y="5984158"/>
                </a:lnTo>
                <a:lnTo>
                  <a:pt x="4072135" y="6089087"/>
                </a:lnTo>
                <a:lnTo>
                  <a:pt x="4072092" y="6089087"/>
                </a:lnTo>
                <a:lnTo>
                  <a:pt x="3890561" y="6416640"/>
                </a:lnTo>
                <a:lnTo>
                  <a:pt x="3884570" y="6413320"/>
                </a:lnTo>
                <a:lnTo>
                  <a:pt x="4064257" y="6089087"/>
                </a:lnTo>
                <a:lnTo>
                  <a:pt x="4064328" y="6089087"/>
                </a:lnTo>
                <a:lnTo>
                  <a:pt x="4130294" y="5970022"/>
                </a:lnTo>
                <a:lnTo>
                  <a:pt x="4130294" y="5969986"/>
                </a:lnTo>
                <a:close/>
                <a:moveTo>
                  <a:pt x="3820379" y="5642432"/>
                </a:moveTo>
                <a:lnTo>
                  <a:pt x="3826339" y="5645753"/>
                </a:lnTo>
                <a:lnTo>
                  <a:pt x="3638821" y="5984057"/>
                </a:lnTo>
                <a:lnTo>
                  <a:pt x="3638821" y="5984158"/>
                </a:lnTo>
                <a:lnTo>
                  <a:pt x="3580652" y="6089087"/>
                </a:lnTo>
                <a:lnTo>
                  <a:pt x="3580618" y="6089087"/>
                </a:lnTo>
                <a:lnTo>
                  <a:pt x="3399086" y="6416640"/>
                </a:lnTo>
                <a:lnTo>
                  <a:pt x="3393098" y="6413320"/>
                </a:lnTo>
                <a:lnTo>
                  <a:pt x="3572810" y="6089087"/>
                </a:lnTo>
                <a:lnTo>
                  <a:pt x="3572852" y="6089087"/>
                </a:lnTo>
                <a:lnTo>
                  <a:pt x="3638804" y="5970053"/>
                </a:lnTo>
                <a:lnTo>
                  <a:pt x="3638804" y="5969986"/>
                </a:lnTo>
                <a:close/>
                <a:moveTo>
                  <a:pt x="3328929" y="5642432"/>
                </a:moveTo>
                <a:lnTo>
                  <a:pt x="3334914" y="5645753"/>
                </a:lnTo>
                <a:lnTo>
                  <a:pt x="3147302" y="5984088"/>
                </a:lnTo>
                <a:lnTo>
                  <a:pt x="3147302" y="5984158"/>
                </a:lnTo>
                <a:lnTo>
                  <a:pt x="3089133" y="6089087"/>
                </a:lnTo>
                <a:lnTo>
                  <a:pt x="3089094" y="6089087"/>
                </a:lnTo>
                <a:lnTo>
                  <a:pt x="2907558" y="6416640"/>
                </a:lnTo>
                <a:lnTo>
                  <a:pt x="2901569" y="6413320"/>
                </a:lnTo>
                <a:lnTo>
                  <a:pt x="3081302" y="6089087"/>
                </a:lnTo>
                <a:lnTo>
                  <a:pt x="3081341" y="6089087"/>
                </a:lnTo>
                <a:lnTo>
                  <a:pt x="3147302" y="5970021"/>
                </a:lnTo>
                <a:lnTo>
                  <a:pt x="3147302" y="5969986"/>
                </a:lnTo>
                <a:close/>
                <a:moveTo>
                  <a:pt x="2837389" y="5642432"/>
                </a:moveTo>
                <a:lnTo>
                  <a:pt x="2843379" y="5645753"/>
                </a:lnTo>
                <a:lnTo>
                  <a:pt x="2655848" y="5984088"/>
                </a:lnTo>
                <a:lnTo>
                  <a:pt x="2655848" y="5984158"/>
                </a:lnTo>
                <a:lnTo>
                  <a:pt x="2597717" y="6089087"/>
                </a:lnTo>
                <a:lnTo>
                  <a:pt x="2597643" y="6089087"/>
                </a:lnTo>
                <a:lnTo>
                  <a:pt x="2416078" y="6416640"/>
                </a:lnTo>
                <a:lnTo>
                  <a:pt x="2410088" y="6413320"/>
                </a:lnTo>
                <a:lnTo>
                  <a:pt x="2589837" y="6089087"/>
                </a:lnTo>
                <a:lnTo>
                  <a:pt x="2589877" y="6089087"/>
                </a:lnTo>
                <a:lnTo>
                  <a:pt x="2655847" y="5970021"/>
                </a:lnTo>
                <a:lnTo>
                  <a:pt x="2655847" y="5969986"/>
                </a:lnTo>
                <a:close/>
                <a:moveTo>
                  <a:pt x="2345909" y="5642432"/>
                </a:moveTo>
                <a:lnTo>
                  <a:pt x="2351898" y="5645753"/>
                </a:lnTo>
                <a:lnTo>
                  <a:pt x="2164311" y="5984088"/>
                </a:lnTo>
                <a:lnTo>
                  <a:pt x="2164311" y="5984158"/>
                </a:lnTo>
                <a:lnTo>
                  <a:pt x="2106193" y="6089087"/>
                </a:lnTo>
                <a:lnTo>
                  <a:pt x="2106117" y="6089087"/>
                </a:lnTo>
                <a:lnTo>
                  <a:pt x="1924507" y="6416640"/>
                </a:lnTo>
                <a:lnTo>
                  <a:pt x="1918516" y="6413320"/>
                </a:lnTo>
                <a:lnTo>
                  <a:pt x="2098313" y="6089087"/>
                </a:lnTo>
                <a:lnTo>
                  <a:pt x="2098345" y="6089087"/>
                </a:lnTo>
                <a:lnTo>
                  <a:pt x="2164308" y="5970022"/>
                </a:lnTo>
                <a:lnTo>
                  <a:pt x="2164308" y="5969986"/>
                </a:lnTo>
                <a:close/>
                <a:moveTo>
                  <a:pt x="1854333" y="5642432"/>
                </a:moveTo>
                <a:lnTo>
                  <a:pt x="1860324" y="5645753"/>
                </a:lnTo>
                <a:lnTo>
                  <a:pt x="1672794" y="5984027"/>
                </a:lnTo>
                <a:lnTo>
                  <a:pt x="1672794" y="5984158"/>
                </a:lnTo>
                <a:lnTo>
                  <a:pt x="1614631" y="6089087"/>
                </a:lnTo>
                <a:lnTo>
                  <a:pt x="1614592" y="6089087"/>
                </a:lnTo>
                <a:lnTo>
                  <a:pt x="1433019" y="6416640"/>
                </a:lnTo>
                <a:lnTo>
                  <a:pt x="1427028" y="6413320"/>
                </a:lnTo>
                <a:lnTo>
                  <a:pt x="1606753" y="6089087"/>
                </a:lnTo>
                <a:lnTo>
                  <a:pt x="1606791" y="6089087"/>
                </a:lnTo>
                <a:lnTo>
                  <a:pt x="1672759" y="5970083"/>
                </a:lnTo>
                <a:lnTo>
                  <a:pt x="1672759" y="5969986"/>
                </a:lnTo>
                <a:close/>
                <a:moveTo>
                  <a:pt x="1362844" y="5642432"/>
                </a:moveTo>
                <a:lnTo>
                  <a:pt x="1368835" y="5645753"/>
                </a:lnTo>
                <a:lnTo>
                  <a:pt x="1181321" y="5984060"/>
                </a:lnTo>
                <a:lnTo>
                  <a:pt x="1181321" y="5984158"/>
                </a:lnTo>
                <a:lnTo>
                  <a:pt x="1123159" y="6089087"/>
                </a:lnTo>
                <a:lnTo>
                  <a:pt x="1123120" y="6089087"/>
                </a:lnTo>
                <a:lnTo>
                  <a:pt x="941546" y="6416640"/>
                </a:lnTo>
                <a:lnTo>
                  <a:pt x="935556" y="6413320"/>
                </a:lnTo>
                <a:lnTo>
                  <a:pt x="1115281" y="6089087"/>
                </a:lnTo>
                <a:lnTo>
                  <a:pt x="1115319" y="6089087"/>
                </a:lnTo>
                <a:lnTo>
                  <a:pt x="1181305" y="5970050"/>
                </a:lnTo>
                <a:lnTo>
                  <a:pt x="1181305" y="5969986"/>
                </a:lnTo>
                <a:close/>
                <a:moveTo>
                  <a:pt x="871373" y="5642432"/>
                </a:moveTo>
                <a:lnTo>
                  <a:pt x="877364" y="5645753"/>
                </a:lnTo>
                <a:lnTo>
                  <a:pt x="689834" y="5984088"/>
                </a:lnTo>
                <a:lnTo>
                  <a:pt x="689834" y="5984158"/>
                </a:lnTo>
                <a:lnTo>
                  <a:pt x="631672" y="6089087"/>
                </a:lnTo>
                <a:lnTo>
                  <a:pt x="631633" y="6089087"/>
                </a:lnTo>
                <a:lnTo>
                  <a:pt x="450059" y="6416640"/>
                </a:lnTo>
                <a:lnTo>
                  <a:pt x="444068" y="6413320"/>
                </a:lnTo>
                <a:lnTo>
                  <a:pt x="623793" y="6089087"/>
                </a:lnTo>
                <a:lnTo>
                  <a:pt x="623832" y="6089087"/>
                </a:lnTo>
                <a:lnTo>
                  <a:pt x="689834" y="5970021"/>
                </a:lnTo>
                <a:lnTo>
                  <a:pt x="689834" y="5969986"/>
                </a:lnTo>
                <a:close/>
                <a:moveTo>
                  <a:pt x="379886" y="5642432"/>
                </a:moveTo>
                <a:lnTo>
                  <a:pt x="385877" y="5645753"/>
                </a:lnTo>
                <a:lnTo>
                  <a:pt x="198348" y="5984088"/>
                </a:lnTo>
                <a:lnTo>
                  <a:pt x="198348" y="5984158"/>
                </a:lnTo>
                <a:lnTo>
                  <a:pt x="140186" y="6089087"/>
                </a:lnTo>
                <a:lnTo>
                  <a:pt x="140147" y="6089087"/>
                </a:lnTo>
                <a:lnTo>
                  <a:pt x="0" y="6341909"/>
                </a:lnTo>
                <a:lnTo>
                  <a:pt x="0" y="6327778"/>
                </a:lnTo>
                <a:lnTo>
                  <a:pt x="132308" y="6089087"/>
                </a:lnTo>
                <a:lnTo>
                  <a:pt x="132346" y="6089087"/>
                </a:lnTo>
                <a:lnTo>
                  <a:pt x="198347" y="5970021"/>
                </a:lnTo>
                <a:lnTo>
                  <a:pt x="198347" y="5969986"/>
                </a:lnTo>
                <a:close/>
                <a:moveTo>
                  <a:pt x="11993938" y="5202386"/>
                </a:moveTo>
                <a:lnTo>
                  <a:pt x="12001743" y="5202386"/>
                </a:lnTo>
                <a:lnTo>
                  <a:pt x="12192000" y="5545624"/>
                </a:lnTo>
                <a:lnTo>
                  <a:pt x="12192000" y="5559727"/>
                </a:lnTo>
                <a:close/>
                <a:moveTo>
                  <a:pt x="11502436" y="5202386"/>
                </a:moveTo>
                <a:lnTo>
                  <a:pt x="11510242" y="5202386"/>
                </a:lnTo>
                <a:lnTo>
                  <a:pt x="11935739" y="5969952"/>
                </a:lnTo>
                <a:lnTo>
                  <a:pt x="11929748" y="5973273"/>
                </a:lnTo>
                <a:close/>
                <a:moveTo>
                  <a:pt x="11010934" y="5202386"/>
                </a:moveTo>
                <a:lnTo>
                  <a:pt x="11018740" y="5202386"/>
                </a:lnTo>
                <a:lnTo>
                  <a:pt x="11444237" y="5969952"/>
                </a:lnTo>
                <a:lnTo>
                  <a:pt x="11438246" y="5973273"/>
                </a:lnTo>
                <a:close/>
                <a:moveTo>
                  <a:pt x="10519433" y="5202386"/>
                </a:moveTo>
                <a:lnTo>
                  <a:pt x="10527273" y="5202386"/>
                </a:lnTo>
                <a:lnTo>
                  <a:pt x="10952736" y="5969952"/>
                </a:lnTo>
                <a:lnTo>
                  <a:pt x="10946745" y="5973273"/>
                </a:lnTo>
                <a:close/>
                <a:moveTo>
                  <a:pt x="10027932" y="5202386"/>
                </a:moveTo>
                <a:lnTo>
                  <a:pt x="10035771" y="5202386"/>
                </a:lnTo>
                <a:lnTo>
                  <a:pt x="10461235" y="5969952"/>
                </a:lnTo>
                <a:lnTo>
                  <a:pt x="10455244" y="5973273"/>
                </a:lnTo>
                <a:close/>
                <a:moveTo>
                  <a:pt x="9536430" y="5202386"/>
                </a:moveTo>
                <a:lnTo>
                  <a:pt x="9544270" y="5202386"/>
                </a:lnTo>
                <a:lnTo>
                  <a:pt x="9969733" y="5969952"/>
                </a:lnTo>
                <a:lnTo>
                  <a:pt x="9963742" y="5973273"/>
                </a:lnTo>
                <a:close/>
                <a:moveTo>
                  <a:pt x="9044929" y="5202386"/>
                </a:moveTo>
                <a:lnTo>
                  <a:pt x="9052769" y="5202386"/>
                </a:lnTo>
                <a:lnTo>
                  <a:pt x="9478232" y="5969952"/>
                </a:lnTo>
                <a:lnTo>
                  <a:pt x="9472241" y="5973273"/>
                </a:lnTo>
                <a:close/>
                <a:moveTo>
                  <a:pt x="8553427" y="5202386"/>
                </a:moveTo>
                <a:lnTo>
                  <a:pt x="8561267" y="5202386"/>
                </a:lnTo>
                <a:lnTo>
                  <a:pt x="8986730" y="5969952"/>
                </a:lnTo>
                <a:lnTo>
                  <a:pt x="8980739" y="5973273"/>
                </a:lnTo>
                <a:close/>
                <a:moveTo>
                  <a:pt x="8061926" y="5202386"/>
                </a:moveTo>
                <a:lnTo>
                  <a:pt x="8069766" y="5202386"/>
                </a:lnTo>
                <a:lnTo>
                  <a:pt x="8495229" y="5969952"/>
                </a:lnTo>
                <a:lnTo>
                  <a:pt x="8489238" y="5973273"/>
                </a:lnTo>
                <a:close/>
                <a:moveTo>
                  <a:pt x="7570424" y="5202386"/>
                </a:moveTo>
                <a:lnTo>
                  <a:pt x="7578264" y="5202386"/>
                </a:lnTo>
                <a:lnTo>
                  <a:pt x="8003727" y="5969952"/>
                </a:lnTo>
                <a:lnTo>
                  <a:pt x="7997736" y="5973273"/>
                </a:lnTo>
                <a:close/>
                <a:moveTo>
                  <a:pt x="7078957" y="5202386"/>
                </a:moveTo>
                <a:lnTo>
                  <a:pt x="7086763" y="5202386"/>
                </a:lnTo>
                <a:lnTo>
                  <a:pt x="7512226" y="5969952"/>
                </a:lnTo>
                <a:lnTo>
                  <a:pt x="7506235" y="5973273"/>
                </a:lnTo>
                <a:close/>
                <a:moveTo>
                  <a:pt x="6587456" y="5202386"/>
                </a:moveTo>
                <a:lnTo>
                  <a:pt x="6595261" y="5202386"/>
                </a:lnTo>
                <a:lnTo>
                  <a:pt x="7020724" y="5969952"/>
                </a:lnTo>
                <a:lnTo>
                  <a:pt x="7014733" y="5973273"/>
                </a:lnTo>
                <a:close/>
                <a:moveTo>
                  <a:pt x="6096000" y="5202386"/>
                </a:moveTo>
                <a:lnTo>
                  <a:pt x="6103761" y="5202386"/>
                </a:lnTo>
                <a:lnTo>
                  <a:pt x="6529258" y="5969952"/>
                </a:lnTo>
                <a:lnTo>
                  <a:pt x="6523267" y="5973273"/>
                </a:lnTo>
                <a:close/>
                <a:moveTo>
                  <a:pt x="5604791" y="5202386"/>
                </a:moveTo>
                <a:lnTo>
                  <a:pt x="5612590" y="5202386"/>
                </a:lnTo>
                <a:lnTo>
                  <a:pt x="6038046" y="5969952"/>
                </a:lnTo>
                <a:lnTo>
                  <a:pt x="6032075" y="5973273"/>
                </a:lnTo>
                <a:close/>
                <a:moveTo>
                  <a:pt x="5113324" y="5202386"/>
                </a:moveTo>
                <a:lnTo>
                  <a:pt x="5121174" y="5202386"/>
                </a:lnTo>
                <a:lnTo>
                  <a:pt x="5546630" y="5969952"/>
                </a:lnTo>
                <a:lnTo>
                  <a:pt x="5540610" y="5973273"/>
                </a:lnTo>
                <a:close/>
                <a:moveTo>
                  <a:pt x="4621812" y="5202386"/>
                </a:moveTo>
                <a:lnTo>
                  <a:pt x="4629649" y="5202386"/>
                </a:lnTo>
                <a:lnTo>
                  <a:pt x="5055100" y="5969952"/>
                </a:lnTo>
                <a:lnTo>
                  <a:pt x="5049111" y="5973273"/>
                </a:lnTo>
                <a:close/>
                <a:moveTo>
                  <a:pt x="4130294" y="5202386"/>
                </a:moveTo>
                <a:lnTo>
                  <a:pt x="4138139" y="5202386"/>
                </a:lnTo>
                <a:lnTo>
                  <a:pt x="4563610" y="5969952"/>
                </a:lnTo>
                <a:lnTo>
                  <a:pt x="4557619" y="5973273"/>
                </a:lnTo>
                <a:close/>
                <a:moveTo>
                  <a:pt x="3638802" y="5202386"/>
                </a:moveTo>
                <a:lnTo>
                  <a:pt x="3646639" y="5202386"/>
                </a:lnTo>
                <a:lnTo>
                  <a:pt x="4072098" y="5969952"/>
                </a:lnTo>
                <a:lnTo>
                  <a:pt x="4066109" y="5973273"/>
                </a:lnTo>
                <a:close/>
                <a:moveTo>
                  <a:pt x="3147302" y="5202386"/>
                </a:moveTo>
                <a:lnTo>
                  <a:pt x="3155137" y="5202386"/>
                </a:lnTo>
                <a:lnTo>
                  <a:pt x="3580621" y="5969952"/>
                </a:lnTo>
                <a:lnTo>
                  <a:pt x="3574631" y="5973273"/>
                </a:lnTo>
                <a:close/>
                <a:moveTo>
                  <a:pt x="2655847" y="5202386"/>
                </a:moveTo>
                <a:lnTo>
                  <a:pt x="2663684" y="5202386"/>
                </a:lnTo>
                <a:lnTo>
                  <a:pt x="3089099" y="5969952"/>
                </a:lnTo>
                <a:lnTo>
                  <a:pt x="3083123" y="5973273"/>
                </a:lnTo>
                <a:close/>
                <a:moveTo>
                  <a:pt x="2164308" y="5202386"/>
                </a:moveTo>
                <a:lnTo>
                  <a:pt x="2172146" y="5202386"/>
                </a:lnTo>
                <a:lnTo>
                  <a:pt x="2597649" y="5969952"/>
                </a:lnTo>
                <a:lnTo>
                  <a:pt x="2591657" y="5973273"/>
                </a:lnTo>
                <a:close/>
                <a:moveTo>
                  <a:pt x="1672759" y="5202386"/>
                </a:moveTo>
                <a:lnTo>
                  <a:pt x="1680598" y="5202386"/>
                </a:lnTo>
                <a:lnTo>
                  <a:pt x="2106124" y="5969952"/>
                </a:lnTo>
                <a:lnTo>
                  <a:pt x="2100133" y="5973273"/>
                </a:lnTo>
                <a:close/>
                <a:moveTo>
                  <a:pt x="1181304" y="5202386"/>
                </a:moveTo>
                <a:lnTo>
                  <a:pt x="1189110" y="5202386"/>
                </a:lnTo>
                <a:lnTo>
                  <a:pt x="1614562" y="5969952"/>
                </a:lnTo>
                <a:lnTo>
                  <a:pt x="1608571" y="5973273"/>
                </a:lnTo>
                <a:close/>
                <a:moveTo>
                  <a:pt x="689833" y="5202386"/>
                </a:moveTo>
                <a:lnTo>
                  <a:pt x="697638" y="5202386"/>
                </a:lnTo>
                <a:lnTo>
                  <a:pt x="1123090" y="5969952"/>
                </a:lnTo>
                <a:lnTo>
                  <a:pt x="1117099" y="5973273"/>
                </a:lnTo>
                <a:close/>
                <a:moveTo>
                  <a:pt x="198347" y="5202386"/>
                </a:moveTo>
                <a:lnTo>
                  <a:pt x="206152" y="5202386"/>
                </a:lnTo>
                <a:lnTo>
                  <a:pt x="631638" y="5969952"/>
                </a:lnTo>
                <a:lnTo>
                  <a:pt x="625647" y="5973273"/>
                </a:lnTo>
                <a:close/>
                <a:moveTo>
                  <a:pt x="11999895" y="5199064"/>
                </a:moveTo>
                <a:lnTo>
                  <a:pt x="12001708" y="5202385"/>
                </a:lnTo>
                <a:lnTo>
                  <a:pt x="11993938" y="5202385"/>
                </a:lnTo>
                <a:close/>
                <a:moveTo>
                  <a:pt x="11508393" y="5199064"/>
                </a:moveTo>
                <a:lnTo>
                  <a:pt x="11510207" y="5202385"/>
                </a:lnTo>
                <a:lnTo>
                  <a:pt x="11502436" y="5202385"/>
                </a:lnTo>
                <a:close/>
                <a:moveTo>
                  <a:pt x="11016891" y="5199064"/>
                </a:moveTo>
                <a:lnTo>
                  <a:pt x="11018705" y="5202385"/>
                </a:lnTo>
                <a:lnTo>
                  <a:pt x="11010934" y="5202385"/>
                </a:lnTo>
                <a:close/>
                <a:moveTo>
                  <a:pt x="10525390" y="5199064"/>
                </a:moveTo>
                <a:lnTo>
                  <a:pt x="10527204" y="5202385"/>
                </a:lnTo>
                <a:lnTo>
                  <a:pt x="10519433" y="5202385"/>
                </a:lnTo>
                <a:close/>
                <a:moveTo>
                  <a:pt x="10033889" y="5199064"/>
                </a:moveTo>
                <a:lnTo>
                  <a:pt x="10035738" y="5202385"/>
                </a:lnTo>
                <a:lnTo>
                  <a:pt x="10027932" y="5202385"/>
                </a:lnTo>
                <a:close/>
                <a:moveTo>
                  <a:pt x="9542387" y="5199064"/>
                </a:moveTo>
                <a:lnTo>
                  <a:pt x="9544236" y="5202385"/>
                </a:lnTo>
                <a:lnTo>
                  <a:pt x="9536430" y="5202385"/>
                </a:lnTo>
                <a:close/>
                <a:moveTo>
                  <a:pt x="9050886" y="5199064"/>
                </a:moveTo>
                <a:lnTo>
                  <a:pt x="9052735" y="5202385"/>
                </a:lnTo>
                <a:lnTo>
                  <a:pt x="9044929" y="5202385"/>
                </a:lnTo>
                <a:close/>
                <a:moveTo>
                  <a:pt x="8559385" y="5199064"/>
                </a:moveTo>
                <a:lnTo>
                  <a:pt x="8561233" y="5202385"/>
                </a:lnTo>
                <a:lnTo>
                  <a:pt x="8553427" y="5202385"/>
                </a:lnTo>
                <a:close/>
                <a:moveTo>
                  <a:pt x="8067883" y="5199064"/>
                </a:moveTo>
                <a:lnTo>
                  <a:pt x="8069732" y="5202385"/>
                </a:lnTo>
                <a:lnTo>
                  <a:pt x="8061926" y="5202385"/>
                </a:lnTo>
                <a:close/>
                <a:moveTo>
                  <a:pt x="7576381" y="5199064"/>
                </a:moveTo>
                <a:lnTo>
                  <a:pt x="7578230" y="5202385"/>
                </a:lnTo>
                <a:lnTo>
                  <a:pt x="7570424" y="5202385"/>
                </a:lnTo>
                <a:close/>
                <a:moveTo>
                  <a:pt x="7084914" y="5199064"/>
                </a:moveTo>
                <a:lnTo>
                  <a:pt x="7086728" y="5202385"/>
                </a:lnTo>
                <a:lnTo>
                  <a:pt x="7078957" y="5202385"/>
                </a:lnTo>
                <a:close/>
                <a:moveTo>
                  <a:pt x="6593413" y="5199064"/>
                </a:moveTo>
                <a:lnTo>
                  <a:pt x="6595226" y="5202385"/>
                </a:lnTo>
                <a:lnTo>
                  <a:pt x="6587456" y="5202385"/>
                </a:lnTo>
                <a:close/>
                <a:moveTo>
                  <a:pt x="6101912" y="5199064"/>
                </a:moveTo>
                <a:lnTo>
                  <a:pt x="6103726" y="5202385"/>
                </a:lnTo>
                <a:lnTo>
                  <a:pt x="6096000" y="5202385"/>
                </a:lnTo>
                <a:close/>
                <a:moveTo>
                  <a:pt x="5610738" y="5199064"/>
                </a:moveTo>
                <a:lnTo>
                  <a:pt x="5612553" y="5202385"/>
                </a:lnTo>
                <a:lnTo>
                  <a:pt x="5604805" y="5202385"/>
                </a:lnTo>
                <a:close/>
                <a:moveTo>
                  <a:pt x="5119306" y="5199064"/>
                </a:moveTo>
                <a:lnTo>
                  <a:pt x="5121107" y="5202385"/>
                </a:lnTo>
                <a:lnTo>
                  <a:pt x="5113324" y="5202385"/>
                </a:lnTo>
                <a:close/>
                <a:moveTo>
                  <a:pt x="4627774" y="5199064"/>
                </a:moveTo>
                <a:lnTo>
                  <a:pt x="4629622" y="5202385"/>
                </a:lnTo>
                <a:lnTo>
                  <a:pt x="4621815" y="5202385"/>
                </a:lnTo>
                <a:close/>
                <a:moveTo>
                  <a:pt x="4136263" y="5199064"/>
                </a:moveTo>
                <a:lnTo>
                  <a:pt x="4138110" y="5202385"/>
                </a:lnTo>
                <a:lnTo>
                  <a:pt x="4130299" y="5202385"/>
                </a:lnTo>
                <a:close/>
                <a:moveTo>
                  <a:pt x="3644762" y="5199064"/>
                </a:moveTo>
                <a:lnTo>
                  <a:pt x="3646609" y="5202385"/>
                </a:lnTo>
                <a:lnTo>
                  <a:pt x="3638807" y="5202385"/>
                </a:lnTo>
                <a:close/>
                <a:moveTo>
                  <a:pt x="3153262" y="5199064"/>
                </a:moveTo>
                <a:lnTo>
                  <a:pt x="3155124" y="5202385"/>
                </a:lnTo>
                <a:lnTo>
                  <a:pt x="3147302" y="5202385"/>
                </a:lnTo>
                <a:close/>
                <a:moveTo>
                  <a:pt x="2661809" y="5199064"/>
                </a:moveTo>
                <a:lnTo>
                  <a:pt x="2663656" y="5202385"/>
                </a:lnTo>
                <a:lnTo>
                  <a:pt x="2655852" y="5202385"/>
                </a:lnTo>
                <a:close/>
                <a:moveTo>
                  <a:pt x="2170269" y="5199064"/>
                </a:moveTo>
                <a:lnTo>
                  <a:pt x="2172116" y="5202385"/>
                </a:lnTo>
                <a:lnTo>
                  <a:pt x="2164311" y="5202385"/>
                </a:lnTo>
                <a:close/>
                <a:moveTo>
                  <a:pt x="1678720" y="5199064"/>
                </a:moveTo>
                <a:lnTo>
                  <a:pt x="1680569" y="5202385"/>
                </a:lnTo>
                <a:lnTo>
                  <a:pt x="1672764" y="5202385"/>
                </a:lnTo>
                <a:close/>
                <a:moveTo>
                  <a:pt x="1187266" y="5199064"/>
                </a:moveTo>
                <a:lnTo>
                  <a:pt x="1189080" y="5202385"/>
                </a:lnTo>
                <a:lnTo>
                  <a:pt x="1181309" y="5202385"/>
                </a:lnTo>
                <a:close/>
                <a:moveTo>
                  <a:pt x="695795" y="5199064"/>
                </a:moveTo>
                <a:lnTo>
                  <a:pt x="697609" y="5202385"/>
                </a:lnTo>
                <a:lnTo>
                  <a:pt x="689838" y="5202385"/>
                </a:lnTo>
                <a:close/>
                <a:moveTo>
                  <a:pt x="204309" y="5199064"/>
                </a:moveTo>
                <a:lnTo>
                  <a:pt x="206123" y="5202385"/>
                </a:lnTo>
                <a:lnTo>
                  <a:pt x="198353" y="5202385"/>
                </a:lnTo>
                <a:close/>
                <a:moveTo>
                  <a:pt x="0" y="4830410"/>
                </a:moveTo>
                <a:lnTo>
                  <a:pt x="140158" y="5083250"/>
                </a:lnTo>
                <a:lnTo>
                  <a:pt x="134167" y="5086571"/>
                </a:lnTo>
                <a:lnTo>
                  <a:pt x="0" y="4844523"/>
                </a:lnTo>
                <a:close/>
                <a:moveTo>
                  <a:pt x="12175482" y="4755730"/>
                </a:moveTo>
                <a:lnTo>
                  <a:pt x="12181473" y="4759051"/>
                </a:lnTo>
                <a:lnTo>
                  <a:pt x="11993938" y="5097388"/>
                </a:lnTo>
                <a:lnTo>
                  <a:pt x="11993938" y="5097457"/>
                </a:lnTo>
                <a:lnTo>
                  <a:pt x="11935773" y="5202386"/>
                </a:lnTo>
                <a:lnTo>
                  <a:pt x="11935740" y="5202386"/>
                </a:lnTo>
                <a:lnTo>
                  <a:pt x="11754161" y="5529939"/>
                </a:lnTo>
                <a:lnTo>
                  <a:pt x="11748170" y="5526619"/>
                </a:lnTo>
                <a:lnTo>
                  <a:pt x="11927900" y="5202386"/>
                </a:lnTo>
                <a:lnTo>
                  <a:pt x="11927934" y="5202386"/>
                </a:lnTo>
                <a:lnTo>
                  <a:pt x="11993938" y="5083353"/>
                </a:lnTo>
                <a:lnTo>
                  <a:pt x="11993938" y="5083284"/>
                </a:lnTo>
                <a:close/>
                <a:moveTo>
                  <a:pt x="11683980" y="4755730"/>
                </a:moveTo>
                <a:lnTo>
                  <a:pt x="11689971" y="4759051"/>
                </a:lnTo>
                <a:lnTo>
                  <a:pt x="11502436" y="5097388"/>
                </a:lnTo>
                <a:lnTo>
                  <a:pt x="11502436" y="5097457"/>
                </a:lnTo>
                <a:lnTo>
                  <a:pt x="11444272" y="5202386"/>
                </a:lnTo>
                <a:lnTo>
                  <a:pt x="11444238" y="5202386"/>
                </a:lnTo>
                <a:lnTo>
                  <a:pt x="11262659" y="5529939"/>
                </a:lnTo>
                <a:lnTo>
                  <a:pt x="11256668" y="5526619"/>
                </a:lnTo>
                <a:lnTo>
                  <a:pt x="11436398" y="5202386"/>
                </a:lnTo>
                <a:lnTo>
                  <a:pt x="11436432" y="5202386"/>
                </a:lnTo>
                <a:lnTo>
                  <a:pt x="11502436" y="5083353"/>
                </a:lnTo>
                <a:lnTo>
                  <a:pt x="11502436" y="5083284"/>
                </a:lnTo>
                <a:close/>
                <a:moveTo>
                  <a:pt x="11192478" y="4755730"/>
                </a:moveTo>
                <a:lnTo>
                  <a:pt x="11198469" y="4759051"/>
                </a:lnTo>
                <a:lnTo>
                  <a:pt x="11010934" y="5097388"/>
                </a:lnTo>
                <a:lnTo>
                  <a:pt x="11010934" y="5097457"/>
                </a:lnTo>
                <a:lnTo>
                  <a:pt x="10952770" y="5202386"/>
                </a:lnTo>
                <a:lnTo>
                  <a:pt x="10952736" y="5202386"/>
                </a:lnTo>
                <a:lnTo>
                  <a:pt x="10771157" y="5529939"/>
                </a:lnTo>
                <a:lnTo>
                  <a:pt x="10765166" y="5526619"/>
                </a:lnTo>
                <a:lnTo>
                  <a:pt x="10944896" y="5202386"/>
                </a:lnTo>
                <a:lnTo>
                  <a:pt x="10944930" y="5202386"/>
                </a:lnTo>
                <a:lnTo>
                  <a:pt x="11010934" y="5083353"/>
                </a:lnTo>
                <a:lnTo>
                  <a:pt x="11010934" y="5083284"/>
                </a:lnTo>
                <a:close/>
                <a:moveTo>
                  <a:pt x="10700977" y="4755730"/>
                </a:moveTo>
                <a:lnTo>
                  <a:pt x="10706968" y="4759051"/>
                </a:lnTo>
                <a:lnTo>
                  <a:pt x="10519433" y="5097388"/>
                </a:lnTo>
                <a:lnTo>
                  <a:pt x="10519433" y="5097457"/>
                </a:lnTo>
                <a:lnTo>
                  <a:pt x="10461269" y="5202386"/>
                </a:lnTo>
                <a:lnTo>
                  <a:pt x="10461234" y="5202386"/>
                </a:lnTo>
                <a:lnTo>
                  <a:pt x="10279657" y="5529939"/>
                </a:lnTo>
                <a:lnTo>
                  <a:pt x="10273699" y="5526619"/>
                </a:lnTo>
                <a:lnTo>
                  <a:pt x="10453395" y="5202386"/>
                </a:lnTo>
                <a:lnTo>
                  <a:pt x="10453429" y="5202386"/>
                </a:lnTo>
                <a:lnTo>
                  <a:pt x="10519433" y="5083353"/>
                </a:lnTo>
                <a:lnTo>
                  <a:pt x="10519433" y="5083284"/>
                </a:lnTo>
                <a:close/>
                <a:moveTo>
                  <a:pt x="10209476" y="4755730"/>
                </a:moveTo>
                <a:lnTo>
                  <a:pt x="10215467" y="4759051"/>
                </a:lnTo>
                <a:lnTo>
                  <a:pt x="10027932" y="5097388"/>
                </a:lnTo>
                <a:lnTo>
                  <a:pt x="10027932" y="5097457"/>
                </a:lnTo>
                <a:lnTo>
                  <a:pt x="9969768" y="5202386"/>
                </a:lnTo>
                <a:lnTo>
                  <a:pt x="9969733" y="5202386"/>
                </a:lnTo>
                <a:lnTo>
                  <a:pt x="9788189" y="5529939"/>
                </a:lnTo>
                <a:lnTo>
                  <a:pt x="9782198" y="5526619"/>
                </a:lnTo>
                <a:lnTo>
                  <a:pt x="9961894" y="5202386"/>
                </a:lnTo>
                <a:lnTo>
                  <a:pt x="9961962" y="5202386"/>
                </a:lnTo>
                <a:lnTo>
                  <a:pt x="10027932" y="5083353"/>
                </a:lnTo>
                <a:lnTo>
                  <a:pt x="10027932" y="5083284"/>
                </a:lnTo>
                <a:close/>
                <a:moveTo>
                  <a:pt x="9718009" y="4755730"/>
                </a:moveTo>
                <a:lnTo>
                  <a:pt x="9723965" y="4759051"/>
                </a:lnTo>
                <a:lnTo>
                  <a:pt x="9536431" y="5097386"/>
                </a:lnTo>
                <a:lnTo>
                  <a:pt x="9536431" y="5097457"/>
                </a:lnTo>
                <a:lnTo>
                  <a:pt x="9478267" y="5202386"/>
                </a:lnTo>
                <a:lnTo>
                  <a:pt x="9478231" y="5202386"/>
                </a:lnTo>
                <a:lnTo>
                  <a:pt x="9296687" y="5529939"/>
                </a:lnTo>
                <a:lnTo>
                  <a:pt x="9290696" y="5526619"/>
                </a:lnTo>
                <a:lnTo>
                  <a:pt x="9470426" y="5202386"/>
                </a:lnTo>
                <a:lnTo>
                  <a:pt x="9470461" y="5202386"/>
                </a:lnTo>
                <a:lnTo>
                  <a:pt x="9536430" y="5083355"/>
                </a:lnTo>
                <a:lnTo>
                  <a:pt x="9536430" y="5083284"/>
                </a:lnTo>
                <a:close/>
                <a:moveTo>
                  <a:pt x="9226508" y="4755730"/>
                </a:moveTo>
                <a:lnTo>
                  <a:pt x="9232499" y="4759051"/>
                </a:lnTo>
                <a:lnTo>
                  <a:pt x="9044929" y="5097388"/>
                </a:lnTo>
                <a:lnTo>
                  <a:pt x="9044929" y="5097457"/>
                </a:lnTo>
                <a:lnTo>
                  <a:pt x="8986765" y="5202386"/>
                </a:lnTo>
                <a:lnTo>
                  <a:pt x="8986730" y="5202386"/>
                </a:lnTo>
                <a:lnTo>
                  <a:pt x="8805186" y="5529939"/>
                </a:lnTo>
                <a:lnTo>
                  <a:pt x="8799195" y="5526619"/>
                </a:lnTo>
                <a:lnTo>
                  <a:pt x="8978925" y="5202386"/>
                </a:lnTo>
                <a:lnTo>
                  <a:pt x="8978959" y="5202386"/>
                </a:lnTo>
                <a:lnTo>
                  <a:pt x="9044929" y="5083353"/>
                </a:lnTo>
                <a:lnTo>
                  <a:pt x="9044929" y="5083284"/>
                </a:lnTo>
                <a:close/>
                <a:moveTo>
                  <a:pt x="8735006" y="4755730"/>
                </a:moveTo>
                <a:lnTo>
                  <a:pt x="8740997" y="4759051"/>
                </a:lnTo>
                <a:lnTo>
                  <a:pt x="8553427" y="5097388"/>
                </a:lnTo>
                <a:lnTo>
                  <a:pt x="8553427" y="5097457"/>
                </a:lnTo>
                <a:lnTo>
                  <a:pt x="8495263" y="5202386"/>
                </a:lnTo>
                <a:lnTo>
                  <a:pt x="8495229" y="5202386"/>
                </a:lnTo>
                <a:lnTo>
                  <a:pt x="8313685" y="5529939"/>
                </a:lnTo>
                <a:lnTo>
                  <a:pt x="8307694" y="5526619"/>
                </a:lnTo>
                <a:lnTo>
                  <a:pt x="8487424" y="5202386"/>
                </a:lnTo>
                <a:lnTo>
                  <a:pt x="8487458" y="5202386"/>
                </a:lnTo>
                <a:lnTo>
                  <a:pt x="8553427" y="5083353"/>
                </a:lnTo>
                <a:lnTo>
                  <a:pt x="8553427" y="5083284"/>
                </a:lnTo>
                <a:close/>
                <a:moveTo>
                  <a:pt x="8243505" y="4755730"/>
                </a:moveTo>
                <a:lnTo>
                  <a:pt x="8249496" y="4759051"/>
                </a:lnTo>
                <a:lnTo>
                  <a:pt x="8061927" y="5097386"/>
                </a:lnTo>
                <a:lnTo>
                  <a:pt x="8061927" y="5097457"/>
                </a:lnTo>
                <a:lnTo>
                  <a:pt x="8003797" y="5202386"/>
                </a:lnTo>
                <a:lnTo>
                  <a:pt x="8003727" y="5202386"/>
                </a:lnTo>
                <a:lnTo>
                  <a:pt x="7822183" y="5529939"/>
                </a:lnTo>
                <a:lnTo>
                  <a:pt x="7816192" y="5526619"/>
                </a:lnTo>
                <a:lnTo>
                  <a:pt x="7995922" y="5202386"/>
                </a:lnTo>
                <a:lnTo>
                  <a:pt x="7995957" y="5202386"/>
                </a:lnTo>
                <a:lnTo>
                  <a:pt x="8061926" y="5083355"/>
                </a:lnTo>
                <a:lnTo>
                  <a:pt x="8061926" y="5083284"/>
                </a:lnTo>
                <a:close/>
                <a:moveTo>
                  <a:pt x="7752003" y="4755730"/>
                </a:moveTo>
                <a:lnTo>
                  <a:pt x="7757994" y="4759051"/>
                </a:lnTo>
                <a:lnTo>
                  <a:pt x="7570425" y="5097386"/>
                </a:lnTo>
                <a:lnTo>
                  <a:pt x="7570425" y="5097457"/>
                </a:lnTo>
                <a:lnTo>
                  <a:pt x="7512295" y="5202386"/>
                </a:lnTo>
                <a:lnTo>
                  <a:pt x="7512261" y="5202386"/>
                </a:lnTo>
                <a:lnTo>
                  <a:pt x="7330682" y="5529939"/>
                </a:lnTo>
                <a:lnTo>
                  <a:pt x="7324691" y="5526619"/>
                </a:lnTo>
                <a:lnTo>
                  <a:pt x="7504421" y="5202386"/>
                </a:lnTo>
                <a:lnTo>
                  <a:pt x="7504455" y="5202386"/>
                </a:lnTo>
                <a:lnTo>
                  <a:pt x="7570424" y="5083354"/>
                </a:lnTo>
                <a:lnTo>
                  <a:pt x="7570424" y="5083284"/>
                </a:lnTo>
                <a:close/>
                <a:moveTo>
                  <a:pt x="7260501" y="4755730"/>
                </a:moveTo>
                <a:lnTo>
                  <a:pt x="7266492" y="4759051"/>
                </a:lnTo>
                <a:lnTo>
                  <a:pt x="7078957" y="5097388"/>
                </a:lnTo>
                <a:lnTo>
                  <a:pt x="7078957" y="5097457"/>
                </a:lnTo>
                <a:lnTo>
                  <a:pt x="7020793" y="5202386"/>
                </a:lnTo>
                <a:lnTo>
                  <a:pt x="7020759" y="5202386"/>
                </a:lnTo>
                <a:lnTo>
                  <a:pt x="6839180" y="5529939"/>
                </a:lnTo>
                <a:lnTo>
                  <a:pt x="6833189" y="5526619"/>
                </a:lnTo>
                <a:lnTo>
                  <a:pt x="7012919" y="5202386"/>
                </a:lnTo>
                <a:lnTo>
                  <a:pt x="7012953" y="5202386"/>
                </a:lnTo>
                <a:lnTo>
                  <a:pt x="7078957" y="5083353"/>
                </a:lnTo>
                <a:lnTo>
                  <a:pt x="7078957" y="5083284"/>
                </a:lnTo>
                <a:close/>
                <a:moveTo>
                  <a:pt x="6769000" y="4755730"/>
                </a:moveTo>
                <a:lnTo>
                  <a:pt x="6774991" y="4759051"/>
                </a:lnTo>
                <a:lnTo>
                  <a:pt x="6587456" y="5097388"/>
                </a:lnTo>
                <a:lnTo>
                  <a:pt x="6587456" y="5097457"/>
                </a:lnTo>
                <a:lnTo>
                  <a:pt x="6529292" y="5202386"/>
                </a:lnTo>
                <a:lnTo>
                  <a:pt x="6529258" y="5202386"/>
                </a:lnTo>
                <a:lnTo>
                  <a:pt x="6347679" y="5529939"/>
                </a:lnTo>
                <a:lnTo>
                  <a:pt x="6341688" y="5526619"/>
                </a:lnTo>
                <a:lnTo>
                  <a:pt x="6521418" y="5202386"/>
                </a:lnTo>
                <a:lnTo>
                  <a:pt x="6521452" y="5202386"/>
                </a:lnTo>
                <a:lnTo>
                  <a:pt x="6587456" y="5083353"/>
                </a:lnTo>
                <a:lnTo>
                  <a:pt x="6587456" y="5083284"/>
                </a:lnTo>
                <a:close/>
                <a:moveTo>
                  <a:pt x="6277499" y="4755730"/>
                </a:moveTo>
                <a:lnTo>
                  <a:pt x="6283490" y="4759051"/>
                </a:lnTo>
                <a:lnTo>
                  <a:pt x="6096000" y="5097366"/>
                </a:lnTo>
                <a:lnTo>
                  <a:pt x="6096000" y="5097457"/>
                </a:lnTo>
                <a:lnTo>
                  <a:pt x="6038084" y="5202386"/>
                </a:lnTo>
                <a:lnTo>
                  <a:pt x="6038046" y="5202386"/>
                </a:lnTo>
                <a:lnTo>
                  <a:pt x="5856506" y="5529939"/>
                </a:lnTo>
                <a:lnTo>
                  <a:pt x="5850513" y="5526619"/>
                </a:lnTo>
                <a:lnTo>
                  <a:pt x="6030243" y="5202386"/>
                </a:lnTo>
                <a:lnTo>
                  <a:pt x="6030278" y="5202386"/>
                </a:lnTo>
                <a:lnTo>
                  <a:pt x="6096000" y="5083375"/>
                </a:lnTo>
                <a:lnTo>
                  <a:pt x="6096000" y="5083284"/>
                </a:lnTo>
                <a:close/>
                <a:moveTo>
                  <a:pt x="5786335" y="4755730"/>
                </a:moveTo>
                <a:lnTo>
                  <a:pt x="5792320" y="4759051"/>
                </a:lnTo>
                <a:lnTo>
                  <a:pt x="5604805" y="5097387"/>
                </a:lnTo>
                <a:lnTo>
                  <a:pt x="5604805" y="5097457"/>
                </a:lnTo>
                <a:lnTo>
                  <a:pt x="5546672" y="5202386"/>
                </a:lnTo>
                <a:lnTo>
                  <a:pt x="5546630" y="5202386"/>
                </a:lnTo>
                <a:lnTo>
                  <a:pt x="5365084" y="5529939"/>
                </a:lnTo>
                <a:lnTo>
                  <a:pt x="5359090" y="5526619"/>
                </a:lnTo>
                <a:lnTo>
                  <a:pt x="5538753" y="5202386"/>
                </a:lnTo>
                <a:lnTo>
                  <a:pt x="5538788" y="5202386"/>
                </a:lnTo>
                <a:lnTo>
                  <a:pt x="5604805" y="5083354"/>
                </a:lnTo>
                <a:lnTo>
                  <a:pt x="5604805" y="5083284"/>
                </a:lnTo>
                <a:close/>
                <a:moveTo>
                  <a:pt x="5294803" y="4755730"/>
                </a:moveTo>
                <a:lnTo>
                  <a:pt x="5300784" y="4759051"/>
                </a:lnTo>
                <a:lnTo>
                  <a:pt x="5113324" y="5097386"/>
                </a:lnTo>
                <a:lnTo>
                  <a:pt x="5113324" y="5097457"/>
                </a:lnTo>
                <a:lnTo>
                  <a:pt x="5055143" y="5202386"/>
                </a:lnTo>
                <a:lnTo>
                  <a:pt x="5055102" y="5202386"/>
                </a:lnTo>
                <a:lnTo>
                  <a:pt x="4873549" y="5529939"/>
                </a:lnTo>
                <a:lnTo>
                  <a:pt x="4867558" y="5526619"/>
                </a:lnTo>
                <a:lnTo>
                  <a:pt x="5047261" y="5202386"/>
                </a:lnTo>
                <a:lnTo>
                  <a:pt x="5047305" y="5202386"/>
                </a:lnTo>
                <a:lnTo>
                  <a:pt x="5113324" y="5083354"/>
                </a:lnTo>
                <a:lnTo>
                  <a:pt x="5113324" y="5083284"/>
                </a:lnTo>
                <a:close/>
                <a:moveTo>
                  <a:pt x="4803361" y="4755730"/>
                </a:moveTo>
                <a:lnTo>
                  <a:pt x="4809345" y="4759051"/>
                </a:lnTo>
                <a:lnTo>
                  <a:pt x="4621816" y="5097387"/>
                </a:lnTo>
                <a:lnTo>
                  <a:pt x="4621816" y="5097457"/>
                </a:lnTo>
                <a:lnTo>
                  <a:pt x="4563650" y="5202386"/>
                </a:lnTo>
                <a:lnTo>
                  <a:pt x="4563610" y="5202386"/>
                </a:lnTo>
                <a:lnTo>
                  <a:pt x="4382020" y="5529939"/>
                </a:lnTo>
                <a:lnTo>
                  <a:pt x="4376059" y="5526619"/>
                </a:lnTo>
                <a:lnTo>
                  <a:pt x="4555769" y="5202386"/>
                </a:lnTo>
                <a:lnTo>
                  <a:pt x="4555809" y="5202386"/>
                </a:lnTo>
                <a:lnTo>
                  <a:pt x="4621816" y="5083354"/>
                </a:lnTo>
                <a:lnTo>
                  <a:pt x="4621816" y="5083284"/>
                </a:lnTo>
                <a:close/>
                <a:moveTo>
                  <a:pt x="4311838" y="4755730"/>
                </a:moveTo>
                <a:lnTo>
                  <a:pt x="4317831" y="4759051"/>
                </a:lnTo>
                <a:lnTo>
                  <a:pt x="4130302" y="5097386"/>
                </a:lnTo>
                <a:lnTo>
                  <a:pt x="4130302" y="5097457"/>
                </a:lnTo>
                <a:lnTo>
                  <a:pt x="4072139" y="5202386"/>
                </a:lnTo>
                <a:lnTo>
                  <a:pt x="4072098" y="5202386"/>
                </a:lnTo>
                <a:lnTo>
                  <a:pt x="3890566" y="5529939"/>
                </a:lnTo>
                <a:lnTo>
                  <a:pt x="3884576" y="5526619"/>
                </a:lnTo>
                <a:lnTo>
                  <a:pt x="4064262" y="5202386"/>
                </a:lnTo>
                <a:lnTo>
                  <a:pt x="4064335" y="5202386"/>
                </a:lnTo>
                <a:lnTo>
                  <a:pt x="4130300" y="5083355"/>
                </a:lnTo>
                <a:lnTo>
                  <a:pt x="4130300" y="5083284"/>
                </a:lnTo>
                <a:close/>
                <a:moveTo>
                  <a:pt x="3820389" y="4755730"/>
                </a:moveTo>
                <a:lnTo>
                  <a:pt x="3826344" y="4759051"/>
                </a:lnTo>
                <a:lnTo>
                  <a:pt x="3638826" y="5097356"/>
                </a:lnTo>
                <a:lnTo>
                  <a:pt x="3638826" y="5097457"/>
                </a:lnTo>
                <a:lnTo>
                  <a:pt x="3580659" y="5202386"/>
                </a:lnTo>
                <a:lnTo>
                  <a:pt x="3580621" y="5202386"/>
                </a:lnTo>
                <a:lnTo>
                  <a:pt x="3399095" y="5529939"/>
                </a:lnTo>
                <a:lnTo>
                  <a:pt x="3393104" y="5526619"/>
                </a:lnTo>
                <a:lnTo>
                  <a:pt x="3572817" y="5202386"/>
                </a:lnTo>
                <a:lnTo>
                  <a:pt x="3572859" y="5202386"/>
                </a:lnTo>
                <a:lnTo>
                  <a:pt x="3638809" y="5083385"/>
                </a:lnTo>
                <a:lnTo>
                  <a:pt x="3638809" y="5083284"/>
                </a:lnTo>
                <a:close/>
                <a:moveTo>
                  <a:pt x="3328932" y="4755730"/>
                </a:moveTo>
                <a:lnTo>
                  <a:pt x="3334921" y="4759051"/>
                </a:lnTo>
                <a:lnTo>
                  <a:pt x="3147308" y="5097386"/>
                </a:lnTo>
                <a:lnTo>
                  <a:pt x="3147308" y="5097457"/>
                </a:lnTo>
                <a:lnTo>
                  <a:pt x="3089140" y="5202386"/>
                </a:lnTo>
                <a:lnTo>
                  <a:pt x="3089099" y="5202386"/>
                </a:lnTo>
                <a:lnTo>
                  <a:pt x="2907562" y="5529939"/>
                </a:lnTo>
                <a:lnTo>
                  <a:pt x="2901573" y="5526619"/>
                </a:lnTo>
                <a:lnTo>
                  <a:pt x="3081310" y="5202386"/>
                </a:lnTo>
                <a:lnTo>
                  <a:pt x="3081349" y="5202386"/>
                </a:lnTo>
                <a:lnTo>
                  <a:pt x="3147308" y="5083355"/>
                </a:lnTo>
                <a:lnTo>
                  <a:pt x="3147308" y="5083284"/>
                </a:lnTo>
                <a:close/>
                <a:moveTo>
                  <a:pt x="2837393" y="4755730"/>
                </a:moveTo>
                <a:lnTo>
                  <a:pt x="2843384" y="4759051"/>
                </a:lnTo>
                <a:lnTo>
                  <a:pt x="2655854" y="5097386"/>
                </a:lnTo>
                <a:lnTo>
                  <a:pt x="2655854" y="5097457"/>
                </a:lnTo>
                <a:lnTo>
                  <a:pt x="2597723" y="5202386"/>
                </a:lnTo>
                <a:lnTo>
                  <a:pt x="2597649" y="5202386"/>
                </a:lnTo>
                <a:lnTo>
                  <a:pt x="2416084" y="5529939"/>
                </a:lnTo>
                <a:lnTo>
                  <a:pt x="2410094" y="5526619"/>
                </a:lnTo>
                <a:lnTo>
                  <a:pt x="2589842" y="5202386"/>
                </a:lnTo>
                <a:lnTo>
                  <a:pt x="2589883" y="5202386"/>
                </a:lnTo>
                <a:lnTo>
                  <a:pt x="2655853" y="5083354"/>
                </a:lnTo>
                <a:lnTo>
                  <a:pt x="2655853" y="5083284"/>
                </a:lnTo>
                <a:close/>
                <a:moveTo>
                  <a:pt x="2345915" y="4755730"/>
                </a:moveTo>
                <a:lnTo>
                  <a:pt x="2351904" y="4759051"/>
                </a:lnTo>
                <a:lnTo>
                  <a:pt x="2164315" y="5097386"/>
                </a:lnTo>
                <a:lnTo>
                  <a:pt x="2164315" y="5097457"/>
                </a:lnTo>
                <a:lnTo>
                  <a:pt x="2106195" y="5202386"/>
                </a:lnTo>
                <a:lnTo>
                  <a:pt x="2106124" y="5202386"/>
                </a:lnTo>
                <a:lnTo>
                  <a:pt x="1924511" y="5529939"/>
                </a:lnTo>
                <a:lnTo>
                  <a:pt x="1918521" y="5526619"/>
                </a:lnTo>
                <a:lnTo>
                  <a:pt x="2098316" y="5202386"/>
                </a:lnTo>
                <a:lnTo>
                  <a:pt x="2098345" y="5202386"/>
                </a:lnTo>
                <a:lnTo>
                  <a:pt x="2164311" y="5083355"/>
                </a:lnTo>
                <a:lnTo>
                  <a:pt x="2164311" y="5083284"/>
                </a:lnTo>
                <a:close/>
                <a:moveTo>
                  <a:pt x="1854338" y="4755730"/>
                </a:moveTo>
                <a:lnTo>
                  <a:pt x="1860329" y="4759051"/>
                </a:lnTo>
                <a:lnTo>
                  <a:pt x="1672799" y="5097325"/>
                </a:lnTo>
                <a:lnTo>
                  <a:pt x="1672799" y="5097457"/>
                </a:lnTo>
                <a:lnTo>
                  <a:pt x="1614636" y="5202386"/>
                </a:lnTo>
                <a:lnTo>
                  <a:pt x="1614597" y="5202386"/>
                </a:lnTo>
                <a:lnTo>
                  <a:pt x="1433024" y="5529939"/>
                </a:lnTo>
                <a:lnTo>
                  <a:pt x="1427033" y="5526619"/>
                </a:lnTo>
                <a:lnTo>
                  <a:pt x="1606758" y="5202386"/>
                </a:lnTo>
                <a:lnTo>
                  <a:pt x="1606796" y="5202386"/>
                </a:lnTo>
                <a:lnTo>
                  <a:pt x="1672764" y="5083416"/>
                </a:lnTo>
                <a:lnTo>
                  <a:pt x="1672764" y="5083284"/>
                </a:lnTo>
                <a:close/>
                <a:moveTo>
                  <a:pt x="1362849" y="4755730"/>
                </a:moveTo>
                <a:lnTo>
                  <a:pt x="1368840" y="4759051"/>
                </a:lnTo>
                <a:lnTo>
                  <a:pt x="1181326" y="5097357"/>
                </a:lnTo>
                <a:lnTo>
                  <a:pt x="1181326" y="5097457"/>
                </a:lnTo>
                <a:lnTo>
                  <a:pt x="1123164" y="5202386"/>
                </a:lnTo>
                <a:lnTo>
                  <a:pt x="1123125" y="5202386"/>
                </a:lnTo>
                <a:lnTo>
                  <a:pt x="941552" y="5529939"/>
                </a:lnTo>
                <a:lnTo>
                  <a:pt x="935561" y="5526619"/>
                </a:lnTo>
                <a:lnTo>
                  <a:pt x="1115286" y="5202386"/>
                </a:lnTo>
                <a:lnTo>
                  <a:pt x="1115324" y="5202386"/>
                </a:lnTo>
                <a:lnTo>
                  <a:pt x="1181310" y="5083383"/>
                </a:lnTo>
                <a:lnTo>
                  <a:pt x="1181310" y="5083284"/>
                </a:lnTo>
                <a:close/>
                <a:moveTo>
                  <a:pt x="871378" y="4755730"/>
                </a:moveTo>
                <a:lnTo>
                  <a:pt x="877369" y="4759051"/>
                </a:lnTo>
                <a:lnTo>
                  <a:pt x="689840" y="5097386"/>
                </a:lnTo>
                <a:lnTo>
                  <a:pt x="689840" y="5097457"/>
                </a:lnTo>
                <a:lnTo>
                  <a:pt x="631677" y="5202386"/>
                </a:lnTo>
                <a:lnTo>
                  <a:pt x="631639" y="5202386"/>
                </a:lnTo>
                <a:lnTo>
                  <a:pt x="450064" y="5529939"/>
                </a:lnTo>
                <a:lnTo>
                  <a:pt x="444073" y="5526619"/>
                </a:lnTo>
                <a:lnTo>
                  <a:pt x="623799" y="5202386"/>
                </a:lnTo>
                <a:lnTo>
                  <a:pt x="623838" y="5202386"/>
                </a:lnTo>
                <a:lnTo>
                  <a:pt x="689839" y="5083354"/>
                </a:lnTo>
                <a:lnTo>
                  <a:pt x="689839" y="5083284"/>
                </a:lnTo>
                <a:close/>
                <a:moveTo>
                  <a:pt x="379891" y="4755730"/>
                </a:moveTo>
                <a:lnTo>
                  <a:pt x="385882" y="4759051"/>
                </a:lnTo>
                <a:lnTo>
                  <a:pt x="198354" y="5097386"/>
                </a:lnTo>
                <a:lnTo>
                  <a:pt x="198354" y="5097457"/>
                </a:lnTo>
                <a:lnTo>
                  <a:pt x="140192" y="5202386"/>
                </a:lnTo>
                <a:lnTo>
                  <a:pt x="140153" y="5202386"/>
                </a:lnTo>
                <a:lnTo>
                  <a:pt x="0" y="5455217"/>
                </a:lnTo>
                <a:lnTo>
                  <a:pt x="0" y="5441086"/>
                </a:lnTo>
                <a:lnTo>
                  <a:pt x="132314" y="5202386"/>
                </a:lnTo>
                <a:lnTo>
                  <a:pt x="132352" y="5202386"/>
                </a:lnTo>
                <a:lnTo>
                  <a:pt x="198353" y="5083354"/>
                </a:lnTo>
                <a:lnTo>
                  <a:pt x="198353" y="5083284"/>
                </a:lnTo>
                <a:close/>
                <a:moveTo>
                  <a:pt x="11999895" y="4312397"/>
                </a:moveTo>
                <a:lnTo>
                  <a:pt x="12001708" y="4315684"/>
                </a:lnTo>
                <a:lnTo>
                  <a:pt x="12001743" y="4315684"/>
                </a:lnTo>
                <a:lnTo>
                  <a:pt x="12192000" y="4658922"/>
                </a:lnTo>
                <a:lnTo>
                  <a:pt x="12192000" y="4673025"/>
                </a:lnTo>
                <a:lnTo>
                  <a:pt x="11993938" y="4315684"/>
                </a:lnTo>
                <a:close/>
                <a:moveTo>
                  <a:pt x="11508393" y="4312397"/>
                </a:moveTo>
                <a:lnTo>
                  <a:pt x="11510207" y="4315684"/>
                </a:lnTo>
                <a:lnTo>
                  <a:pt x="11510242" y="4315684"/>
                </a:lnTo>
                <a:lnTo>
                  <a:pt x="11935739" y="5083250"/>
                </a:lnTo>
                <a:lnTo>
                  <a:pt x="11929748" y="5086571"/>
                </a:lnTo>
                <a:lnTo>
                  <a:pt x="11502436" y="4315684"/>
                </a:lnTo>
                <a:close/>
                <a:moveTo>
                  <a:pt x="11016891" y="4312397"/>
                </a:moveTo>
                <a:lnTo>
                  <a:pt x="11018705" y="4315684"/>
                </a:lnTo>
                <a:lnTo>
                  <a:pt x="11018740" y="4315684"/>
                </a:lnTo>
                <a:lnTo>
                  <a:pt x="11444237" y="5083250"/>
                </a:lnTo>
                <a:lnTo>
                  <a:pt x="11438246" y="5086571"/>
                </a:lnTo>
                <a:lnTo>
                  <a:pt x="11010934" y="4315684"/>
                </a:lnTo>
                <a:close/>
                <a:moveTo>
                  <a:pt x="10525390" y="4312397"/>
                </a:moveTo>
                <a:lnTo>
                  <a:pt x="10527204" y="4315684"/>
                </a:lnTo>
                <a:lnTo>
                  <a:pt x="10527273" y="4315684"/>
                </a:lnTo>
                <a:lnTo>
                  <a:pt x="10952736" y="5083250"/>
                </a:lnTo>
                <a:lnTo>
                  <a:pt x="10946745" y="5086571"/>
                </a:lnTo>
                <a:lnTo>
                  <a:pt x="10519433" y="4315684"/>
                </a:lnTo>
                <a:close/>
                <a:moveTo>
                  <a:pt x="10033889" y="4312397"/>
                </a:moveTo>
                <a:lnTo>
                  <a:pt x="10035738" y="4315684"/>
                </a:lnTo>
                <a:lnTo>
                  <a:pt x="10035771" y="4315684"/>
                </a:lnTo>
                <a:lnTo>
                  <a:pt x="10461235" y="5083250"/>
                </a:lnTo>
                <a:lnTo>
                  <a:pt x="10455244" y="5086571"/>
                </a:lnTo>
                <a:lnTo>
                  <a:pt x="10027932" y="4315684"/>
                </a:lnTo>
                <a:close/>
                <a:moveTo>
                  <a:pt x="9542387" y="4312397"/>
                </a:moveTo>
                <a:lnTo>
                  <a:pt x="9544236" y="4315684"/>
                </a:lnTo>
                <a:lnTo>
                  <a:pt x="9544270" y="4315684"/>
                </a:lnTo>
                <a:lnTo>
                  <a:pt x="9969733" y="5083250"/>
                </a:lnTo>
                <a:lnTo>
                  <a:pt x="9963742" y="5086571"/>
                </a:lnTo>
                <a:lnTo>
                  <a:pt x="9536430" y="4315684"/>
                </a:lnTo>
                <a:close/>
                <a:moveTo>
                  <a:pt x="9050886" y="4312397"/>
                </a:moveTo>
                <a:lnTo>
                  <a:pt x="9052735" y="4315684"/>
                </a:lnTo>
                <a:lnTo>
                  <a:pt x="9052769" y="4315684"/>
                </a:lnTo>
                <a:lnTo>
                  <a:pt x="9478232" y="5083250"/>
                </a:lnTo>
                <a:lnTo>
                  <a:pt x="9472241" y="5086571"/>
                </a:lnTo>
                <a:lnTo>
                  <a:pt x="9044929" y="4315684"/>
                </a:lnTo>
                <a:close/>
                <a:moveTo>
                  <a:pt x="8559385" y="4312397"/>
                </a:moveTo>
                <a:lnTo>
                  <a:pt x="8561233" y="4315684"/>
                </a:lnTo>
                <a:lnTo>
                  <a:pt x="8561267" y="4315684"/>
                </a:lnTo>
                <a:lnTo>
                  <a:pt x="8986730" y="5083250"/>
                </a:lnTo>
                <a:lnTo>
                  <a:pt x="8980739" y="5086571"/>
                </a:lnTo>
                <a:lnTo>
                  <a:pt x="8553427" y="4315684"/>
                </a:lnTo>
                <a:close/>
                <a:moveTo>
                  <a:pt x="8067883" y="4312397"/>
                </a:moveTo>
                <a:lnTo>
                  <a:pt x="8069732" y="4315684"/>
                </a:lnTo>
                <a:lnTo>
                  <a:pt x="8069766" y="4315684"/>
                </a:lnTo>
                <a:lnTo>
                  <a:pt x="8495229" y="5083250"/>
                </a:lnTo>
                <a:lnTo>
                  <a:pt x="8489238" y="5086571"/>
                </a:lnTo>
                <a:lnTo>
                  <a:pt x="8061926" y="4315684"/>
                </a:lnTo>
                <a:close/>
                <a:moveTo>
                  <a:pt x="7576381" y="4312397"/>
                </a:moveTo>
                <a:lnTo>
                  <a:pt x="7578230" y="4315684"/>
                </a:lnTo>
                <a:lnTo>
                  <a:pt x="7578264" y="4315684"/>
                </a:lnTo>
                <a:lnTo>
                  <a:pt x="8003727" y="5083250"/>
                </a:lnTo>
                <a:lnTo>
                  <a:pt x="7997736" y="5086571"/>
                </a:lnTo>
                <a:lnTo>
                  <a:pt x="7570424" y="4315684"/>
                </a:lnTo>
                <a:close/>
                <a:moveTo>
                  <a:pt x="7084914" y="4312397"/>
                </a:moveTo>
                <a:lnTo>
                  <a:pt x="7086728" y="4315684"/>
                </a:lnTo>
                <a:lnTo>
                  <a:pt x="7086763" y="4315684"/>
                </a:lnTo>
                <a:lnTo>
                  <a:pt x="7512226" y="5083250"/>
                </a:lnTo>
                <a:lnTo>
                  <a:pt x="7506235" y="5086571"/>
                </a:lnTo>
                <a:lnTo>
                  <a:pt x="7078957" y="4315684"/>
                </a:lnTo>
                <a:close/>
                <a:moveTo>
                  <a:pt x="6593413" y="4312397"/>
                </a:moveTo>
                <a:lnTo>
                  <a:pt x="6595226" y="4315684"/>
                </a:lnTo>
                <a:lnTo>
                  <a:pt x="6595261" y="4315684"/>
                </a:lnTo>
                <a:lnTo>
                  <a:pt x="7020724" y="5083250"/>
                </a:lnTo>
                <a:lnTo>
                  <a:pt x="7014733" y="5086571"/>
                </a:lnTo>
                <a:lnTo>
                  <a:pt x="6587456" y="4315684"/>
                </a:lnTo>
                <a:close/>
                <a:moveTo>
                  <a:pt x="6101912" y="4312397"/>
                </a:moveTo>
                <a:lnTo>
                  <a:pt x="6103726" y="4315684"/>
                </a:lnTo>
                <a:lnTo>
                  <a:pt x="6103761" y="4315684"/>
                </a:lnTo>
                <a:lnTo>
                  <a:pt x="6529258" y="5083250"/>
                </a:lnTo>
                <a:lnTo>
                  <a:pt x="6523267" y="5086571"/>
                </a:lnTo>
                <a:lnTo>
                  <a:pt x="6096000" y="4315684"/>
                </a:lnTo>
                <a:close/>
                <a:moveTo>
                  <a:pt x="5610740" y="4312397"/>
                </a:moveTo>
                <a:lnTo>
                  <a:pt x="5612557" y="4315684"/>
                </a:lnTo>
                <a:lnTo>
                  <a:pt x="5612590" y="4315684"/>
                </a:lnTo>
                <a:lnTo>
                  <a:pt x="6038050" y="5083250"/>
                </a:lnTo>
                <a:lnTo>
                  <a:pt x="6032083" y="5086571"/>
                </a:lnTo>
                <a:lnTo>
                  <a:pt x="5604805" y="4315684"/>
                </a:lnTo>
                <a:close/>
                <a:moveTo>
                  <a:pt x="5119313" y="4312397"/>
                </a:moveTo>
                <a:lnTo>
                  <a:pt x="5121123" y="4315684"/>
                </a:lnTo>
                <a:lnTo>
                  <a:pt x="5121177" y="4315684"/>
                </a:lnTo>
                <a:lnTo>
                  <a:pt x="5546637" y="5083250"/>
                </a:lnTo>
                <a:lnTo>
                  <a:pt x="5540610" y="5086571"/>
                </a:lnTo>
                <a:lnTo>
                  <a:pt x="5113324" y="4315684"/>
                </a:lnTo>
                <a:lnTo>
                  <a:pt x="5113329" y="4315684"/>
                </a:lnTo>
                <a:close/>
                <a:moveTo>
                  <a:pt x="4627779" y="4312397"/>
                </a:moveTo>
                <a:lnTo>
                  <a:pt x="4629627" y="4315684"/>
                </a:lnTo>
                <a:lnTo>
                  <a:pt x="4629656" y="4315684"/>
                </a:lnTo>
                <a:lnTo>
                  <a:pt x="5055102" y="5083250"/>
                </a:lnTo>
                <a:lnTo>
                  <a:pt x="5049115" y="5086571"/>
                </a:lnTo>
                <a:lnTo>
                  <a:pt x="4621815" y="4315684"/>
                </a:lnTo>
                <a:lnTo>
                  <a:pt x="4621821" y="4315684"/>
                </a:lnTo>
                <a:close/>
                <a:moveTo>
                  <a:pt x="4136269" y="4312397"/>
                </a:moveTo>
                <a:lnTo>
                  <a:pt x="4138115" y="4315684"/>
                </a:lnTo>
                <a:lnTo>
                  <a:pt x="4138145" y="4315684"/>
                </a:lnTo>
                <a:lnTo>
                  <a:pt x="4563617" y="5083250"/>
                </a:lnTo>
                <a:lnTo>
                  <a:pt x="4557623" y="5086571"/>
                </a:lnTo>
                <a:lnTo>
                  <a:pt x="4130299" y="4315684"/>
                </a:lnTo>
                <a:lnTo>
                  <a:pt x="4130302" y="4315684"/>
                </a:lnTo>
                <a:close/>
                <a:moveTo>
                  <a:pt x="3644771" y="4312397"/>
                </a:moveTo>
                <a:lnTo>
                  <a:pt x="3646614" y="4315684"/>
                </a:lnTo>
                <a:lnTo>
                  <a:pt x="3646647" y="4315684"/>
                </a:lnTo>
                <a:lnTo>
                  <a:pt x="4072106" y="5083250"/>
                </a:lnTo>
                <a:lnTo>
                  <a:pt x="4066116" y="5086571"/>
                </a:lnTo>
                <a:lnTo>
                  <a:pt x="3638807" y="4315684"/>
                </a:lnTo>
                <a:lnTo>
                  <a:pt x="3638814" y="4315684"/>
                </a:lnTo>
                <a:close/>
                <a:moveTo>
                  <a:pt x="3153269" y="4312397"/>
                </a:moveTo>
                <a:lnTo>
                  <a:pt x="3155124" y="4315684"/>
                </a:lnTo>
                <a:lnTo>
                  <a:pt x="3155147" y="4315684"/>
                </a:lnTo>
                <a:lnTo>
                  <a:pt x="3580627" y="5083250"/>
                </a:lnTo>
                <a:lnTo>
                  <a:pt x="3574638" y="5086571"/>
                </a:lnTo>
                <a:lnTo>
                  <a:pt x="3147302" y="4315684"/>
                </a:lnTo>
                <a:lnTo>
                  <a:pt x="3147308" y="4315684"/>
                </a:lnTo>
                <a:close/>
                <a:moveTo>
                  <a:pt x="2661814" y="4312397"/>
                </a:moveTo>
                <a:lnTo>
                  <a:pt x="2663662" y="4315684"/>
                </a:lnTo>
                <a:lnTo>
                  <a:pt x="2663690" y="4315684"/>
                </a:lnTo>
                <a:lnTo>
                  <a:pt x="3089106" y="5083250"/>
                </a:lnTo>
                <a:lnTo>
                  <a:pt x="3083128" y="5086571"/>
                </a:lnTo>
                <a:lnTo>
                  <a:pt x="2655853" y="4315684"/>
                </a:lnTo>
                <a:lnTo>
                  <a:pt x="2655859" y="4315684"/>
                </a:lnTo>
                <a:close/>
                <a:moveTo>
                  <a:pt x="2170274" y="4312397"/>
                </a:moveTo>
                <a:lnTo>
                  <a:pt x="2172123" y="4315684"/>
                </a:lnTo>
                <a:lnTo>
                  <a:pt x="2172153" y="4315684"/>
                </a:lnTo>
                <a:lnTo>
                  <a:pt x="2597655" y="5083250"/>
                </a:lnTo>
                <a:lnTo>
                  <a:pt x="2591662" y="5086571"/>
                </a:lnTo>
                <a:lnTo>
                  <a:pt x="2164311" y="4315684"/>
                </a:lnTo>
                <a:lnTo>
                  <a:pt x="2164319" y="4315684"/>
                </a:lnTo>
                <a:close/>
                <a:moveTo>
                  <a:pt x="1678725" y="4312397"/>
                </a:moveTo>
                <a:lnTo>
                  <a:pt x="1680574" y="4315684"/>
                </a:lnTo>
                <a:lnTo>
                  <a:pt x="1680604" y="4315684"/>
                </a:lnTo>
                <a:lnTo>
                  <a:pt x="2106129" y="5083250"/>
                </a:lnTo>
                <a:lnTo>
                  <a:pt x="2100138" y="5086571"/>
                </a:lnTo>
                <a:lnTo>
                  <a:pt x="1672764" y="4315684"/>
                </a:lnTo>
                <a:lnTo>
                  <a:pt x="1672768" y="4315684"/>
                </a:lnTo>
                <a:close/>
                <a:moveTo>
                  <a:pt x="1187271" y="4312397"/>
                </a:moveTo>
                <a:lnTo>
                  <a:pt x="1189085" y="4315684"/>
                </a:lnTo>
                <a:lnTo>
                  <a:pt x="1189115" y="4315684"/>
                </a:lnTo>
                <a:lnTo>
                  <a:pt x="1614567" y="5083250"/>
                </a:lnTo>
                <a:lnTo>
                  <a:pt x="1608576" y="5086571"/>
                </a:lnTo>
                <a:lnTo>
                  <a:pt x="1181309" y="4315684"/>
                </a:lnTo>
                <a:lnTo>
                  <a:pt x="1181314" y="4315684"/>
                </a:lnTo>
                <a:close/>
                <a:moveTo>
                  <a:pt x="695800" y="4312397"/>
                </a:moveTo>
                <a:lnTo>
                  <a:pt x="697615" y="4315684"/>
                </a:lnTo>
                <a:lnTo>
                  <a:pt x="697643" y="4315684"/>
                </a:lnTo>
                <a:lnTo>
                  <a:pt x="1123095" y="5083250"/>
                </a:lnTo>
                <a:lnTo>
                  <a:pt x="1117104" y="5086571"/>
                </a:lnTo>
                <a:lnTo>
                  <a:pt x="689838" y="4315684"/>
                </a:lnTo>
                <a:lnTo>
                  <a:pt x="689843" y="4315684"/>
                </a:lnTo>
                <a:close/>
                <a:moveTo>
                  <a:pt x="204315" y="4312397"/>
                </a:moveTo>
                <a:lnTo>
                  <a:pt x="206129" y="4315684"/>
                </a:lnTo>
                <a:lnTo>
                  <a:pt x="206158" y="4315684"/>
                </a:lnTo>
                <a:lnTo>
                  <a:pt x="631643" y="5083250"/>
                </a:lnTo>
                <a:lnTo>
                  <a:pt x="625652" y="5086571"/>
                </a:lnTo>
                <a:lnTo>
                  <a:pt x="198353" y="4315684"/>
                </a:lnTo>
                <a:lnTo>
                  <a:pt x="198358" y="4315684"/>
                </a:lnTo>
                <a:close/>
                <a:moveTo>
                  <a:pt x="0" y="3943732"/>
                </a:moveTo>
                <a:lnTo>
                  <a:pt x="140163" y="4196582"/>
                </a:lnTo>
                <a:lnTo>
                  <a:pt x="134172" y="4199869"/>
                </a:lnTo>
                <a:lnTo>
                  <a:pt x="0" y="3957822"/>
                </a:lnTo>
                <a:close/>
                <a:moveTo>
                  <a:pt x="12175482" y="3869063"/>
                </a:moveTo>
                <a:lnTo>
                  <a:pt x="12181473" y="3872350"/>
                </a:lnTo>
                <a:lnTo>
                  <a:pt x="11993938" y="4210721"/>
                </a:lnTo>
                <a:lnTo>
                  <a:pt x="11993938" y="4210789"/>
                </a:lnTo>
                <a:lnTo>
                  <a:pt x="11935773" y="4315684"/>
                </a:lnTo>
                <a:lnTo>
                  <a:pt x="11935740" y="4315684"/>
                </a:lnTo>
                <a:lnTo>
                  <a:pt x="11754161" y="4643237"/>
                </a:lnTo>
                <a:lnTo>
                  <a:pt x="11748170" y="4639917"/>
                </a:lnTo>
                <a:lnTo>
                  <a:pt x="11927900" y="4315684"/>
                </a:lnTo>
                <a:lnTo>
                  <a:pt x="11927934" y="4315684"/>
                </a:lnTo>
                <a:lnTo>
                  <a:pt x="11993938" y="4196651"/>
                </a:lnTo>
                <a:lnTo>
                  <a:pt x="11993938" y="4196583"/>
                </a:lnTo>
                <a:close/>
                <a:moveTo>
                  <a:pt x="11683980" y="3869063"/>
                </a:moveTo>
                <a:lnTo>
                  <a:pt x="11689971" y="3872350"/>
                </a:lnTo>
                <a:lnTo>
                  <a:pt x="11502436" y="4210721"/>
                </a:lnTo>
                <a:lnTo>
                  <a:pt x="11502436" y="4210789"/>
                </a:lnTo>
                <a:lnTo>
                  <a:pt x="11444272" y="4315684"/>
                </a:lnTo>
                <a:lnTo>
                  <a:pt x="11444238" y="4315684"/>
                </a:lnTo>
                <a:lnTo>
                  <a:pt x="11262659" y="4643237"/>
                </a:lnTo>
                <a:lnTo>
                  <a:pt x="11256668" y="4639917"/>
                </a:lnTo>
                <a:lnTo>
                  <a:pt x="11436398" y="4315684"/>
                </a:lnTo>
                <a:lnTo>
                  <a:pt x="11436432" y="4315684"/>
                </a:lnTo>
                <a:lnTo>
                  <a:pt x="11502436" y="4196651"/>
                </a:lnTo>
                <a:lnTo>
                  <a:pt x="11502436" y="4196583"/>
                </a:lnTo>
                <a:close/>
                <a:moveTo>
                  <a:pt x="11192478" y="3869063"/>
                </a:moveTo>
                <a:lnTo>
                  <a:pt x="11198469" y="3872350"/>
                </a:lnTo>
                <a:lnTo>
                  <a:pt x="11010934" y="4210721"/>
                </a:lnTo>
                <a:lnTo>
                  <a:pt x="11010934" y="4210789"/>
                </a:lnTo>
                <a:lnTo>
                  <a:pt x="10952770" y="4315684"/>
                </a:lnTo>
                <a:lnTo>
                  <a:pt x="10952736" y="4315684"/>
                </a:lnTo>
                <a:lnTo>
                  <a:pt x="10771157" y="4643237"/>
                </a:lnTo>
                <a:lnTo>
                  <a:pt x="10765166" y="4639917"/>
                </a:lnTo>
                <a:lnTo>
                  <a:pt x="10944896" y="4315684"/>
                </a:lnTo>
                <a:lnTo>
                  <a:pt x="10944930" y="4315684"/>
                </a:lnTo>
                <a:lnTo>
                  <a:pt x="11010934" y="4196651"/>
                </a:lnTo>
                <a:lnTo>
                  <a:pt x="11010934" y="4196583"/>
                </a:lnTo>
                <a:close/>
                <a:moveTo>
                  <a:pt x="10700977" y="3869063"/>
                </a:moveTo>
                <a:lnTo>
                  <a:pt x="10706968" y="3872350"/>
                </a:lnTo>
                <a:lnTo>
                  <a:pt x="10519433" y="4210721"/>
                </a:lnTo>
                <a:lnTo>
                  <a:pt x="10519433" y="4210789"/>
                </a:lnTo>
                <a:lnTo>
                  <a:pt x="10461269" y="4315684"/>
                </a:lnTo>
                <a:lnTo>
                  <a:pt x="10461234" y="4315684"/>
                </a:lnTo>
                <a:lnTo>
                  <a:pt x="10279657" y="4643237"/>
                </a:lnTo>
                <a:lnTo>
                  <a:pt x="10273699" y="4639917"/>
                </a:lnTo>
                <a:lnTo>
                  <a:pt x="10453395" y="4315684"/>
                </a:lnTo>
                <a:lnTo>
                  <a:pt x="10453429" y="4315684"/>
                </a:lnTo>
                <a:lnTo>
                  <a:pt x="10519433" y="4196651"/>
                </a:lnTo>
                <a:lnTo>
                  <a:pt x="10519433" y="4196583"/>
                </a:lnTo>
                <a:close/>
                <a:moveTo>
                  <a:pt x="10209476" y="3869063"/>
                </a:moveTo>
                <a:lnTo>
                  <a:pt x="10215467" y="3872350"/>
                </a:lnTo>
                <a:lnTo>
                  <a:pt x="10027932" y="4210721"/>
                </a:lnTo>
                <a:lnTo>
                  <a:pt x="10027932" y="4210789"/>
                </a:lnTo>
                <a:lnTo>
                  <a:pt x="9969768" y="4315684"/>
                </a:lnTo>
                <a:lnTo>
                  <a:pt x="9969733" y="4315684"/>
                </a:lnTo>
                <a:lnTo>
                  <a:pt x="9788189" y="4643237"/>
                </a:lnTo>
                <a:lnTo>
                  <a:pt x="9782198" y="4639917"/>
                </a:lnTo>
                <a:lnTo>
                  <a:pt x="9961894" y="4315684"/>
                </a:lnTo>
                <a:lnTo>
                  <a:pt x="9961962" y="4315684"/>
                </a:lnTo>
                <a:lnTo>
                  <a:pt x="10027932" y="4196651"/>
                </a:lnTo>
                <a:lnTo>
                  <a:pt x="10027932" y="4196583"/>
                </a:lnTo>
                <a:close/>
                <a:moveTo>
                  <a:pt x="9718009" y="3869063"/>
                </a:moveTo>
                <a:lnTo>
                  <a:pt x="9723965" y="3872350"/>
                </a:lnTo>
                <a:lnTo>
                  <a:pt x="9536431" y="4210719"/>
                </a:lnTo>
                <a:lnTo>
                  <a:pt x="9536431" y="4210789"/>
                </a:lnTo>
                <a:lnTo>
                  <a:pt x="9478267" y="4315684"/>
                </a:lnTo>
                <a:lnTo>
                  <a:pt x="9478231" y="4315684"/>
                </a:lnTo>
                <a:lnTo>
                  <a:pt x="9296687" y="4643237"/>
                </a:lnTo>
                <a:lnTo>
                  <a:pt x="9290696" y="4639917"/>
                </a:lnTo>
                <a:lnTo>
                  <a:pt x="9470426" y="4315684"/>
                </a:lnTo>
                <a:lnTo>
                  <a:pt x="9470461" y="4315684"/>
                </a:lnTo>
                <a:lnTo>
                  <a:pt x="9536430" y="4196652"/>
                </a:lnTo>
                <a:lnTo>
                  <a:pt x="9536430" y="4196583"/>
                </a:lnTo>
                <a:close/>
                <a:moveTo>
                  <a:pt x="9226508" y="3869063"/>
                </a:moveTo>
                <a:lnTo>
                  <a:pt x="9232499" y="3872350"/>
                </a:lnTo>
                <a:lnTo>
                  <a:pt x="9044929" y="4210721"/>
                </a:lnTo>
                <a:lnTo>
                  <a:pt x="9044929" y="4210789"/>
                </a:lnTo>
                <a:lnTo>
                  <a:pt x="8986765" y="4315684"/>
                </a:lnTo>
                <a:lnTo>
                  <a:pt x="8986730" y="4315684"/>
                </a:lnTo>
                <a:lnTo>
                  <a:pt x="8805186" y="4643237"/>
                </a:lnTo>
                <a:lnTo>
                  <a:pt x="8799195" y="4639917"/>
                </a:lnTo>
                <a:lnTo>
                  <a:pt x="8978925" y="4315684"/>
                </a:lnTo>
                <a:lnTo>
                  <a:pt x="8978959" y="4315684"/>
                </a:lnTo>
                <a:lnTo>
                  <a:pt x="9044929" y="4196651"/>
                </a:lnTo>
                <a:lnTo>
                  <a:pt x="9044929" y="4196583"/>
                </a:lnTo>
                <a:close/>
                <a:moveTo>
                  <a:pt x="8735006" y="3869063"/>
                </a:moveTo>
                <a:lnTo>
                  <a:pt x="8740997" y="3872350"/>
                </a:lnTo>
                <a:lnTo>
                  <a:pt x="8553427" y="4210721"/>
                </a:lnTo>
                <a:lnTo>
                  <a:pt x="8553427" y="4210789"/>
                </a:lnTo>
                <a:lnTo>
                  <a:pt x="8495263" y="4315684"/>
                </a:lnTo>
                <a:lnTo>
                  <a:pt x="8495229" y="4315684"/>
                </a:lnTo>
                <a:lnTo>
                  <a:pt x="8313685" y="4643237"/>
                </a:lnTo>
                <a:lnTo>
                  <a:pt x="8307694" y="4639917"/>
                </a:lnTo>
                <a:lnTo>
                  <a:pt x="8487424" y="4315684"/>
                </a:lnTo>
                <a:lnTo>
                  <a:pt x="8487458" y="4315684"/>
                </a:lnTo>
                <a:lnTo>
                  <a:pt x="8553427" y="4196651"/>
                </a:lnTo>
                <a:lnTo>
                  <a:pt x="8553427" y="4196583"/>
                </a:lnTo>
                <a:close/>
                <a:moveTo>
                  <a:pt x="8243505" y="3869063"/>
                </a:moveTo>
                <a:lnTo>
                  <a:pt x="8249496" y="3872350"/>
                </a:lnTo>
                <a:lnTo>
                  <a:pt x="8061927" y="4210719"/>
                </a:lnTo>
                <a:lnTo>
                  <a:pt x="8061927" y="4210789"/>
                </a:lnTo>
                <a:lnTo>
                  <a:pt x="8003797" y="4315684"/>
                </a:lnTo>
                <a:lnTo>
                  <a:pt x="8003727" y="4315684"/>
                </a:lnTo>
                <a:lnTo>
                  <a:pt x="7822183" y="4643237"/>
                </a:lnTo>
                <a:lnTo>
                  <a:pt x="7816192" y="4639917"/>
                </a:lnTo>
                <a:lnTo>
                  <a:pt x="7995922" y="4315684"/>
                </a:lnTo>
                <a:lnTo>
                  <a:pt x="7995957" y="4315684"/>
                </a:lnTo>
                <a:lnTo>
                  <a:pt x="8061926" y="4196653"/>
                </a:lnTo>
                <a:lnTo>
                  <a:pt x="8061926" y="4196583"/>
                </a:lnTo>
                <a:close/>
                <a:moveTo>
                  <a:pt x="7752003" y="3869063"/>
                </a:moveTo>
                <a:lnTo>
                  <a:pt x="7757994" y="3872350"/>
                </a:lnTo>
                <a:lnTo>
                  <a:pt x="7570425" y="4210719"/>
                </a:lnTo>
                <a:lnTo>
                  <a:pt x="7570425" y="4210789"/>
                </a:lnTo>
                <a:lnTo>
                  <a:pt x="7512295" y="4315684"/>
                </a:lnTo>
                <a:lnTo>
                  <a:pt x="7512261" y="4315684"/>
                </a:lnTo>
                <a:lnTo>
                  <a:pt x="7330682" y="4643237"/>
                </a:lnTo>
                <a:lnTo>
                  <a:pt x="7324691" y="4639917"/>
                </a:lnTo>
                <a:lnTo>
                  <a:pt x="7504421" y="4315684"/>
                </a:lnTo>
                <a:lnTo>
                  <a:pt x="7504455" y="4315684"/>
                </a:lnTo>
                <a:lnTo>
                  <a:pt x="7570424" y="4196652"/>
                </a:lnTo>
                <a:lnTo>
                  <a:pt x="7570424" y="4196583"/>
                </a:lnTo>
                <a:close/>
                <a:moveTo>
                  <a:pt x="7260501" y="3869063"/>
                </a:moveTo>
                <a:lnTo>
                  <a:pt x="7266492" y="3872350"/>
                </a:lnTo>
                <a:lnTo>
                  <a:pt x="7078957" y="4210721"/>
                </a:lnTo>
                <a:lnTo>
                  <a:pt x="7078957" y="4210789"/>
                </a:lnTo>
                <a:lnTo>
                  <a:pt x="7020793" y="4315684"/>
                </a:lnTo>
                <a:lnTo>
                  <a:pt x="7020759" y="4315684"/>
                </a:lnTo>
                <a:lnTo>
                  <a:pt x="6839180" y="4643237"/>
                </a:lnTo>
                <a:lnTo>
                  <a:pt x="6833189" y="4639917"/>
                </a:lnTo>
                <a:lnTo>
                  <a:pt x="7012919" y="4315684"/>
                </a:lnTo>
                <a:lnTo>
                  <a:pt x="7012953" y="4315684"/>
                </a:lnTo>
                <a:lnTo>
                  <a:pt x="7078957" y="4196651"/>
                </a:lnTo>
                <a:lnTo>
                  <a:pt x="7078957" y="4196583"/>
                </a:lnTo>
                <a:close/>
                <a:moveTo>
                  <a:pt x="6769000" y="3869063"/>
                </a:moveTo>
                <a:lnTo>
                  <a:pt x="6774991" y="3872350"/>
                </a:lnTo>
                <a:lnTo>
                  <a:pt x="6587456" y="4210721"/>
                </a:lnTo>
                <a:lnTo>
                  <a:pt x="6587456" y="4210789"/>
                </a:lnTo>
                <a:lnTo>
                  <a:pt x="6529292" y="4315684"/>
                </a:lnTo>
                <a:lnTo>
                  <a:pt x="6529258" y="4315684"/>
                </a:lnTo>
                <a:lnTo>
                  <a:pt x="6347679" y="4643237"/>
                </a:lnTo>
                <a:lnTo>
                  <a:pt x="6341688" y="4639917"/>
                </a:lnTo>
                <a:lnTo>
                  <a:pt x="6521418" y="4315684"/>
                </a:lnTo>
                <a:lnTo>
                  <a:pt x="6521452" y="4315684"/>
                </a:lnTo>
                <a:lnTo>
                  <a:pt x="6587456" y="4196651"/>
                </a:lnTo>
                <a:lnTo>
                  <a:pt x="6587456" y="4196583"/>
                </a:lnTo>
                <a:close/>
                <a:moveTo>
                  <a:pt x="6277499" y="3869063"/>
                </a:moveTo>
                <a:lnTo>
                  <a:pt x="6283490" y="3872350"/>
                </a:lnTo>
                <a:lnTo>
                  <a:pt x="6096000" y="4210705"/>
                </a:lnTo>
                <a:lnTo>
                  <a:pt x="6096000" y="4210789"/>
                </a:lnTo>
                <a:lnTo>
                  <a:pt x="6038084" y="4315684"/>
                </a:lnTo>
                <a:lnTo>
                  <a:pt x="6038050" y="4315684"/>
                </a:lnTo>
                <a:lnTo>
                  <a:pt x="5856506" y="4643237"/>
                </a:lnTo>
                <a:lnTo>
                  <a:pt x="5850519" y="4639917"/>
                </a:lnTo>
                <a:lnTo>
                  <a:pt x="6030243" y="4315684"/>
                </a:lnTo>
                <a:lnTo>
                  <a:pt x="6030282" y="4315684"/>
                </a:lnTo>
                <a:lnTo>
                  <a:pt x="6096000" y="4196667"/>
                </a:lnTo>
                <a:lnTo>
                  <a:pt x="6096000" y="4196583"/>
                </a:lnTo>
                <a:close/>
                <a:moveTo>
                  <a:pt x="5786337" y="3869063"/>
                </a:moveTo>
                <a:lnTo>
                  <a:pt x="5792322" y="3872350"/>
                </a:lnTo>
                <a:lnTo>
                  <a:pt x="5604805" y="4210719"/>
                </a:lnTo>
                <a:lnTo>
                  <a:pt x="5604805" y="4210789"/>
                </a:lnTo>
                <a:lnTo>
                  <a:pt x="5546679" y="4315684"/>
                </a:lnTo>
                <a:lnTo>
                  <a:pt x="5546637" y="4315684"/>
                </a:lnTo>
                <a:lnTo>
                  <a:pt x="5365091" y="4643237"/>
                </a:lnTo>
                <a:lnTo>
                  <a:pt x="5359094" y="4639917"/>
                </a:lnTo>
                <a:lnTo>
                  <a:pt x="5538753" y="4315684"/>
                </a:lnTo>
                <a:lnTo>
                  <a:pt x="5538802" y="4315684"/>
                </a:lnTo>
                <a:lnTo>
                  <a:pt x="5604805" y="4196653"/>
                </a:lnTo>
                <a:lnTo>
                  <a:pt x="5604805" y="4196583"/>
                </a:lnTo>
                <a:close/>
                <a:moveTo>
                  <a:pt x="5294806" y="3869063"/>
                </a:moveTo>
                <a:lnTo>
                  <a:pt x="5300793" y="3872350"/>
                </a:lnTo>
                <a:lnTo>
                  <a:pt x="5113335" y="4210719"/>
                </a:lnTo>
                <a:lnTo>
                  <a:pt x="5113335" y="4210789"/>
                </a:lnTo>
                <a:lnTo>
                  <a:pt x="5055143" y="4315684"/>
                </a:lnTo>
                <a:lnTo>
                  <a:pt x="5055107" y="4315684"/>
                </a:lnTo>
                <a:lnTo>
                  <a:pt x="4873559" y="4643237"/>
                </a:lnTo>
                <a:lnTo>
                  <a:pt x="4867563" y="4639917"/>
                </a:lnTo>
                <a:lnTo>
                  <a:pt x="5047272" y="4315684"/>
                </a:lnTo>
                <a:lnTo>
                  <a:pt x="5047308" y="4315684"/>
                </a:lnTo>
                <a:lnTo>
                  <a:pt x="5113329" y="4196653"/>
                </a:lnTo>
                <a:lnTo>
                  <a:pt x="5113329" y="4196583"/>
                </a:lnTo>
                <a:close/>
                <a:moveTo>
                  <a:pt x="4803371" y="3869063"/>
                </a:moveTo>
                <a:lnTo>
                  <a:pt x="4809345" y="3872350"/>
                </a:lnTo>
                <a:lnTo>
                  <a:pt x="4621825" y="4210719"/>
                </a:lnTo>
                <a:lnTo>
                  <a:pt x="4621825" y="4210789"/>
                </a:lnTo>
                <a:lnTo>
                  <a:pt x="4563657" y="4315684"/>
                </a:lnTo>
                <a:lnTo>
                  <a:pt x="4563619" y="4315684"/>
                </a:lnTo>
                <a:lnTo>
                  <a:pt x="4382026" y="4643237"/>
                </a:lnTo>
                <a:lnTo>
                  <a:pt x="4376068" y="4639917"/>
                </a:lnTo>
                <a:lnTo>
                  <a:pt x="4555776" y="4315684"/>
                </a:lnTo>
                <a:lnTo>
                  <a:pt x="4555814" y="4315684"/>
                </a:lnTo>
                <a:lnTo>
                  <a:pt x="4621823" y="4196653"/>
                </a:lnTo>
                <a:lnTo>
                  <a:pt x="4621823" y="4196583"/>
                </a:lnTo>
                <a:close/>
                <a:moveTo>
                  <a:pt x="4311844" y="3869063"/>
                </a:moveTo>
                <a:lnTo>
                  <a:pt x="4317835" y="3872350"/>
                </a:lnTo>
                <a:lnTo>
                  <a:pt x="4130305" y="4210720"/>
                </a:lnTo>
                <a:lnTo>
                  <a:pt x="4130305" y="4210789"/>
                </a:lnTo>
                <a:lnTo>
                  <a:pt x="4072147" y="4315684"/>
                </a:lnTo>
                <a:lnTo>
                  <a:pt x="4072106" y="4315684"/>
                </a:lnTo>
                <a:lnTo>
                  <a:pt x="3890574" y="4643237"/>
                </a:lnTo>
                <a:lnTo>
                  <a:pt x="3884581" y="4639917"/>
                </a:lnTo>
                <a:lnTo>
                  <a:pt x="4064269" y="4315684"/>
                </a:lnTo>
                <a:lnTo>
                  <a:pt x="4064342" y="4315684"/>
                </a:lnTo>
                <a:lnTo>
                  <a:pt x="4130305" y="4196652"/>
                </a:lnTo>
                <a:lnTo>
                  <a:pt x="4130305" y="4196583"/>
                </a:lnTo>
                <a:close/>
                <a:moveTo>
                  <a:pt x="3820393" y="3869063"/>
                </a:moveTo>
                <a:lnTo>
                  <a:pt x="3826350" y="3872350"/>
                </a:lnTo>
                <a:lnTo>
                  <a:pt x="3638833" y="4210688"/>
                </a:lnTo>
                <a:lnTo>
                  <a:pt x="3638833" y="4210789"/>
                </a:lnTo>
                <a:lnTo>
                  <a:pt x="3580665" y="4315684"/>
                </a:lnTo>
                <a:lnTo>
                  <a:pt x="3580627" y="4315684"/>
                </a:lnTo>
                <a:lnTo>
                  <a:pt x="3399100" y="4643237"/>
                </a:lnTo>
                <a:lnTo>
                  <a:pt x="3393111" y="4639917"/>
                </a:lnTo>
                <a:lnTo>
                  <a:pt x="3572822" y="4315684"/>
                </a:lnTo>
                <a:lnTo>
                  <a:pt x="3572863" y="4315684"/>
                </a:lnTo>
                <a:lnTo>
                  <a:pt x="3638814" y="4196684"/>
                </a:lnTo>
                <a:lnTo>
                  <a:pt x="3638814" y="4196583"/>
                </a:lnTo>
                <a:close/>
                <a:moveTo>
                  <a:pt x="3328939" y="3869063"/>
                </a:moveTo>
                <a:lnTo>
                  <a:pt x="3334927" y="3872350"/>
                </a:lnTo>
                <a:lnTo>
                  <a:pt x="3147315" y="4210719"/>
                </a:lnTo>
                <a:lnTo>
                  <a:pt x="3147315" y="4210789"/>
                </a:lnTo>
                <a:lnTo>
                  <a:pt x="3089145" y="4315684"/>
                </a:lnTo>
                <a:lnTo>
                  <a:pt x="3089106" y="4315684"/>
                </a:lnTo>
                <a:lnTo>
                  <a:pt x="2907567" y="4643237"/>
                </a:lnTo>
                <a:lnTo>
                  <a:pt x="2901580" y="4639917"/>
                </a:lnTo>
                <a:lnTo>
                  <a:pt x="3081315" y="4315684"/>
                </a:lnTo>
                <a:lnTo>
                  <a:pt x="3081354" y="4315684"/>
                </a:lnTo>
                <a:lnTo>
                  <a:pt x="3147315" y="4196653"/>
                </a:lnTo>
                <a:lnTo>
                  <a:pt x="3147315" y="4196583"/>
                </a:lnTo>
                <a:close/>
                <a:moveTo>
                  <a:pt x="2837398" y="3869063"/>
                </a:moveTo>
                <a:lnTo>
                  <a:pt x="2843389" y="3872350"/>
                </a:lnTo>
                <a:lnTo>
                  <a:pt x="2655860" y="4210720"/>
                </a:lnTo>
                <a:lnTo>
                  <a:pt x="2655860" y="4210789"/>
                </a:lnTo>
                <a:lnTo>
                  <a:pt x="2597729" y="4315684"/>
                </a:lnTo>
                <a:lnTo>
                  <a:pt x="2597655" y="4315684"/>
                </a:lnTo>
                <a:lnTo>
                  <a:pt x="2416090" y="4643237"/>
                </a:lnTo>
                <a:lnTo>
                  <a:pt x="2410100" y="4639917"/>
                </a:lnTo>
                <a:lnTo>
                  <a:pt x="2589849" y="4315684"/>
                </a:lnTo>
                <a:lnTo>
                  <a:pt x="2589889" y="4315684"/>
                </a:lnTo>
                <a:lnTo>
                  <a:pt x="2655859" y="4196652"/>
                </a:lnTo>
                <a:lnTo>
                  <a:pt x="2655859" y="4196583"/>
                </a:lnTo>
                <a:close/>
                <a:moveTo>
                  <a:pt x="2345915" y="3869063"/>
                </a:moveTo>
                <a:lnTo>
                  <a:pt x="2351910" y="3872350"/>
                </a:lnTo>
                <a:lnTo>
                  <a:pt x="2164319" y="4210719"/>
                </a:lnTo>
                <a:lnTo>
                  <a:pt x="2164319" y="4210789"/>
                </a:lnTo>
                <a:lnTo>
                  <a:pt x="2106204" y="4315684"/>
                </a:lnTo>
                <a:lnTo>
                  <a:pt x="2106129" y="4315684"/>
                </a:lnTo>
                <a:lnTo>
                  <a:pt x="1924516" y="4643237"/>
                </a:lnTo>
                <a:lnTo>
                  <a:pt x="1918526" y="4639917"/>
                </a:lnTo>
                <a:lnTo>
                  <a:pt x="2098323" y="4315684"/>
                </a:lnTo>
                <a:lnTo>
                  <a:pt x="2098363" y="4315684"/>
                </a:lnTo>
                <a:lnTo>
                  <a:pt x="2164319" y="4196653"/>
                </a:lnTo>
                <a:lnTo>
                  <a:pt x="2164319" y="4196583"/>
                </a:lnTo>
                <a:close/>
                <a:moveTo>
                  <a:pt x="1854342" y="3869063"/>
                </a:moveTo>
                <a:lnTo>
                  <a:pt x="1860333" y="3872350"/>
                </a:lnTo>
                <a:lnTo>
                  <a:pt x="1672803" y="4210658"/>
                </a:lnTo>
                <a:lnTo>
                  <a:pt x="1672803" y="4210789"/>
                </a:lnTo>
                <a:lnTo>
                  <a:pt x="1614641" y="4315684"/>
                </a:lnTo>
                <a:lnTo>
                  <a:pt x="1614601" y="4315684"/>
                </a:lnTo>
                <a:lnTo>
                  <a:pt x="1433029" y="4643237"/>
                </a:lnTo>
                <a:lnTo>
                  <a:pt x="1427038" y="4639917"/>
                </a:lnTo>
                <a:lnTo>
                  <a:pt x="1606763" y="4315684"/>
                </a:lnTo>
                <a:lnTo>
                  <a:pt x="1606801" y="4315684"/>
                </a:lnTo>
                <a:lnTo>
                  <a:pt x="1672769" y="4196714"/>
                </a:lnTo>
                <a:lnTo>
                  <a:pt x="1672769" y="4196583"/>
                </a:lnTo>
                <a:close/>
                <a:moveTo>
                  <a:pt x="1362854" y="3869063"/>
                </a:moveTo>
                <a:lnTo>
                  <a:pt x="1368845" y="3872350"/>
                </a:lnTo>
                <a:lnTo>
                  <a:pt x="1181331" y="4210690"/>
                </a:lnTo>
                <a:lnTo>
                  <a:pt x="1181331" y="4210789"/>
                </a:lnTo>
                <a:lnTo>
                  <a:pt x="1123169" y="4315684"/>
                </a:lnTo>
                <a:lnTo>
                  <a:pt x="1123130" y="4315684"/>
                </a:lnTo>
                <a:lnTo>
                  <a:pt x="941557" y="4643237"/>
                </a:lnTo>
                <a:lnTo>
                  <a:pt x="935567" y="4639917"/>
                </a:lnTo>
                <a:lnTo>
                  <a:pt x="1115291" y="4315684"/>
                </a:lnTo>
                <a:lnTo>
                  <a:pt x="1115329" y="4315684"/>
                </a:lnTo>
                <a:lnTo>
                  <a:pt x="1181315" y="4196681"/>
                </a:lnTo>
                <a:lnTo>
                  <a:pt x="1181315" y="4196583"/>
                </a:lnTo>
                <a:close/>
                <a:moveTo>
                  <a:pt x="871384" y="3869063"/>
                </a:moveTo>
                <a:lnTo>
                  <a:pt x="877374" y="3872350"/>
                </a:lnTo>
                <a:lnTo>
                  <a:pt x="689845" y="4210719"/>
                </a:lnTo>
                <a:lnTo>
                  <a:pt x="689845" y="4210789"/>
                </a:lnTo>
                <a:lnTo>
                  <a:pt x="631683" y="4315684"/>
                </a:lnTo>
                <a:lnTo>
                  <a:pt x="631644" y="4315684"/>
                </a:lnTo>
                <a:lnTo>
                  <a:pt x="450070" y="4643237"/>
                </a:lnTo>
                <a:lnTo>
                  <a:pt x="444079" y="4639917"/>
                </a:lnTo>
                <a:lnTo>
                  <a:pt x="623804" y="4315684"/>
                </a:lnTo>
                <a:lnTo>
                  <a:pt x="623843" y="4315684"/>
                </a:lnTo>
                <a:lnTo>
                  <a:pt x="689844" y="4196652"/>
                </a:lnTo>
                <a:lnTo>
                  <a:pt x="689844" y="4196583"/>
                </a:lnTo>
                <a:close/>
                <a:moveTo>
                  <a:pt x="379896" y="3869063"/>
                </a:moveTo>
                <a:lnTo>
                  <a:pt x="385887" y="3872350"/>
                </a:lnTo>
                <a:lnTo>
                  <a:pt x="198359" y="4210719"/>
                </a:lnTo>
                <a:lnTo>
                  <a:pt x="198359" y="4210789"/>
                </a:lnTo>
                <a:lnTo>
                  <a:pt x="140197" y="4315684"/>
                </a:lnTo>
                <a:lnTo>
                  <a:pt x="140158" y="4315684"/>
                </a:lnTo>
                <a:lnTo>
                  <a:pt x="0" y="4568526"/>
                </a:lnTo>
                <a:lnTo>
                  <a:pt x="0" y="4554395"/>
                </a:lnTo>
                <a:lnTo>
                  <a:pt x="132319" y="4315684"/>
                </a:lnTo>
                <a:lnTo>
                  <a:pt x="132357" y="4315684"/>
                </a:lnTo>
                <a:lnTo>
                  <a:pt x="198358" y="4196652"/>
                </a:lnTo>
                <a:lnTo>
                  <a:pt x="198358" y="4196583"/>
                </a:lnTo>
                <a:close/>
                <a:moveTo>
                  <a:pt x="204429" y="3426428"/>
                </a:moveTo>
                <a:lnTo>
                  <a:pt x="206243" y="3429017"/>
                </a:lnTo>
                <a:lnTo>
                  <a:pt x="206164" y="3429017"/>
                </a:lnTo>
                <a:lnTo>
                  <a:pt x="631648" y="4196582"/>
                </a:lnTo>
                <a:lnTo>
                  <a:pt x="625658" y="4199869"/>
                </a:lnTo>
                <a:lnTo>
                  <a:pt x="198358" y="3429016"/>
                </a:lnTo>
                <a:lnTo>
                  <a:pt x="198472" y="3429016"/>
                </a:lnTo>
                <a:lnTo>
                  <a:pt x="198472" y="3428999"/>
                </a:lnTo>
                <a:close/>
                <a:moveTo>
                  <a:pt x="695910" y="3426425"/>
                </a:moveTo>
                <a:lnTo>
                  <a:pt x="697724" y="3429017"/>
                </a:lnTo>
                <a:lnTo>
                  <a:pt x="697649" y="3429017"/>
                </a:lnTo>
                <a:lnTo>
                  <a:pt x="1123100" y="4196582"/>
                </a:lnTo>
                <a:lnTo>
                  <a:pt x="1117109" y="4199869"/>
                </a:lnTo>
                <a:lnTo>
                  <a:pt x="689844" y="3429016"/>
                </a:lnTo>
                <a:lnTo>
                  <a:pt x="689953" y="3429016"/>
                </a:lnTo>
                <a:lnTo>
                  <a:pt x="689953" y="3428999"/>
                </a:lnTo>
                <a:close/>
                <a:moveTo>
                  <a:pt x="1187376" y="3426401"/>
                </a:moveTo>
                <a:lnTo>
                  <a:pt x="1189190" y="3429017"/>
                </a:lnTo>
                <a:lnTo>
                  <a:pt x="1189121" y="3429017"/>
                </a:lnTo>
                <a:lnTo>
                  <a:pt x="1614572" y="4196582"/>
                </a:lnTo>
                <a:lnTo>
                  <a:pt x="1608581" y="4199869"/>
                </a:lnTo>
                <a:lnTo>
                  <a:pt x="1181314" y="3429016"/>
                </a:lnTo>
                <a:lnTo>
                  <a:pt x="1181419" y="3429016"/>
                </a:lnTo>
                <a:lnTo>
                  <a:pt x="1181419" y="3428999"/>
                </a:lnTo>
                <a:close/>
                <a:moveTo>
                  <a:pt x="1678826" y="3426398"/>
                </a:moveTo>
                <a:lnTo>
                  <a:pt x="1680675" y="3429017"/>
                </a:lnTo>
                <a:lnTo>
                  <a:pt x="1680608" y="3429017"/>
                </a:lnTo>
                <a:lnTo>
                  <a:pt x="2106133" y="4196582"/>
                </a:lnTo>
                <a:lnTo>
                  <a:pt x="2100142" y="4199869"/>
                </a:lnTo>
                <a:lnTo>
                  <a:pt x="1672768" y="3429016"/>
                </a:lnTo>
                <a:lnTo>
                  <a:pt x="1672869" y="3429016"/>
                </a:lnTo>
                <a:lnTo>
                  <a:pt x="1672869" y="3428999"/>
                </a:lnTo>
                <a:close/>
                <a:moveTo>
                  <a:pt x="2170391" y="3426397"/>
                </a:moveTo>
                <a:lnTo>
                  <a:pt x="2172241" y="3429017"/>
                </a:lnTo>
                <a:lnTo>
                  <a:pt x="2172158" y="3429017"/>
                </a:lnTo>
                <a:lnTo>
                  <a:pt x="2597661" y="4196582"/>
                </a:lnTo>
                <a:lnTo>
                  <a:pt x="2591669" y="4199869"/>
                </a:lnTo>
                <a:lnTo>
                  <a:pt x="2164319" y="3429016"/>
                </a:lnTo>
                <a:lnTo>
                  <a:pt x="2164437" y="3429016"/>
                </a:lnTo>
                <a:lnTo>
                  <a:pt x="2164437" y="3428999"/>
                </a:lnTo>
                <a:close/>
                <a:moveTo>
                  <a:pt x="2661943" y="3426395"/>
                </a:moveTo>
                <a:lnTo>
                  <a:pt x="2663790" y="3429017"/>
                </a:lnTo>
                <a:lnTo>
                  <a:pt x="2663696" y="3429017"/>
                </a:lnTo>
                <a:lnTo>
                  <a:pt x="3089111" y="4196582"/>
                </a:lnTo>
                <a:lnTo>
                  <a:pt x="3083133" y="4199869"/>
                </a:lnTo>
                <a:lnTo>
                  <a:pt x="2655859" y="3429016"/>
                </a:lnTo>
                <a:lnTo>
                  <a:pt x="2655987" y="3429016"/>
                </a:lnTo>
                <a:lnTo>
                  <a:pt x="2655987" y="3428999"/>
                </a:lnTo>
                <a:close/>
                <a:moveTo>
                  <a:pt x="3153379" y="3426394"/>
                </a:moveTo>
                <a:lnTo>
                  <a:pt x="3155238" y="3429017"/>
                </a:lnTo>
                <a:lnTo>
                  <a:pt x="3155154" y="3429017"/>
                </a:lnTo>
                <a:lnTo>
                  <a:pt x="3580633" y="4196582"/>
                </a:lnTo>
                <a:lnTo>
                  <a:pt x="3574645" y="4199869"/>
                </a:lnTo>
                <a:lnTo>
                  <a:pt x="3147308" y="3429016"/>
                </a:lnTo>
                <a:lnTo>
                  <a:pt x="3147425" y="3429016"/>
                </a:lnTo>
                <a:lnTo>
                  <a:pt x="3147425" y="3428999"/>
                </a:lnTo>
                <a:close/>
                <a:moveTo>
                  <a:pt x="3644893" y="3426369"/>
                </a:moveTo>
                <a:lnTo>
                  <a:pt x="3646736" y="3429017"/>
                </a:lnTo>
                <a:lnTo>
                  <a:pt x="3646654" y="3429017"/>
                </a:lnTo>
                <a:lnTo>
                  <a:pt x="4072112" y="4196582"/>
                </a:lnTo>
                <a:lnTo>
                  <a:pt x="4066120" y="4199869"/>
                </a:lnTo>
                <a:lnTo>
                  <a:pt x="3638814" y="3429016"/>
                </a:lnTo>
                <a:lnTo>
                  <a:pt x="3638934" y="3429016"/>
                </a:lnTo>
                <a:lnTo>
                  <a:pt x="3638934" y="3428999"/>
                </a:lnTo>
                <a:close/>
                <a:moveTo>
                  <a:pt x="4136388" y="3426366"/>
                </a:moveTo>
                <a:lnTo>
                  <a:pt x="4138238" y="3429017"/>
                </a:lnTo>
                <a:lnTo>
                  <a:pt x="4138147" y="3429017"/>
                </a:lnTo>
                <a:lnTo>
                  <a:pt x="4563621" y="4196582"/>
                </a:lnTo>
                <a:lnTo>
                  <a:pt x="4557628" y="4199869"/>
                </a:lnTo>
                <a:lnTo>
                  <a:pt x="4130305" y="3429016"/>
                </a:lnTo>
                <a:lnTo>
                  <a:pt x="4130421" y="3429016"/>
                </a:lnTo>
                <a:lnTo>
                  <a:pt x="4130421" y="3428999"/>
                </a:lnTo>
                <a:close/>
                <a:moveTo>
                  <a:pt x="4627900" y="3426365"/>
                </a:moveTo>
                <a:lnTo>
                  <a:pt x="4629752" y="3429017"/>
                </a:lnTo>
                <a:lnTo>
                  <a:pt x="4629663" y="3429017"/>
                </a:lnTo>
                <a:lnTo>
                  <a:pt x="5055111" y="4196582"/>
                </a:lnTo>
                <a:lnTo>
                  <a:pt x="5049122" y="4199869"/>
                </a:lnTo>
                <a:lnTo>
                  <a:pt x="4621823" y="3429016"/>
                </a:lnTo>
                <a:lnTo>
                  <a:pt x="4621948" y="3429016"/>
                </a:lnTo>
                <a:lnTo>
                  <a:pt x="4621948" y="3428999"/>
                </a:lnTo>
                <a:close/>
                <a:moveTo>
                  <a:pt x="5119445" y="3426363"/>
                </a:moveTo>
                <a:lnTo>
                  <a:pt x="5121248" y="3429017"/>
                </a:lnTo>
                <a:lnTo>
                  <a:pt x="5121185" y="3429017"/>
                </a:lnTo>
                <a:lnTo>
                  <a:pt x="5546637" y="4196582"/>
                </a:lnTo>
                <a:lnTo>
                  <a:pt x="5540618" y="4199869"/>
                </a:lnTo>
                <a:lnTo>
                  <a:pt x="5113329" y="3429016"/>
                </a:lnTo>
                <a:lnTo>
                  <a:pt x="5113453" y="3429016"/>
                </a:lnTo>
                <a:lnTo>
                  <a:pt x="5113453" y="3428999"/>
                </a:lnTo>
                <a:close/>
                <a:moveTo>
                  <a:pt x="5610858" y="3426363"/>
                </a:moveTo>
                <a:lnTo>
                  <a:pt x="5612666" y="3429017"/>
                </a:lnTo>
                <a:lnTo>
                  <a:pt x="5612597" y="3429017"/>
                </a:lnTo>
                <a:lnTo>
                  <a:pt x="6038053" y="4196582"/>
                </a:lnTo>
                <a:lnTo>
                  <a:pt x="6032085" y="4199869"/>
                </a:lnTo>
                <a:lnTo>
                  <a:pt x="5604805" y="3429016"/>
                </a:lnTo>
                <a:lnTo>
                  <a:pt x="5604919" y="3429016"/>
                </a:lnTo>
                <a:lnTo>
                  <a:pt x="5604919" y="3428999"/>
                </a:lnTo>
                <a:close/>
                <a:moveTo>
                  <a:pt x="6101912" y="3426337"/>
                </a:moveTo>
                <a:lnTo>
                  <a:pt x="6103725" y="3429016"/>
                </a:lnTo>
                <a:lnTo>
                  <a:pt x="6103761" y="3429016"/>
                </a:lnTo>
                <a:lnTo>
                  <a:pt x="6529258" y="4196582"/>
                </a:lnTo>
                <a:lnTo>
                  <a:pt x="6523267" y="4199869"/>
                </a:lnTo>
                <a:lnTo>
                  <a:pt x="6096000" y="3429016"/>
                </a:lnTo>
                <a:lnTo>
                  <a:pt x="6096000" y="3428999"/>
                </a:lnTo>
                <a:close/>
                <a:moveTo>
                  <a:pt x="6593413" y="3426336"/>
                </a:moveTo>
                <a:lnTo>
                  <a:pt x="6595225" y="3429016"/>
                </a:lnTo>
                <a:lnTo>
                  <a:pt x="6595261" y="3429016"/>
                </a:lnTo>
                <a:lnTo>
                  <a:pt x="7020724" y="4196582"/>
                </a:lnTo>
                <a:lnTo>
                  <a:pt x="7014733" y="4199869"/>
                </a:lnTo>
                <a:lnTo>
                  <a:pt x="6587456" y="3429017"/>
                </a:lnTo>
                <a:lnTo>
                  <a:pt x="6587456" y="3429016"/>
                </a:lnTo>
                <a:lnTo>
                  <a:pt x="6587456" y="3428999"/>
                </a:lnTo>
                <a:close/>
                <a:moveTo>
                  <a:pt x="7084914" y="3426333"/>
                </a:moveTo>
                <a:lnTo>
                  <a:pt x="7086727" y="3429016"/>
                </a:lnTo>
                <a:lnTo>
                  <a:pt x="7086763" y="3429016"/>
                </a:lnTo>
                <a:lnTo>
                  <a:pt x="7512226" y="4196582"/>
                </a:lnTo>
                <a:lnTo>
                  <a:pt x="7506235" y="4199869"/>
                </a:lnTo>
                <a:lnTo>
                  <a:pt x="7078957" y="3429017"/>
                </a:lnTo>
                <a:lnTo>
                  <a:pt x="7078957" y="3429016"/>
                </a:lnTo>
                <a:lnTo>
                  <a:pt x="7078957" y="3428999"/>
                </a:lnTo>
                <a:close/>
                <a:moveTo>
                  <a:pt x="7576381" y="3426332"/>
                </a:moveTo>
                <a:lnTo>
                  <a:pt x="7578229" y="3429016"/>
                </a:lnTo>
                <a:lnTo>
                  <a:pt x="7578264" y="3429016"/>
                </a:lnTo>
                <a:lnTo>
                  <a:pt x="8003727" y="4196582"/>
                </a:lnTo>
                <a:lnTo>
                  <a:pt x="7997736" y="4199869"/>
                </a:lnTo>
                <a:lnTo>
                  <a:pt x="7570424" y="3429017"/>
                </a:lnTo>
                <a:lnTo>
                  <a:pt x="7570424" y="3429016"/>
                </a:lnTo>
                <a:lnTo>
                  <a:pt x="7570424" y="3428999"/>
                </a:lnTo>
                <a:close/>
                <a:moveTo>
                  <a:pt x="8067883" y="3426330"/>
                </a:moveTo>
                <a:lnTo>
                  <a:pt x="8069731" y="3429016"/>
                </a:lnTo>
                <a:lnTo>
                  <a:pt x="8069766" y="3429016"/>
                </a:lnTo>
                <a:lnTo>
                  <a:pt x="8495229" y="4196582"/>
                </a:lnTo>
                <a:lnTo>
                  <a:pt x="8489238" y="4199869"/>
                </a:lnTo>
                <a:lnTo>
                  <a:pt x="8061926" y="3429017"/>
                </a:lnTo>
                <a:lnTo>
                  <a:pt x="8061926" y="3429016"/>
                </a:lnTo>
                <a:lnTo>
                  <a:pt x="8061926" y="3428999"/>
                </a:lnTo>
                <a:close/>
                <a:moveTo>
                  <a:pt x="8559385" y="3426304"/>
                </a:moveTo>
                <a:lnTo>
                  <a:pt x="8561232" y="3429016"/>
                </a:lnTo>
                <a:lnTo>
                  <a:pt x="8561267" y="3429016"/>
                </a:lnTo>
                <a:lnTo>
                  <a:pt x="8986730" y="4196582"/>
                </a:lnTo>
                <a:lnTo>
                  <a:pt x="8980739" y="4199869"/>
                </a:lnTo>
                <a:lnTo>
                  <a:pt x="8553428" y="3429017"/>
                </a:lnTo>
                <a:lnTo>
                  <a:pt x="8553427" y="3429017"/>
                </a:lnTo>
                <a:lnTo>
                  <a:pt x="8553427" y="3429016"/>
                </a:lnTo>
                <a:lnTo>
                  <a:pt x="8553427" y="3428999"/>
                </a:lnTo>
                <a:close/>
                <a:moveTo>
                  <a:pt x="9050886" y="3426304"/>
                </a:moveTo>
                <a:lnTo>
                  <a:pt x="9052734" y="3429016"/>
                </a:lnTo>
                <a:lnTo>
                  <a:pt x="9052769" y="3429016"/>
                </a:lnTo>
                <a:lnTo>
                  <a:pt x="9478232" y="4196582"/>
                </a:lnTo>
                <a:lnTo>
                  <a:pt x="9472241" y="4199869"/>
                </a:lnTo>
                <a:lnTo>
                  <a:pt x="9044929" y="3429017"/>
                </a:lnTo>
                <a:lnTo>
                  <a:pt x="9044929" y="3429016"/>
                </a:lnTo>
                <a:lnTo>
                  <a:pt x="9044929" y="3428999"/>
                </a:lnTo>
                <a:close/>
                <a:moveTo>
                  <a:pt x="9542387" y="3426301"/>
                </a:moveTo>
                <a:lnTo>
                  <a:pt x="9544235" y="3429016"/>
                </a:lnTo>
                <a:lnTo>
                  <a:pt x="9544270" y="3429016"/>
                </a:lnTo>
                <a:lnTo>
                  <a:pt x="9969733" y="4196582"/>
                </a:lnTo>
                <a:lnTo>
                  <a:pt x="9963742" y="4199869"/>
                </a:lnTo>
                <a:lnTo>
                  <a:pt x="9536431" y="3429017"/>
                </a:lnTo>
                <a:lnTo>
                  <a:pt x="9536430" y="3429017"/>
                </a:lnTo>
                <a:lnTo>
                  <a:pt x="9536430" y="3429016"/>
                </a:lnTo>
                <a:lnTo>
                  <a:pt x="9536430" y="3428999"/>
                </a:lnTo>
                <a:close/>
                <a:moveTo>
                  <a:pt x="10033889" y="3426300"/>
                </a:moveTo>
                <a:lnTo>
                  <a:pt x="10035737" y="3429016"/>
                </a:lnTo>
                <a:lnTo>
                  <a:pt x="10035771" y="3429016"/>
                </a:lnTo>
                <a:lnTo>
                  <a:pt x="10461235" y="4196582"/>
                </a:lnTo>
                <a:lnTo>
                  <a:pt x="10455244" y="4199869"/>
                </a:lnTo>
                <a:lnTo>
                  <a:pt x="10027932" y="3429017"/>
                </a:lnTo>
                <a:lnTo>
                  <a:pt x="10027932" y="3429016"/>
                </a:lnTo>
                <a:lnTo>
                  <a:pt x="10027932" y="3428999"/>
                </a:lnTo>
                <a:close/>
                <a:moveTo>
                  <a:pt x="10525390" y="3426298"/>
                </a:moveTo>
                <a:lnTo>
                  <a:pt x="10527203" y="3429016"/>
                </a:lnTo>
                <a:lnTo>
                  <a:pt x="10527273" y="3429016"/>
                </a:lnTo>
                <a:lnTo>
                  <a:pt x="10952736" y="4196582"/>
                </a:lnTo>
                <a:lnTo>
                  <a:pt x="10946745" y="4199869"/>
                </a:lnTo>
                <a:lnTo>
                  <a:pt x="10519434" y="3429017"/>
                </a:lnTo>
                <a:lnTo>
                  <a:pt x="10519433" y="3429017"/>
                </a:lnTo>
                <a:lnTo>
                  <a:pt x="10519433" y="3429016"/>
                </a:lnTo>
                <a:lnTo>
                  <a:pt x="10519433" y="3428999"/>
                </a:lnTo>
                <a:close/>
                <a:moveTo>
                  <a:pt x="11016891" y="3426273"/>
                </a:moveTo>
                <a:lnTo>
                  <a:pt x="11018704" y="3429016"/>
                </a:lnTo>
                <a:lnTo>
                  <a:pt x="11018740" y="3429016"/>
                </a:lnTo>
                <a:lnTo>
                  <a:pt x="11444237" y="4196582"/>
                </a:lnTo>
                <a:lnTo>
                  <a:pt x="11438246" y="4199869"/>
                </a:lnTo>
                <a:lnTo>
                  <a:pt x="11010935" y="3429017"/>
                </a:lnTo>
                <a:lnTo>
                  <a:pt x="11010934" y="3429017"/>
                </a:lnTo>
                <a:lnTo>
                  <a:pt x="11010934" y="3429016"/>
                </a:lnTo>
                <a:lnTo>
                  <a:pt x="11010934" y="3428999"/>
                </a:lnTo>
                <a:close/>
                <a:moveTo>
                  <a:pt x="11508393" y="3426272"/>
                </a:moveTo>
                <a:lnTo>
                  <a:pt x="11510206" y="3429016"/>
                </a:lnTo>
                <a:lnTo>
                  <a:pt x="11510242" y="3429016"/>
                </a:lnTo>
                <a:lnTo>
                  <a:pt x="11935739" y="4196582"/>
                </a:lnTo>
                <a:lnTo>
                  <a:pt x="11929748" y="4199869"/>
                </a:lnTo>
                <a:lnTo>
                  <a:pt x="11502437" y="3429017"/>
                </a:lnTo>
                <a:lnTo>
                  <a:pt x="11502436" y="3429017"/>
                </a:lnTo>
                <a:lnTo>
                  <a:pt x="11502436" y="3429016"/>
                </a:lnTo>
                <a:lnTo>
                  <a:pt x="11502436" y="3428999"/>
                </a:lnTo>
                <a:close/>
                <a:moveTo>
                  <a:pt x="11999895" y="3426271"/>
                </a:moveTo>
                <a:lnTo>
                  <a:pt x="12001707" y="3429016"/>
                </a:lnTo>
                <a:lnTo>
                  <a:pt x="12001743" y="3429016"/>
                </a:lnTo>
                <a:lnTo>
                  <a:pt x="12192000" y="3772254"/>
                </a:lnTo>
                <a:lnTo>
                  <a:pt x="12192000" y="3786342"/>
                </a:lnTo>
                <a:lnTo>
                  <a:pt x="11993938" y="3429017"/>
                </a:lnTo>
                <a:lnTo>
                  <a:pt x="11993938" y="3429016"/>
                </a:lnTo>
                <a:lnTo>
                  <a:pt x="11993938" y="3428999"/>
                </a:lnTo>
                <a:close/>
                <a:moveTo>
                  <a:pt x="0" y="3057557"/>
                </a:moveTo>
                <a:lnTo>
                  <a:pt x="140277" y="3310615"/>
                </a:lnTo>
                <a:lnTo>
                  <a:pt x="134286" y="3313936"/>
                </a:lnTo>
                <a:lnTo>
                  <a:pt x="0" y="3071670"/>
                </a:lnTo>
                <a:close/>
                <a:moveTo>
                  <a:pt x="380008" y="2983094"/>
                </a:moveTo>
                <a:lnTo>
                  <a:pt x="385999" y="2986416"/>
                </a:lnTo>
                <a:lnTo>
                  <a:pt x="198473" y="3324749"/>
                </a:lnTo>
                <a:lnTo>
                  <a:pt x="198473" y="3324821"/>
                </a:lnTo>
                <a:lnTo>
                  <a:pt x="140312" y="3429017"/>
                </a:lnTo>
                <a:lnTo>
                  <a:pt x="140163" y="3429017"/>
                </a:lnTo>
                <a:lnTo>
                  <a:pt x="0" y="3681867"/>
                </a:lnTo>
                <a:lnTo>
                  <a:pt x="0" y="3667736"/>
                </a:lnTo>
                <a:lnTo>
                  <a:pt x="132325" y="3429016"/>
                </a:lnTo>
                <a:lnTo>
                  <a:pt x="132472" y="3429016"/>
                </a:lnTo>
                <a:lnTo>
                  <a:pt x="198472" y="3310686"/>
                </a:lnTo>
                <a:lnTo>
                  <a:pt x="198472" y="3310614"/>
                </a:lnTo>
                <a:close/>
                <a:moveTo>
                  <a:pt x="871491" y="2983093"/>
                </a:moveTo>
                <a:lnTo>
                  <a:pt x="877482" y="2986413"/>
                </a:lnTo>
                <a:lnTo>
                  <a:pt x="689954" y="3324748"/>
                </a:lnTo>
                <a:lnTo>
                  <a:pt x="689954" y="3324820"/>
                </a:lnTo>
                <a:lnTo>
                  <a:pt x="631792" y="3429017"/>
                </a:lnTo>
                <a:lnTo>
                  <a:pt x="631648" y="3429017"/>
                </a:lnTo>
                <a:lnTo>
                  <a:pt x="450075" y="3756569"/>
                </a:lnTo>
                <a:lnTo>
                  <a:pt x="444084" y="3753249"/>
                </a:lnTo>
                <a:lnTo>
                  <a:pt x="623809" y="3429016"/>
                </a:lnTo>
                <a:lnTo>
                  <a:pt x="623953" y="3429016"/>
                </a:lnTo>
                <a:lnTo>
                  <a:pt x="689954" y="3310683"/>
                </a:lnTo>
                <a:lnTo>
                  <a:pt x="689954" y="3310611"/>
                </a:lnTo>
                <a:close/>
                <a:moveTo>
                  <a:pt x="1362958" y="2983068"/>
                </a:moveTo>
                <a:lnTo>
                  <a:pt x="1368949" y="2986389"/>
                </a:lnTo>
                <a:lnTo>
                  <a:pt x="1181437" y="3324694"/>
                </a:lnTo>
                <a:lnTo>
                  <a:pt x="1181437" y="3324818"/>
                </a:lnTo>
                <a:lnTo>
                  <a:pt x="1123276" y="3429017"/>
                </a:lnTo>
                <a:lnTo>
                  <a:pt x="1123134" y="3429017"/>
                </a:lnTo>
                <a:lnTo>
                  <a:pt x="941562" y="3756569"/>
                </a:lnTo>
                <a:lnTo>
                  <a:pt x="935572" y="3753249"/>
                </a:lnTo>
                <a:lnTo>
                  <a:pt x="1115296" y="3429016"/>
                </a:lnTo>
                <a:lnTo>
                  <a:pt x="1115436" y="3429016"/>
                </a:lnTo>
                <a:lnTo>
                  <a:pt x="1181420" y="3310711"/>
                </a:lnTo>
                <a:lnTo>
                  <a:pt x="1181420" y="3310586"/>
                </a:lnTo>
                <a:close/>
                <a:moveTo>
                  <a:pt x="1854442" y="2983065"/>
                </a:moveTo>
                <a:lnTo>
                  <a:pt x="1860433" y="2986386"/>
                </a:lnTo>
                <a:lnTo>
                  <a:pt x="1672905" y="3324659"/>
                </a:lnTo>
                <a:lnTo>
                  <a:pt x="1672905" y="3324792"/>
                </a:lnTo>
                <a:lnTo>
                  <a:pt x="1614743" y="3429017"/>
                </a:lnTo>
                <a:lnTo>
                  <a:pt x="1614606" y="3429017"/>
                </a:lnTo>
                <a:lnTo>
                  <a:pt x="1433034" y="3756569"/>
                </a:lnTo>
                <a:lnTo>
                  <a:pt x="1427043" y="3753249"/>
                </a:lnTo>
                <a:lnTo>
                  <a:pt x="1606768" y="3429016"/>
                </a:lnTo>
                <a:lnTo>
                  <a:pt x="1606904" y="3429016"/>
                </a:lnTo>
                <a:lnTo>
                  <a:pt x="1672870" y="3310718"/>
                </a:lnTo>
                <a:lnTo>
                  <a:pt x="1672870" y="3310584"/>
                </a:lnTo>
                <a:close/>
                <a:moveTo>
                  <a:pt x="2346045" y="2983064"/>
                </a:moveTo>
                <a:lnTo>
                  <a:pt x="2352038" y="2986385"/>
                </a:lnTo>
                <a:lnTo>
                  <a:pt x="2164440" y="3324719"/>
                </a:lnTo>
                <a:lnTo>
                  <a:pt x="2164440" y="3324791"/>
                </a:lnTo>
                <a:lnTo>
                  <a:pt x="2106323" y="3429017"/>
                </a:lnTo>
                <a:lnTo>
                  <a:pt x="2106133" y="3429017"/>
                </a:lnTo>
                <a:lnTo>
                  <a:pt x="1924521" y="3756569"/>
                </a:lnTo>
                <a:lnTo>
                  <a:pt x="1918530" y="3753249"/>
                </a:lnTo>
                <a:lnTo>
                  <a:pt x="2098329" y="3429016"/>
                </a:lnTo>
                <a:lnTo>
                  <a:pt x="2098484" y="3429016"/>
                </a:lnTo>
                <a:lnTo>
                  <a:pt x="2164437" y="3310655"/>
                </a:lnTo>
                <a:lnTo>
                  <a:pt x="2164437" y="3310583"/>
                </a:lnTo>
                <a:close/>
                <a:moveTo>
                  <a:pt x="2837517" y="2983062"/>
                </a:moveTo>
                <a:lnTo>
                  <a:pt x="2843507" y="2986383"/>
                </a:lnTo>
                <a:lnTo>
                  <a:pt x="2655989" y="3324717"/>
                </a:lnTo>
                <a:lnTo>
                  <a:pt x="2655989" y="3324789"/>
                </a:lnTo>
                <a:lnTo>
                  <a:pt x="2597858" y="3429017"/>
                </a:lnTo>
                <a:lnTo>
                  <a:pt x="2597661" y="3429017"/>
                </a:lnTo>
                <a:lnTo>
                  <a:pt x="2416095" y="3756569"/>
                </a:lnTo>
                <a:lnTo>
                  <a:pt x="2410106" y="3753249"/>
                </a:lnTo>
                <a:lnTo>
                  <a:pt x="2589856" y="3429016"/>
                </a:lnTo>
                <a:lnTo>
                  <a:pt x="2590018" y="3429016"/>
                </a:lnTo>
                <a:lnTo>
                  <a:pt x="2655988" y="3310654"/>
                </a:lnTo>
                <a:lnTo>
                  <a:pt x="2655988" y="3310582"/>
                </a:lnTo>
                <a:close/>
                <a:moveTo>
                  <a:pt x="3329069" y="2983062"/>
                </a:moveTo>
                <a:lnTo>
                  <a:pt x="3335055" y="2986382"/>
                </a:lnTo>
                <a:lnTo>
                  <a:pt x="3147425" y="3324717"/>
                </a:lnTo>
                <a:lnTo>
                  <a:pt x="3147425" y="3324789"/>
                </a:lnTo>
                <a:lnTo>
                  <a:pt x="3089257" y="3429017"/>
                </a:lnTo>
                <a:lnTo>
                  <a:pt x="3089111" y="3429017"/>
                </a:lnTo>
                <a:lnTo>
                  <a:pt x="2907572" y="3756569"/>
                </a:lnTo>
                <a:lnTo>
                  <a:pt x="2901586" y="3753249"/>
                </a:lnTo>
                <a:lnTo>
                  <a:pt x="3081319" y="3429016"/>
                </a:lnTo>
                <a:lnTo>
                  <a:pt x="3081470" y="3429016"/>
                </a:lnTo>
                <a:lnTo>
                  <a:pt x="3147425" y="3310651"/>
                </a:lnTo>
                <a:lnTo>
                  <a:pt x="3147425" y="3310579"/>
                </a:lnTo>
                <a:close/>
                <a:moveTo>
                  <a:pt x="3820516" y="2983035"/>
                </a:moveTo>
                <a:lnTo>
                  <a:pt x="3826473" y="2986357"/>
                </a:lnTo>
                <a:lnTo>
                  <a:pt x="3638956" y="3324658"/>
                </a:lnTo>
                <a:lnTo>
                  <a:pt x="3638956" y="3324787"/>
                </a:lnTo>
                <a:lnTo>
                  <a:pt x="3580786" y="3429017"/>
                </a:lnTo>
                <a:lnTo>
                  <a:pt x="3580633" y="3429017"/>
                </a:lnTo>
                <a:lnTo>
                  <a:pt x="3399107" y="3756569"/>
                </a:lnTo>
                <a:lnTo>
                  <a:pt x="3393114" y="3753249"/>
                </a:lnTo>
                <a:lnTo>
                  <a:pt x="3572829" y="3429016"/>
                </a:lnTo>
                <a:lnTo>
                  <a:pt x="3572982" y="3429016"/>
                </a:lnTo>
                <a:lnTo>
                  <a:pt x="3638936" y="3310682"/>
                </a:lnTo>
                <a:lnTo>
                  <a:pt x="3638936" y="3310555"/>
                </a:lnTo>
                <a:close/>
                <a:moveTo>
                  <a:pt x="4311960" y="2983034"/>
                </a:moveTo>
                <a:lnTo>
                  <a:pt x="4317951" y="2986354"/>
                </a:lnTo>
                <a:lnTo>
                  <a:pt x="4130421" y="3324690"/>
                </a:lnTo>
                <a:lnTo>
                  <a:pt x="4130421" y="3324762"/>
                </a:lnTo>
                <a:lnTo>
                  <a:pt x="4072261" y="3429017"/>
                </a:lnTo>
                <a:lnTo>
                  <a:pt x="4072112" y="3429017"/>
                </a:lnTo>
                <a:lnTo>
                  <a:pt x="3890580" y="3756569"/>
                </a:lnTo>
                <a:lnTo>
                  <a:pt x="3884587" y="3753249"/>
                </a:lnTo>
                <a:lnTo>
                  <a:pt x="4064270" y="3429016"/>
                </a:lnTo>
                <a:lnTo>
                  <a:pt x="4064455" y="3429016"/>
                </a:lnTo>
                <a:lnTo>
                  <a:pt x="4130421" y="3310624"/>
                </a:lnTo>
                <a:lnTo>
                  <a:pt x="4130421" y="3310553"/>
                </a:lnTo>
                <a:close/>
                <a:moveTo>
                  <a:pt x="4803492" y="2983032"/>
                </a:moveTo>
                <a:lnTo>
                  <a:pt x="4809465" y="2986353"/>
                </a:lnTo>
                <a:lnTo>
                  <a:pt x="4621948" y="3324687"/>
                </a:lnTo>
                <a:lnTo>
                  <a:pt x="4621948" y="3324759"/>
                </a:lnTo>
                <a:lnTo>
                  <a:pt x="4563777" y="3429017"/>
                </a:lnTo>
                <a:lnTo>
                  <a:pt x="4563621" y="3429017"/>
                </a:lnTo>
                <a:lnTo>
                  <a:pt x="4382031" y="3756569"/>
                </a:lnTo>
                <a:lnTo>
                  <a:pt x="4376073" y="3753249"/>
                </a:lnTo>
                <a:lnTo>
                  <a:pt x="4555782" y="3429016"/>
                </a:lnTo>
                <a:lnTo>
                  <a:pt x="4555936" y="3429016"/>
                </a:lnTo>
                <a:lnTo>
                  <a:pt x="4621948" y="3310623"/>
                </a:lnTo>
                <a:lnTo>
                  <a:pt x="4621948" y="3310551"/>
                </a:lnTo>
                <a:close/>
                <a:moveTo>
                  <a:pt x="5294908" y="2983030"/>
                </a:moveTo>
                <a:lnTo>
                  <a:pt x="5300890" y="2986351"/>
                </a:lnTo>
                <a:lnTo>
                  <a:pt x="5113456" y="3324686"/>
                </a:lnTo>
                <a:lnTo>
                  <a:pt x="5113456" y="3324758"/>
                </a:lnTo>
                <a:lnTo>
                  <a:pt x="5055269" y="3429017"/>
                </a:lnTo>
                <a:lnTo>
                  <a:pt x="5055111" y="3429017"/>
                </a:lnTo>
                <a:lnTo>
                  <a:pt x="4873563" y="3756569"/>
                </a:lnTo>
                <a:lnTo>
                  <a:pt x="4867571" y="3753249"/>
                </a:lnTo>
                <a:lnTo>
                  <a:pt x="5047274" y="3429016"/>
                </a:lnTo>
                <a:lnTo>
                  <a:pt x="5047428" y="3429016"/>
                </a:lnTo>
                <a:lnTo>
                  <a:pt x="5113456" y="3310621"/>
                </a:lnTo>
                <a:lnTo>
                  <a:pt x="5113456" y="3310550"/>
                </a:lnTo>
                <a:close/>
                <a:moveTo>
                  <a:pt x="5786451" y="2983029"/>
                </a:moveTo>
                <a:lnTo>
                  <a:pt x="5792418" y="2986351"/>
                </a:lnTo>
                <a:lnTo>
                  <a:pt x="5604919" y="3324685"/>
                </a:lnTo>
                <a:lnTo>
                  <a:pt x="5604919" y="3324756"/>
                </a:lnTo>
                <a:lnTo>
                  <a:pt x="5546808" y="3429017"/>
                </a:lnTo>
                <a:lnTo>
                  <a:pt x="5546637" y="3429017"/>
                </a:lnTo>
                <a:lnTo>
                  <a:pt x="5365101" y="3756569"/>
                </a:lnTo>
                <a:lnTo>
                  <a:pt x="5359103" y="3753249"/>
                </a:lnTo>
                <a:lnTo>
                  <a:pt x="5538768" y="3429016"/>
                </a:lnTo>
                <a:lnTo>
                  <a:pt x="5538924" y="3429016"/>
                </a:lnTo>
                <a:lnTo>
                  <a:pt x="5604919" y="3310620"/>
                </a:lnTo>
                <a:lnTo>
                  <a:pt x="5604919" y="3310549"/>
                </a:lnTo>
                <a:close/>
                <a:moveTo>
                  <a:pt x="6277499" y="2983003"/>
                </a:moveTo>
                <a:lnTo>
                  <a:pt x="6283490" y="2986325"/>
                </a:lnTo>
                <a:lnTo>
                  <a:pt x="6096000" y="3324629"/>
                </a:lnTo>
                <a:lnTo>
                  <a:pt x="6096000" y="3324755"/>
                </a:lnTo>
                <a:lnTo>
                  <a:pt x="6038182" y="3429017"/>
                </a:lnTo>
                <a:lnTo>
                  <a:pt x="6038053" y="3429017"/>
                </a:lnTo>
                <a:lnTo>
                  <a:pt x="5856515" y="3756569"/>
                </a:lnTo>
                <a:lnTo>
                  <a:pt x="5850521" y="3753249"/>
                </a:lnTo>
                <a:lnTo>
                  <a:pt x="6030251" y="3429016"/>
                </a:lnTo>
                <a:lnTo>
                  <a:pt x="6030396" y="3429016"/>
                </a:lnTo>
                <a:lnTo>
                  <a:pt x="6096000" y="3310648"/>
                </a:lnTo>
                <a:lnTo>
                  <a:pt x="6096000" y="3310524"/>
                </a:lnTo>
                <a:close/>
                <a:moveTo>
                  <a:pt x="6769000" y="2983003"/>
                </a:moveTo>
                <a:lnTo>
                  <a:pt x="6774991" y="2986324"/>
                </a:lnTo>
                <a:lnTo>
                  <a:pt x="6587456" y="3324658"/>
                </a:lnTo>
                <a:lnTo>
                  <a:pt x="6587456" y="3324730"/>
                </a:lnTo>
                <a:lnTo>
                  <a:pt x="6529292" y="3429017"/>
                </a:lnTo>
                <a:lnTo>
                  <a:pt x="6529257" y="3429017"/>
                </a:lnTo>
                <a:lnTo>
                  <a:pt x="6347679" y="3756569"/>
                </a:lnTo>
                <a:lnTo>
                  <a:pt x="6341688" y="3753249"/>
                </a:lnTo>
                <a:lnTo>
                  <a:pt x="6521418" y="3429016"/>
                </a:lnTo>
                <a:lnTo>
                  <a:pt x="6521452" y="3429016"/>
                </a:lnTo>
                <a:lnTo>
                  <a:pt x="6587456" y="3310591"/>
                </a:lnTo>
                <a:lnTo>
                  <a:pt x="6587456" y="3310521"/>
                </a:lnTo>
                <a:close/>
                <a:moveTo>
                  <a:pt x="7260501" y="2983000"/>
                </a:moveTo>
                <a:lnTo>
                  <a:pt x="7266492" y="2986321"/>
                </a:lnTo>
                <a:lnTo>
                  <a:pt x="7078957" y="3324658"/>
                </a:lnTo>
                <a:lnTo>
                  <a:pt x="7078957" y="3324727"/>
                </a:lnTo>
                <a:lnTo>
                  <a:pt x="7020793" y="3429017"/>
                </a:lnTo>
                <a:lnTo>
                  <a:pt x="7020758" y="3429017"/>
                </a:lnTo>
                <a:lnTo>
                  <a:pt x="6839180" y="3756569"/>
                </a:lnTo>
                <a:lnTo>
                  <a:pt x="6833189" y="3753249"/>
                </a:lnTo>
                <a:lnTo>
                  <a:pt x="7012919" y="3429016"/>
                </a:lnTo>
                <a:lnTo>
                  <a:pt x="7012953" y="3429016"/>
                </a:lnTo>
                <a:lnTo>
                  <a:pt x="7078957" y="3310590"/>
                </a:lnTo>
                <a:lnTo>
                  <a:pt x="7078957" y="3310519"/>
                </a:lnTo>
                <a:close/>
                <a:moveTo>
                  <a:pt x="7752003" y="2982999"/>
                </a:moveTo>
                <a:lnTo>
                  <a:pt x="7757994" y="2986320"/>
                </a:lnTo>
                <a:lnTo>
                  <a:pt x="7570425" y="3324654"/>
                </a:lnTo>
                <a:lnTo>
                  <a:pt x="7570425" y="3324726"/>
                </a:lnTo>
                <a:lnTo>
                  <a:pt x="7512295" y="3429017"/>
                </a:lnTo>
                <a:lnTo>
                  <a:pt x="7512260" y="3429017"/>
                </a:lnTo>
                <a:lnTo>
                  <a:pt x="7330682" y="3756569"/>
                </a:lnTo>
                <a:lnTo>
                  <a:pt x="7324691" y="3753249"/>
                </a:lnTo>
                <a:lnTo>
                  <a:pt x="7504421" y="3429016"/>
                </a:lnTo>
                <a:lnTo>
                  <a:pt x="7504455" y="3429016"/>
                </a:lnTo>
                <a:lnTo>
                  <a:pt x="7570424" y="3310590"/>
                </a:lnTo>
                <a:lnTo>
                  <a:pt x="7570424" y="3310518"/>
                </a:lnTo>
                <a:close/>
                <a:moveTo>
                  <a:pt x="8243505" y="2982997"/>
                </a:moveTo>
                <a:lnTo>
                  <a:pt x="8249496" y="2986318"/>
                </a:lnTo>
                <a:lnTo>
                  <a:pt x="8061927" y="3324652"/>
                </a:lnTo>
                <a:lnTo>
                  <a:pt x="8061927" y="3324724"/>
                </a:lnTo>
                <a:lnTo>
                  <a:pt x="8003797" y="3429017"/>
                </a:lnTo>
                <a:lnTo>
                  <a:pt x="8003726" y="3429017"/>
                </a:lnTo>
                <a:lnTo>
                  <a:pt x="7822183" y="3756569"/>
                </a:lnTo>
                <a:lnTo>
                  <a:pt x="7816192" y="3753249"/>
                </a:lnTo>
                <a:lnTo>
                  <a:pt x="7995922" y="3429016"/>
                </a:lnTo>
                <a:lnTo>
                  <a:pt x="7995957" y="3429016"/>
                </a:lnTo>
                <a:lnTo>
                  <a:pt x="8061926" y="3310589"/>
                </a:lnTo>
                <a:lnTo>
                  <a:pt x="8061926" y="3310517"/>
                </a:lnTo>
                <a:close/>
                <a:moveTo>
                  <a:pt x="8735006" y="2982972"/>
                </a:moveTo>
                <a:lnTo>
                  <a:pt x="8740997" y="2986293"/>
                </a:lnTo>
                <a:lnTo>
                  <a:pt x="8553427" y="3324629"/>
                </a:lnTo>
                <a:lnTo>
                  <a:pt x="8553427" y="3324723"/>
                </a:lnTo>
                <a:lnTo>
                  <a:pt x="8495263" y="3429017"/>
                </a:lnTo>
                <a:lnTo>
                  <a:pt x="8495229" y="3429017"/>
                </a:lnTo>
                <a:lnTo>
                  <a:pt x="8313685" y="3756569"/>
                </a:lnTo>
                <a:lnTo>
                  <a:pt x="8307694" y="3753249"/>
                </a:lnTo>
                <a:lnTo>
                  <a:pt x="8487424" y="3429016"/>
                </a:lnTo>
                <a:lnTo>
                  <a:pt x="8487458" y="3429016"/>
                </a:lnTo>
                <a:lnTo>
                  <a:pt x="8553427" y="3310585"/>
                </a:lnTo>
                <a:lnTo>
                  <a:pt x="8553427" y="3310491"/>
                </a:lnTo>
                <a:close/>
                <a:moveTo>
                  <a:pt x="9226508" y="2982970"/>
                </a:moveTo>
                <a:lnTo>
                  <a:pt x="9232499" y="2986292"/>
                </a:lnTo>
                <a:lnTo>
                  <a:pt x="9044929" y="3324627"/>
                </a:lnTo>
                <a:lnTo>
                  <a:pt x="9044929" y="3324698"/>
                </a:lnTo>
                <a:lnTo>
                  <a:pt x="8986765" y="3429017"/>
                </a:lnTo>
                <a:lnTo>
                  <a:pt x="8986730" y="3429017"/>
                </a:lnTo>
                <a:lnTo>
                  <a:pt x="8805186" y="3756569"/>
                </a:lnTo>
                <a:lnTo>
                  <a:pt x="8799195" y="3753249"/>
                </a:lnTo>
                <a:lnTo>
                  <a:pt x="8978925" y="3429016"/>
                </a:lnTo>
                <a:lnTo>
                  <a:pt x="8978959" y="3429016"/>
                </a:lnTo>
                <a:lnTo>
                  <a:pt x="9044929" y="3310559"/>
                </a:lnTo>
                <a:lnTo>
                  <a:pt x="9044929" y="3310490"/>
                </a:lnTo>
                <a:close/>
                <a:moveTo>
                  <a:pt x="9718009" y="2982969"/>
                </a:moveTo>
                <a:lnTo>
                  <a:pt x="9723965" y="2986289"/>
                </a:lnTo>
                <a:lnTo>
                  <a:pt x="9536431" y="3324625"/>
                </a:lnTo>
                <a:lnTo>
                  <a:pt x="9536431" y="3324697"/>
                </a:lnTo>
                <a:lnTo>
                  <a:pt x="9478267" y="3429017"/>
                </a:lnTo>
                <a:lnTo>
                  <a:pt x="9478231" y="3429017"/>
                </a:lnTo>
                <a:lnTo>
                  <a:pt x="9296687" y="3756569"/>
                </a:lnTo>
                <a:lnTo>
                  <a:pt x="9290696" y="3753249"/>
                </a:lnTo>
                <a:lnTo>
                  <a:pt x="9470426" y="3429016"/>
                </a:lnTo>
                <a:lnTo>
                  <a:pt x="9470462" y="3429016"/>
                </a:lnTo>
                <a:lnTo>
                  <a:pt x="9536430" y="3310559"/>
                </a:lnTo>
                <a:lnTo>
                  <a:pt x="9536430" y="3310487"/>
                </a:lnTo>
                <a:close/>
                <a:moveTo>
                  <a:pt x="10209476" y="2982967"/>
                </a:moveTo>
                <a:lnTo>
                  <a:pt x="10215467" y="2986288"/>
                </a:lnTo>
                <a:lnTo>
                  <a:pt x="10027932" y="3324625"/>
                </a:lnTo>
                <a:lnTo>
                  <a:pt x="10027932" y="3324694"/>
                </a:lnTo>
                <a:lnTo>
                  <a:pt x="9969768" y="3429017"/>
                </a:lnTo>
                <a:lnTo>
                  <a:pt x="9969732" y="3429017"/>
                </a:lnTo>
                <a:lnTo>
                  <a:pt x="9788189" y="3756569"/>
                </a:lnTo>
                <a:lnTo>
                  <a:pt x="9782198" y="3753249"/>
                </a:lnTo>
                <a:lnTo>
                  <a:pt x="9961894" y="3429016"/>
                </a:lnTo>
                <a:lnTo>
                  <a:pt x="9961963" y="3429016"/>
                </a:lnTo>
                <a:lnTo>
                  <a:pt x="10027932" y="3310556"/>
                </a:lnTo>
                <a:lnTo>
                  <a:pt x="10027932" y="3310486"/>
                </a:lnTo>
                <a:close/>
                <a:moveTo>
                  <a:pt x="10700977" y="2982965"/>
                </a:moveTo>
                <a:lnTo>
                  <a:pt x="10706968" y="2986286"/>
                </a:lnTo>
                <a:lnTo>
                  <a:pt x="10519433" y="3324622"/>
                </a:lnTo>
                <a:lnTo>
                  <a:pt x="10519433" y="3324693"/>
                </a:lnTo>
                <a:lnTo>
                  <a:pt x="10461269" y="3429017"/>
                </a:lnTo>
                <a:lnTo>
                  <a:pt x="10461233" y="3429017"/>
                </a:lnTo>
                <a:lnTo>
                  <a:pt x="10279657" y="3756569"/>
                </a:lnTo>
                <a:lnTo>
                  <a:pt x="10273699" y="3753249"/>
                </a:lnTo>
                <a:lnTo>
                  <a:pt x="10453395" y="3429016"/>
                </a:lnTo>
                <a:lnTo>
                  <a:pt x="10453430" y="3429016"/>
                </a:lnTo>
                <a:lnTo>
                  <a:pt x="10519433" y="3310556"/>
                </a:lnTo>
                <a:lnTo>
                  <a:pt x="10519433" y="3310485"/>
                </a:lnTo>
                <a:close/>
                <a:moveTo>
                  <a:pt x="11192478" y="2982940"/>
                </a:moveTo>
                <a:lnTo>
                  <a:pt x="11198469" y="2986261"/>
                </a:lnTo>
                <a:lnTo>
                  <a:pt x="11010934" y="3324597"/>
                </a:lnTo>
                <a:lnTo>
                  <a:pt x="11010934" y="3324691"/>
                </a:lnTo>
                <a:lnTo>
                  <a:pt x="10952770" y="3429017"/>
                </a:lnTo>
                <a:lnTo>
                  <a:pt x="10952736" y="3429017"/>
                </a:lnTo>
                <a:lnTo>
                  <a:pt x="10771157" y="3756569"/>
                </a:lnTo>
                <a:lnTo>
                  <a:pt x="10765166" y="3753249"/>
                </a:lnTo>
                <a:lnTo>
                  <a:pt x="10944896" y="3429016"/>
                </a:lnTo>
                <a:lnTo>
                  <a:pt x="10944931" y="3429016"/>
                </a:lnTo>
                <a:lnTo>
                  <a:pt x="11010934" y="3310553"/>
                </a:lnTo>
                <a:lnTo>
                  <a:pt x="11010934" y="3310459"/>
                </a:lnTo>
                <a:close/>
                <a:moveTo>
                  <a:pt x="11683980" y="2982938"/>
                </a:moveTo>
                <a:lnTo>
                  <a:pt x="11689971" y="2986260"/>
                </a:lnTo>
                <a:lnTo>
                  <a:pt x="11502436" y="3324595"/>
                </a:lnTo>
                <a:lnTo>
                  <a:pt x="11502436" y="3324666"/>
                </a:lnTo>
                <a:lnTo>
                  <a:pt x="11444272" y="3429017"/>
                </a:lnTo>
                <a:lnTo>
                  <a:pt x="11444238" y="3429017"/>
                </a:lnTo>
                <a:lnTo>
                  <a:pt x="11262659" y="3756569"/>
                </a:lnTo>
                <a:lnTo>
                  <a:pt x="11256668" y="3753249"/>
                </a:lnTo>
                <a:lnTo>
                  <a:pt x="11436398" y="3429016"/>
                </a:lnTo>
                <a:lnTo>
                  <a:pt x="11436433" y="3429016"/>
                </a:lnTo>
                <a:lnTo>
                  <a:pt x="11502436" y="3310529"/>
                </a:lnTo>
                <a:lnTo>
                  <a:pt x="11502436" y="3310458"/>
                </a:lnTo>
                <a:close/>
                <a:moveTo>
                  <a:pt x="12175482" y="2982938"/>
                </a:moveTo>
                <a:lnTo>
                  <a:pt x="12181473" y="2986259"/>
                </a:lnTo>
                <a:lnTo>
                  <a:pt x="11993938" y="3324594"/>
                </a:lnTo>
                <a:lnTo>
                  <a:pt x="11993938" y="3324665"/>
                </a:lnTo>
                <a:lnTo>
                  <a:pt x="11935773" y="3429017"/>
                </a:lnTo>
                <a:lnTo>
                  <a:pt x="11935739" y="3429017"/>
                </a:lnTo>
                <a:lnTo>
                  <a:pt x="11754161" y="3756569"/>
                </a:lnTo>
                <a:lnTo>
                  <a:pt x="11748170" y="3753249"/>
                </a:lnTo>
                <a:lnTo>
                  <a:pt x="11927900" y="3429016"/>
                </a:lnTo>
                <a:lnTo>
                  <a:pt x="11927934" y="3429016"/>
                </a:lnTo>
                <a:lnTo>
                  <a:pt x="11993938" y="3310526"/>
                </a:lnTo>
                <a:lnTo>
                  <a:pt x="11993938" y="3310457"/>
                </a:lnTo>
                <a:close/>
                <a:moveTo>
                  <a:pt x="204434" y="2539734"/>
                </a:moveTo>
                <a:lnTo>
                  <a:pt x="206244" y="2543046"/>
                </a:lnTo>
                <a:lnTo>
                  <a:pt x="206277" y="2543046"/>
                </a:lnTo>
                <a:lnTo>
                  <a:pt x="631758" y="3310612"/>
                </a:lnTo>
                <a:lnTo>
                  <a:pt x="625768" y="3313933"/>
                </a:lnTo>
                <a:lnTo>
                  <a:pt x="198472" y="2543046"/>
                </a:lnTo>
                <a:lnTo>
                  <a:pt x="198491" y="2543046"/>
                </a:lnTo>
                <a:close/>
                <a:moveTo>
                  <a:pt x="695915" y="2539731"/>
                </a:moveTo>
                <a:lnTo>
                  <a:pt x="697725" y="2543045"/>
                </a:lnTo>
                <a:lnTo>
                  <a:pt x="697758" y="2543045"/>
                </a:lnTo>
                <a:lnTo>
                  <a:pt x="1123206" y="3310611"/>
                </a:lnTo>
                <a:lnTo>
                  <a:pt x="1117215" y="3313932"/>
                </a:lnTo>
                <a:lnTo>
                  <a:pt x="689953" y="2543045"/>
                </a:lnTo>
                <a:lnTo>
                  <a:pt x="689972" y="2543045"/>
                </a:lnTo>
                <a:close/>
                <a:moveTo>
                  <a:pt x="1187381" y="2539707"/>
                </a:moveTo>
                <a:lnTo>
                  <a:pt x="1189191" y="2543019"/>
                </a:lnTo>
                <a:lnTo>
                  <a:pt x="1189225" y="2543019"/>
                </a:lnTo>
                <a:lnTo>
                  <a:pt x="1614673" y="3310585"/>
                </a:lnTo>
                <a:lnTo>
                  <a:pt x="1608683" y="3313906"/>
                </a:lnTo>
                <a:lnTo>
                  <a:pt x="1181420" y="2543019"/>
                </a:lnTo>
                <a:lnTo>
                  <a:pt x="1181438" y="2543019"/>
                </a:lnTo>
                <a:close/>
                <a:moveTo>
                  <a:pt x="1678831" y="2539704"/>
                </a:moveTo>
                <a:lnTo>
                  <a:pt x="1680676" y="2543018"/>
                </a:lnTo>
                <a:lnTo>
                  <a:pt x="1680710" y="2543018"/>
                </a:lnTo>
                <a:lnTo>
                  <a:pt x="2106255" y="3310584"/>
                </a:lnTo>
                <a:lnTo>
                  <a:pt x="2100263" y="3313905"/>
                </a:lnTo>
                <a:lnTo>
                  <a:pt x="1672870" y="2543018"/>
                </a:lnTo>
                <a:lnTo>
                  <a:pt x="1672888" y="2543018"/>
                </a:lnTo>
                <a:close/>
                <a:moveTo>
                  <a:pt x="2170397" y="2539703"/>
                </a:moveTo>
                <a:lnTo>
                  <a:pt x="2172243" y="2543017"/>
                </a:lnTo>
                <a:lnTo>
                  <a:pt x="2172274" y="2543017"/>
                </a:lnTo>
                <a:lnTo>
                  <a:pt x="2597790" y="3310582"/>
                </a:lnTo>
                <a:lnTo>
                  <a:pt x="2591798" y="3313904"/>
                </a:lnTo>
                <a:lnTo>
                  <a:pt x="2164437" y="2543017"/>
                </a:lnTo>
                <a:lnTo>
                  <a:pt x="2164455" y="2543017"/>
                </a:lnTo>
                <a:close/>
                <a:moveTo>
                  <a:pt x="2661948" y="2539702"/>
                </a:moveTo>
                <a:lnTo>
                  <a:pt x="2663792" y="2543014"/>
                </a:lnTo>
                <a:lnTo>
                  <a:pt x="2663824" y="2543014"/>
                </a:lnTo>
                <a:lnTo>
                  <a:pt x="3089223" y="3310581"/>
                </a:lnTo>
                <a:lnTo>
                  <a:pt x="3083250" y="3313901"/>
                </a:lnTo>
                <a:lnTo>
                  <a:pt x="2655987" y="2543014"/>
                </a:lnTo>
                <a:lnTo>
                  <a:pt x="2656007" y="2543014"/>
                </a:lnTo>
                <a:close/>
                <a:moveTo>
                  <a:pt x="3153394" y="2539700"/>
                </a:moveTo>
                <a:lnTo>
                  <a:pt x="3155238" y="2543013"/>
                </a:lnTo>
                <a:lnTo>
                  <a:pt x="3155260" y="2543013"/>
                </a:lnTo>
                <a:lnTo>
                  <a:pt x="3580752" y="3310579"/>
                </a:lnTo>
                <a:lnTo>
                  <a:pt x="3574765" y="3313900"/>
                </a:lnTo>
                <a:lnTo>
                  <a:pt x="3147425" y="2543013"/>
                </a:lnTo>
                <a:lnTo>
                  <a:pt x="3147447" y="2543013"/>
                </a:lnTo>
                <a:close/>
                <a:moveTo>
                  <a:pt x="3644899" y="2539675"/>
                </a:moveTo>
                <a:lnTo>
                  <a:pt x="3646736" y="2542987"/>
                </a:lnTo>
                <a:lnTo>
                  <a:pt x="3646767" y="2542987"/>
                </a:lnTo>
                <a:lnTo>
                  <a:pt x="4072227" y="3310553"/>
                </a:lnTo>
                <a:lnTo>
                  <a:pt x="4066240" y="3313875"/>
                </a:lnTo>
                <a:lnTo>
                  <a:pt x="3638934" y="2542987"/>
                </a:lnTo>
                <a:lnTo>
                  <a:pt x="3638956" y="2542987"/>
                </a:lnTo>
                <a:close/>
                <a:moveTo>
                  <a:pt x="4136394" y="2539672"/>
                </a:moveTo>
                <a:lnTo>
                  <a:pt x="4138238" y="2542986"/>
                </a:lnTo>
                <a:lnTo>
                  <a:pt x="4138268" y="2542986"/>
                </a:lnTo>
                <a:lnTo>
                  <a:pt x="4563746" y="3310552"/>
                </a:lnTo>
                <a:lnTo>
                  <a:pt x="4557748" y="3313873"/>
                </a:lnTo>
                <a:lnTo>
                  <a:pt x="4130421" y="2542986"/>
                </a:lnTo>
                <a:lnTo>
                  <a:pt x="4130446" y="2542986"/>
                </a:lnTo>
                <a:close/>
                <a:moveTo>
                  <a:pt x="4627906" y="2539671"/>
                </a:moveTo>
                <a:lnTo>
                  <a:pt x="4629752" y="2542984"/>
                </a:lnTo>
                <a:lnTo>
                  <a:pt x="4629783" y="2542984"/>
                </a:lnTo>
                <a:lnTo>
                  <a:pt x="5055229" y="3310550"/>
                </a:lnTo>
                <a:lnTo>
                  <a:pt x="5049242" y="3313872"/>
                </a:lnTo>
                <a:lnTo>
                  <a:pt x="4621948" y="2542984"/>
                </a:lnTo>
                <a:lnTo>
                  <a:pt x="4621966" y="2542984"/>
                </a:lnTo>
                <a:close/>
                <a:moveTo>
                  <a:pt x="5119451" y="2539669"/>
                </a:moveTo>
                <a:lnTo>
                  <a:pt x="5121252" y="2542984"/>
                </a:lnTo>
                <a:lnTo>
                  <a:pt x="5121322" y="2542984"/>
                </a:lnTo>
                <a:lnTo>
                  <a:pt x="5546779" y="3310550"/>
                </a:lnTo>
                <a:lnTo>
                  <a:pt x="5540738" y="3313871"/>
                </a:lnTo>
                <a:lnTo>
                  <a:pt x="5113453" y="2542984"/>
                </a:lnTo>
                <a:lnTo>
                  <a:pt x="5113480" y="2542984"/>
                </a:lnTo>
                <a:close/>
                <a:moveTo>
                  <a:pt x="5610861" y="2539669"/>
                </a:moveTo>
                <a:lnTo>
                  <a:pt x="5612675" y="2542981"/>
                </a:lnTo>
                <a:lnTo>
                  <a:pt x="5612704" y="2542981"/>
                </a:lnTo>
                <a:lnTo>
                  <a:pt x="6038160" y="3310547"/>
                </a:lnTo>
                <a:lnTo>
                  <a:pt x="6032193" y="3313868"/>
                </a:lnTo>
                <a:lnTo>
                  <a:pt x="5604919" y="2542981"/>
                </a:lnTo>
                <a:lnTo>
                  <a:pt x="5604939" y="2542981"/>
                </a:lnTo>
                <a:close/>
                <a:moveTo>
                  <a:pt x="6101912" y="2539643"/>
                </a:moveTo>
                <a:lnTo>
                  <a:pt x="6103722" y="2542957"/>
                </a:lnTo>
                <a:lnTo>
                  <a:pt x="6103761" y="2542957"/>
                </a:lnTo>
                <a:lnTo>
                  <a:pt x="6529258" y="3310523"/>
                </a:lnTo>
                <a:lnTo>
                  <a:pt x="6523267" y="3313843"/>
                </a:lnTo>
                <a:lnTo>
                  <a:pt x="6096000" y="2542957"/>
                </a:lnTo>
                <a:close/>
                <a:moveTo>
                  <a:pt x="6593413" y="2539642"/>
                </a:moveTo>
                <a:lnTo>
                  <a:pt x="6595222" y="2542954"/>
                </a:lnTo>
                <a:lnTo>
                  <a:pt x="6595261" y="2542954"/>
                </a:lnTo>
                <a:lnTo>
                  <a:pt x="7020724" y="3310520"/>
                </a:lnTo>
                <a:lnTo>
                  <a:pt x="7014733" y="3313841"/>
                </a:lnTo>
                <a:lnTo>
                  <a:pt x="6587460" y="2542962"/>
                </a:lnTo>
                <a:lnTo>
                  <a:pt x="6587456" y="2542962"/>
                </a:lnTo>
                <a:lnTo>
                  <a:pt x="6587459" y="2542960"/>
                </a:lnTo>
                <a:lnTo>
                  <a:pt x="6587456" y="2542954"/>
                </a:lnTo>
                <a:lnTo>
                  <a:pt x="6587469" y="2542954"/>
                </a:lnTo>
                <a:close/>
                <a:moveTo>
                  <a:pt x="7084914" y="2539639"/>
                </a:moveTo>
                <a:lnTo>
                  <a:pt x="7086724" y="2542953"/>
                </a:lnTo>
                <a:lnTo>
                  <a:pt x="7086763" y="2542953"/>
                </a:lnTo>
                <a:lnTo>
                  <a:pt x="7512226" y="3310519"/>
                </a:lnTo>
                <a:lnTo>
                  <a:pt x="7506235" y="3313840"/>
                </a:lnTo>
                <a:lnTo>
                  <a:pt x="7078961" y="2542960"/>
                </a:lnTo>
                <a:lnTo>
                  <a:pt x="7078957" y="2542960"/>
                </a:lnTo>
                <a:lnTo>
                  <a:pt x="7078960" y="2542959"/>
                </a:lnTo>
                <a:lnTo>
                  <a:pt x="7078957" y="2542953"/>
                </a:lnTo>
                <a:lnTo>
                  <a:pt x="7078970" y="2542953"/>
                </a:lnTo>
                <a:close/>
                <a:moveTo>
                  <a:pt x="7576381" y="2539638"/>
                </a:moveTo>
                <a:lnTo>
                  <a:pt x="7578226" y="2542952"/>
                </a:lnTo>
                <a:lnTo>
                  <a:pt x="7578264" y="2542952"/>
                </a:lnTo>
                <a:lnTo>
                  <a:pt x="8003727" y="3310517"/>
                </a:lnTo>
                <a:lnTo>
                  <a:pt x="7997736" y="3313839"/>
                </a:lnTo>
                <a:lnTo>
                  <a:pt x="7570428" y="2542959"/>
                </a:lnTo>
                <a:lnTo>
                  <a:pt x="7570424" y="2542959"/>
                </a:lnTo>
                <a:lnTo>
                  <a:pt x="7570427" y="2542958"/>
                </a:lnTo>
                <a:lnTo>
                  <a:pt x="7570424" y="2542952"/>
                </a:lnTo>
                <a:lnTo>
                  <a:pt x="7570437" y="2542952"/>
                </a:lnTo>
                <a:close/>
                <a:moveTo>
                  <a:pt x="8067883" y="2539636"/>
                </a:moveTo>
                <a:lnTo>
                  <a:pt x="8069728" y="2542949"/>
                </a:lnTo>
                <a:lnTo>
                  <a:pt x="8069766" y="2542949"/>
                </a:lnTo>
                <a:lnTo>
                  <a:pt x="8495229" y="3310516"/>
                </a:lnTo>
                <a:lnTo>
                  <a:pt x="8489238" y="3313836"/>
                </a:lnTo>
                <a:lnTo>
                  <a:pt x="8061930" y="2542958"/>
                </a:lnTo>
                <a:lnTo>
                  <a:pt x="8061926" y="2542958"/>
                </a:lnTo>
                <a:lnTo>
                  <a:pt x="8061929" y="2542955"/>
                </a:lnTo>
                <a:lnTo>
                  <a:pt x="8061926" y="2542949"/>
                </a:lnTo>
                <a:lnTo>
                  <a:pt x="8061939" y="2542949"/>
                </a:lnTo>
                <a:close/>
                <a:moveTo>
                  <a:pt x="8559385" y="2539611"/>
                </a:moveTo>
                <a:lnTo>
                  <a:pt x="8561229" y="2542925"/>
                </a:lnTo>
                <a:lnTo>
                  <a:pt x="8561267" y="2542925"/>
                </a:lnTo>
                <a:lnTo>
                  <a:pt x="8986730" y="3310491"/>
                </a:lnTo>
                <a:lnTo>
                  <a:pt x="8980739" y="3313812"/>
                </a:lnTo>
                <a:lnTo>
                  <a:pt x="8553431" y="2542932"/>
                </a:lnTo>
                <a:lnTo>
                  <a:pt x="8553427" y="2542932"/>
                </a:lnTo>
                <a:lnTo>
                  <a:pt x="8553430" y="2542931"/>
                </a:lnTo>
                <a:lnTo>
                  <a:pt x="8553427" y="2542925"/>
                </a:lnTo>
                <a:lnTo>
                  <a:pt x="8553441" y="2542925"/>
                </a:lnTo>
                <a:close/>
                <a:moveTo>
                  <a:pt x="9050886" y="2539610"/>
                </a:moveTo>
                <a:lnTo>
                  <a:pt x="9052731" y="2542922"/>
                </a:lnTo>
                <a:lnTo>
                  <a:pt x="9052769" y="2542922"/>
                </a:lnTo>
                <a:lnTo>
                  <a:pt x="9478232" y="3310488"/>
                </a:lnTo>
                <a:lnTo>
                  <a:pt x="9472241" y="3313809"/>
                </a:lnTo>
                <a:lnTo>
                  <a:pt x="9044933" y="2542931"/>
                </a:lnTo>
                <a:lnTo>
                  <a:pt x="9044929" y="2542931"/>
                </a:lnTo>
                <a:lnTo>
                  <a:pt x="9044932" y="2542929"/>
                </a:lnTo>
                <a:lnTo>
                  <a:pt x="9044929" y="2542922"/>
                </a:lnTo>
                <a:lnTo>
                  <a:pt x="9044943" y="2542922"/>
                </a:lnTo>
                <a:close/>
                <a:moveTo>
                  <a:pt x="9542387" y="2539607"/>
                </a:moveTo>
                <a:lnTo>
                  <a:pt x="9544232" y="2542921"/>
                </a:lnTo>
                <a:lnTo>
                  <a:pt x="9544270" y="2542921"/>
                </a:lnTo>
                <a:lnTo>
                  <a:pt x="9969733" y="3310487"/>
                </a:lnTo>
                <a:lnTo>
                  <a:pt x="9963742" y="3313808"/>
                </a:lnTo>
                <a:lnTo>
                  <a:pt x="9536434" y="2542929"/>
                </a:lnTo>
                <a:lnTo>
                  <a:pt x="9536430" y="2542929"/>
                </a:lnTo>
                <a:lnTo>
                  <a:pt x="9536433" y="2542927"/>
                </a:lnTo>
                <a:lnTo>
                  <a:pt x="9536430" y="2542921"/>
                </a:lnTo>
                <a:lnTo>
                  <a:pt x="9536444" y="2542921"/>
                </a:lnTo>
                <a:close/>
                <a:moveTo>
                  <a:pt x="10033889" y="2539606"/>
                </a:moveTo>
                <a:lnTo>
                  <a:pt x="10035734" y="2542919"/>
                </a:lnTo>
                <a:lnTo>
                  <a:pt x="10035771" y="2542919"/>
                </a:lnTo>
                <a:lnTo>
                  <a:pt x="10461235" y="3310485"/>
                </a:lnTo>
                <a:lnTo>
                  <a:pt x="10455244" y="3313807"/>
                </a:lnTo>
                <a:lnTo>
                  <a:pt x="10027936" y="2542927"/>
                </a:lnTo>
                <a:lnTo>
                  <a:pt x="10027932" y="2542927"/>
                </a:lnTo>
                <a:lnTo>
                  <a:pt x="10027935" y="2542926"/>
                </a:lnTo>
                <a:lnTo>
                  <a:pt x="10027932" y="2542919"/>
                </a:lnTo>
                <a:lnTo>
                  <a:pt x="10027946" y="2542919"/>
                </a:lnTo>
                <a:close/>
                <a:moveTo>
                  <a:pt x="10525390" y="2539604"/>
                </a:moveTo>
                <a:lnTo>
                  <a:pt x="10527200" y="2542919"/>
                </a:lnTo>
                <a:lnTo>
                  <a:pt x="10527273" y="2542919"/>
                </a:lnTo>
                <a:lnTo>
                  <a:pt x="10952736" y="3310485"/>
                </a:lnTo>
                <a:lnTo>
                  <a:pt x="10946745" y="3313806"/>
                </a:lnTo>
                <a:lnTo>
                  <a:pt x="10519437" y="2542926"/>
                </a:lnTo>
                <a:lnTo>
                  <a:pt x="10519433" y="2542926"/>
                </a:lnTo>
                <a:lnTo>
                  <a:pt x="10519436" y="2542925"/>
                </a:lnTo>
                <a:lnTo>
                  <a:pt x="10519433" y="2542919"/>
                </a:lnTo>
                <a:lnTo>
                  <a:pt x="10519447" y="2542919"/>
                </a:lnTo>
                <a:close/>
                <a:moveTo>
                  <a:pt x="11016891" y="2539579"/>
                </a:moveTo>
                <a:lnTo>
                  <a:pt x="11018701" y="2542893"/>
                </a:lnTo>
                <a:lnTo>
                  <a:pt x="11018740" y="2542893"/>
                </a:lnTo>
                <a:lnTo>
                  <a:pt x="11444237" y="3310459"/>
                </a:lnTo>
                <a:lnTo>
                  <a:pt x="11438246" y="3313780"/>
                </a:lnTo>
                <a:lnTo>
                  <a:pt x="11010938" y="2542900"/>
                </a:lnTo>
                <a:lnTo>
                  <a:pt x="11010934" y="2542900"/>
                </a:lnTo>
                <a:lnTo>
                  <a:pt x="11010937" y="2542900"/>
                </a:lnTo>
                <a:lnTo>
                  <a:pt x="11010934" y="2542893"/>
                </a:lnTo>
                <a:lnTo>
                  <a:pt x="11010948" y="2542893"/>
                </a:lnTo>
                <a:close/>
                <a:moveTo>
                  <a:pt x="11508393" y="2539578"/>
                </a:moveTo>
                <a:lnTo>
                  <a:pt x="11510203" y="2542892"/>
                </a:lnTo>
                <a:lnTo>
                  <a:pt x="11510242" y="2542892"/>
                </a:lnTo>
                <a:lnTo>
                  <a:pt x="11935739" y="3310458"/>
                </a:lnTo>
                <a:lnTo>
                  <a:pt x="11929748" y="3313779"/>
                </a:lnTo>
                <a:lnTo>
                  <a:pt x="11502440" y="2542900"/>
                </a:lnTo>
                <a:lnTo>
                  <a:pt x="11502436" y="2542900"/>
                </a:lnTo>
                <a:lnTo>
                  <a:pt x="11502439" y="2542897"/>
                </a:lnTo>
                <a:lnTo>
                  <a:pt x="11502436" y="2542892"/>
                </a:lnTo>
                <a:lnTo>
                  <a:pt x="11502450" y="2542892"/>
                </a:lnTo>
                <a:close/>
                <a:moveTo>
                  <a:pt x="11999895" y="2539577"/>
                </a:moveTo>
                <a:lnTo>
                  <a:pt x="12001704" y="2542889"/>
                </a:lnTo>
                <a:lnTo>
                  <a:pt x="12001743" y="2542889"/>
                </a:lnTo>
                <a:lnTo>
                  <a:pt x="12192000" y="2886127"/>
                </a:lnTo>
                <a:lnTo>
                  <a:pt x="12192000" y="2900231"/>
                </a:lnTo>
                <a:lnTo>
                  <a:pt x="11993942" y="2542897"/>
                </a:lnTo>
                <a:lnTo>
                  <a:pt x="11993938" y="2542897"/>
                </a:lnTo>
                <a:lnTo>
                  <a:pt x="11993941" y="2542895"/>
                </a:lnTo>
                <a:lnTo>
                  <a:pt x="11993938" y="2542889"/>
                </a:lnTo>
                <a:lnTo>
                  <a:pt x="11993952" y="2542889"/>
                </a:lnTo>
                <a:close/>
                <a:moveTo>
                  <a:pt x="0" y="2170852"/>
                </a:moveTo>
                <a:lnTo>
                  <a:pt x="140283" y="2423921"/>
                </a:lnTo>
                <a:lnTo>
                  <a:pt x="134292" y="2427242"/>
                </a:lnTo>
                <a:lnTo>
                  <a:pt x="0" y="2184966"/>
                </a:lnTo>
                <a:close/>
                <a:moveTo>
                  <a:pt x="380013" y="2096400"/>
                </a:moveTo>
                <a:lnTo>
                  <a:pt x="386004" y="2099722"/>
                </a:lnTo>
                <a:lnTo>
                  <a:pt x="198478" y="2438056"/>
                </a:lnTo>
                <a:lnTo>
                  <a:pt x="198478" y="2438127"/>
                </a:lnTo>
                <a:lnTo>
                  <a:pt x="140317" y="2543056"/>
                </a:lnTo>
                <a:lnTo>
                  <a:pt x="140274" y="2543056"/>
                </a:lnTo>
                <a:lnTo>
                  <a:pt x="0" y="2796109"/>
                </a:lnTo>
                <a:lnTo>
                  <a:pt x="0" y="2781977"/>
                </a:lnTo>
                <a:lnTo>
                  <a:pt x="132439" y="2543050"/>
                </a:lnTo>
                <a:lnTo>
                  <a:pt x="132481" y="2543050"/>
                </a:lnTo>
                <a:lnTo>
                  <a:pt x="198478" y="2424025"/>
                </a:lnTo>
                <a:lnTo>
                  <a:pt x="198478" y="2423954"/>
                </a:lnTo>
                <a:close/>
                <a:moveTo>
                  <a:pt x="871497" y="2096399"/>
                </a:moveTo>
                <a:lnTo>
                  <a:pt x="877488" y="2099719"/>
                </a:lnTo>
                <a:lnTo>
                  <a:pt x="689960" y="2438053"/>
                </a:lnTo>
                <a:lnTo>
                  <a:pt x="689960" y="2438127"/>
                </a:lnTo>
                <a:lnTo>
                  <a:pt x="631798" y="2543056"/>
                </a:lnTo>
                <a:lnTo>
                  <a:pt x="631755" y="2543056"/>
                </a:lnTo>
                <a:lnTo>
                  <a:pt x="450186" y="2870600"/>
                </a:lnTo>
                <a:lnTo>
                  <a:pt x="444195" y="2867281"/>
                </a:lnTo>
                <a:lnTo>
                  <a:pt x="623919" y="2543047"/>
                </a:lnTo>
                <a:lnTo>
                  <a:pt x="623962" y="2543047"/>
                </a:lnTo>
                <a:lnTo>
                  <a:pt x="689959" y="2424024"/>
                </a:lnTo>
                <a:lnTo>
                  <a:pt x="689959" y="2423952"/>
                </a:lnTo>
                <a:close/>
                <a:moveTo>
                  <a:pt x="1362963" y="2096373"/>
                </a:moveTo>
                <a:lnTo>
                  <a:pt x="1368954" y="2099695"/>
                </a:lnTo>
                <a:lnTo>
                  <a:pt x="1181442" y="2438000"/>
                </a:lnTo>
                <a:lnTo>
                  <a:pt x="1181442" y="2438124"/>
                </a:lnTo>
                <a:lnTo>
                  <a:pt x="1123280" y="2543053"/>
                </a:lnTo>
                <a:lnTo>
                  <a:pt x="1123237" y="2543053"/>
                </a:lnTo>
                <a:lnTo>
                  <a:pt x="941669" y="2870599"/>
                </a:lnTo>
                <a:lnTo>
                  <a:pt x="935678" y="2867278"/>
                </a:lnTo>
                <a:lnTo>
                  <a:pt x="1115402" y="2543046"/>
                </a:lnTo>
                <a:lnTo>
                  <a:pt x="1115444" y="2543046"/>
                </a:lnTo>
                <a:lnTo>
                  <a:pt x="1181426" y="2424051"/>
                </a:lnTo>
                <a:lnTo>
                  <a:pt x="1181426" y="2423927"/>
                </a:lnTo>
                <a:close/>
                <a:moveTo>
                  <a:pt x="1854447" y="2096371"/>
                </a:moveTo>
                <a:lnTo>
                  <a:pt x="1860438" y="2099692"/>
                </a:lnTo>
                <a:lnTo>
                  <a:pt x="1672909" y="2437965"/>
                </a:lnTo>
                <a:lnTo>
                  <a:pt x="1672909" y="2438098"/>
                </a:lnTo>
                <a:lnTo>
                  <a:pt x="1614748" y="2543027"/>
                </a:lnTo>
                <a:lnTo>
                  <a:pt x="1614704" y="2543027"/>
                </a:lnTo>
                <a:lnTo>
                  <a:pt x="1433137" y="2870573"/>
                </a:lnTo>
                <a:lnTo>
                  <a:pt x="1427146" y="2867254"/>
                </a:lnTo>
                <a:lnTo>
                  <a:pt x="1606870" y="2543020"/>
                </a:lnTo>
                <a:lnTo>
                  <a:pt x="1606912" y="2543020"/>
                </a:lnTo>
                <a:lnTo>
                  <a:pt x="1672875" y="2424058"/>
                </a:lnTo>
                <a:lnTo>
                  <a:pt x="1672875" y="2423924"/>
                </a:lnTo>
                <a:close/>
                <a:moveTo>
                  <a:pt x="2346051" y="2096370"/>
                </a:moveTo>
                <a:lnTo>
                  <a:pt x="2352039" y="2099691"/>
                </a:lnTo>
                <a:lnTo>
                  <a:pt x="2164445" y="2438025"/>
                </a:lnTo>
                <a:lnTo>
                  <a:pt x="2164445" y="2438097"/>
                </a:lnTo>
                <a:lnTo>
                  <a:pt x="2106333" y="2543026"/>
                </a:lnTo>
                <a:lnTo>
                  <a:pt x="2106249" y="2543026"/>
                </a:lnTo>
                <a:lnTo>
                  <a:pt x="1924620" y="2870572"/>
                </a:lnTo>
                <a:lnTo>
                  <a:pt x="1918630" y="2867251"/>
                </a:lnTo>
                <a:lnTo>
                  <a:pt x="2098450" y="2543019"/>
                </a:lnTo>
                <a:lnTo>
                  <a:pt x="2098484" y="2543019"/>
                </a:lnTo>
                <a:lnTo>
                  <a:pt x="2164441" y="2423995"/>
                </a:lnTo>
                <a:lnTo>
                  <a:pt x="2164441" y="2423923"/>
                </a:lnTo>
                <a:close/>
                <a:moveTo>
                  <a:pt x="2837522" y="2096368"/>
                </a:moveTo>
                <a:lnTo>
                  <a:pt x="2843513" y="2099690"/>
                </a:lnTo>
                <a:lnTo>
                  <a:pt x="2655995" y="2438023"/>
                </a:lnTo>
                <a:lnTo>
                  <a:pt x="2655995" y="2438095"/>
                </a:lnTo>
                <a:lnTo>
                  <a:pt x="2597864" y="2543024"/>
                </a:lnTo>
                <a:lnTo>
                  <a:pt x="2597786" y="2543024"/>
                </a:lnTo>
                <a:lnTo>
                  <a:pt x="2416218" y="2870570"/>
                </a:lnTo>
                <a:lnTo>
                  <a:pt x="2410228" y="2867250"/>
                </a:lnTo>
                <a:lnTo>
                  <a:pt x="2589984" y="2543017"/>
                </a:lnTo>
                <a:lnTo>
                  <a:pt x="2590028" y="2543017"/>
                </a:lnTo>
                <a:lnTo>
                  <a:pt x="2655994" y="2423993"/>
                </a:lnTo>
                <a:lnTo>
                  <a:pt x="2655994" y="2423921"/>
                </a:lnTo>
                <a:close/>
                <a:moveTo>
                  <a:pt x="3329076" y="2096367"/>
                </a:moveTo>
                <a:lnTo>
                  <a:pt x="3335062" y="2099689"/>
                </a:lnTo>
                <a:lnTo>
                  <a:pt x="3147432" y="2438023"/>
                </a:lnTo>
                <a:lnTo>
                  <a:pt x="3147432" y="2438095"/>
                </a:lnTo>
                <a:lnTo>
                  <a:pt x="3089262" y="2543024"/>
                </a:lnTo>
                <a:lnTo>
                  <a:pt x="3089218" y="2543024"/>
                </a:lnTo>
                <a:lnTo>
                  <a:pt x="2907689" y="2870569"/>
                </a:lnTo>
                <a:lnTo>
                  <a:pt x="2901703" y="2867248"/>
                </a:lnTo>
                <a:lnTo>
                  <a:pt x="3081436" y="2543017"/>
                </a:lnTo>
                <a:lnTo>
                  <a:pt x="3081483" y="2543017"/>
                </a:lnTo>
                <a:lnTo>
                  <a:pt x="3147432" y="2423992"/>
                </a:lnTo>
                <a:lnTo>
                  <a:pt x="3147432" y="2423921"/>
                </a:lnTo>
                <a:close/>
                <a:moveTo>
                  <a:pt x="3820518" y="2096341"/>
                </a:moveTo>
                <a:lnTo>
                  <a:pt x="3826477" y="2099663"/>
                </a:lnTo>
                <a:lnTo>
                  <a:pt x="3638960" y="2437965"/>
                </a:lnTo>
                <a:lnTo>
                  <a:pt x="3638960" y="2438092"/>
                </a:lnTo>
                <a:lnTo>
                  <a:pt x="3580790" y="2543022"/>
                </a:lnTo>
                <a:lnTo>
                  <a:pt x="3580749" y="2543022"/>
                </a:lnTo>
                <a:lnTo>
                  <a:pt x="3399229" y="2870567"/>
                </a:lnTo>
                <a:lnTo>
                  <a:pt x="3393241" y="2867248"/>
                </a:lnTo>
                <a:lnTo>
                  <a:pt x="3572949" y="2543014"/>
                </a:lnTo>
                <a:lnTo>
                  <a:pt x="3572995" y="2543014"/>
                </a:lnTo>
                <a:lnTo>
                  <a:pt x="3638942" y="2424021"/>
                </a:lnTo>
                <a:lnTo>
                  <a:pt x="3638942" y="2423895"/>
                </a:lnTo>
                <a:close/>
                <a:moveTo>
                  <a:pt x="4311965" y="2096340"/>
                </a:moveTo>
                <a:lnTo>
                  <a:pt x="4317958" y="2099660"/>
                </a:lnTo>
                <a:lnTo>
                  <a:pt x="4130431" y="2437994"/>
                </a:lnTo>
                <a:lnTo>
                  <a:pt x="4130431" y="2438068"/>
                </a:lnTo>
                <a:lnTo>
                  <a:pt x="4072268" y="2542997"/>
                </a:lnTo>
                <a:lnTo>
                  <a:pt x="4072227" y="2542997"/>
                </a:lnTo>
                <a:lnTo>
                  <a:pt x="3890700" y="2870541"/>
                </a:lnTo>
                <a:lnTo>
                  <a:pt x="3884710" y="2867222"/>
                </a:lnTo>
                <a:lnTo>
                  <a:pt x="4064391" y="2542988"/>
                </a:lnTo>
                <a:lnTo>
                  <a:pt x="4064470" y="2542988"/>
                </a:lnTo>
                <a:lnTo>
                  <a:pt x="4130431" y="2423966"/>
                </a:lnTo>
                <a:lnTo>
                  <a:pt x="4130431" y="2423892"/>
                </a:lnTo>
                <a:close/>
                <a:moveTo>
                  <a:pt x="4803496" y="2096338"/>
                </a:moveTo>
                <a:lnTo>
                  <a:pt x="4809465" y="2099659"/>
                </a:lnTo>
                <a:lnTo>
                  <a:pt x="4621952" y="2437993"/>
                </a:lnTo>
                <a:lnTo>
                  <a:pt x="4621952" y="2438065"/>
                </a:lnTo>
                <a:lnTo>
                  <a:pt x="4563786" y="2542994"/>
                </a:lnTo>
                <a:lnTo>
                  <a:pt x="4563742" y="2542994"/>
                </a:lnTo>
                <a:lnTo>
                  <a:pt x="4382149" y="2870540"/>
                </a:lnTo>
                <a:lnTo>
                  <a:pt x="4376191" y="2867221"/>
                </a:lnTo>
                <a:lnTo>
                  <a:pt x="4555901" y="2542987"/>
                </a:lnTo>
                <a:lnTo>
                  <a:pt x="4555945" y="2542987"/>
                </a:lnTo>
                <a:lnTo>
                  <a:pt x="4621952" y="2423963"/>
                </a:lnTo>
                <a:lnTo>
                  <a:pt x="4621952" y="2423891"/>
                </a:lnTo>
                <a:close/>
                <a:moveTo>
                  <a:pt x="5294915" y="2096336"/>
                </a:moveTo>
                <a:lnTo>
                  <a:pt x="5300895" y="2099657"/>
                </a:lnTo>
                <a:lnTo>
                  <a:pt x="5113467" y="2437991"/>
                </a:lnTo>
                <a:lnTo>
                  <a:pt x="5113467" y="2438064"/>
                </a:lnTo>
                <a:lnTo>
                  <a:pt x="5055270" y="2542993"/>
                </a:lnTo>
                <a:lnTo>
                  <a:pt x="5055229" y="2542993"/>
                </a:lnTo>
                <a:lnTo>
                  <a:pt x="4873690" y="2870538"/>
                </a:lnTo>
                <a:lnTo>
                  <a:pt x="4867696" y="2867218"/>
                </a:lnTo>
                <a:lnTo>
                  <a:pt x="5047394" y="2542985"/>
                </a:lnTo>
                <a:lnTo>
                  <a:pt x="5047432" y="2542985"/>
                </a:lnTo>
                <a:lnTo>
                  <a:pt x="5113467" y="2423962"/>
                </a:lnTo>
                <a:lnTo>
                  <a:pt x="5113467" y="2423889"/>
                </a:lnTo>
                <a:close/>
                <a:moveTo>
                  <a:pt x="5786451" y="2096335"/>
                </a:moveTo>
                <a:lnTo>
                  <a:pt x="5792445" y="2099657"/>
                </a:lnTo>
                <a:lnTo>
                  <a:pt x="5604932" y="2437990"/>
                </a:lnTo>
                <a:lnTo>
                  <a:pt x="5604932" y="2438062"/>
                </a:lnTo>
                <a:lnTo>
                  <a:pt x="5546815" y="2542991"/>
                </a:lnTo>
                <a:lnTo>
                  <a:pt x="5546772" y="2542991"/>
                </a:lnTo>
                <a:lnTo>
                  <a:pt x="5365237" y="2870538"/>
                </a:lnTo>
                <a:lnTo>
                  <a:pt x="5359239" y="2867217"/>
                </a:lnTo>
                <a:lnTo>
                  <a:pt x="5538880" y="2542984"/>
                </a:lnTo>
                <a:lnTo>
                  <a:pt x="5538924" y="2542984"/>
                </a:lnTo>
                <a:lnTo>
                  <a:pt x="5604919" y="2423960"/>
                </a:lnTo>
                <a:lnTo>
                  <a:pt x="5604919" y="2423888"/>
                </a:lnTo>
                <a:close/>
                <a:moveTo>
                  <a:pt x="6277499" y="2096309"/>
                </a:moveTo>
                <a:lnTo>
                  <a:pt x="6283490" y="2099631"/>
                </a:lnTo>
                <a:lnTo>
                  <a:pt x="6096000" y="2437940"/>
                </a:lnTo>
                <a:lnTo>
                  <a:pt x="6096000" y="2438062"/>
                </a:lnTo>
                <a:lnTo>
                  <a:pt x="6038190" y="2542991"/>
                </a:lnTo>
                <a:lnTo>
                  <a:pt x="6038160" y="2542991"/>
                </a:lnTo>
                <a:lnTo>
                  <a:pt x="5856629" y="2870535"/>
                </a:lnTo>
                <a:lnTo>
                  <a:pt x="5850635" y="2867216"/>
                </a:lnTo>
                <a:lnTo>
                  <a:pt x="6030360" y="2542983"/>
                </a:lnTo>
                <a:lnTo>
                  <a:pt x="6030403" y="2542983"/>
                </a:lnTo>
                <a:lnTo>
                  <a:pt x="6096000" y="2423982"/>
                </a:lnTo>
                <a:lnTo>
                  <a:pt x="6096000" y="2423862"/>
                </a:lnTo>
                <a:close/>
                <a:moveTo>
                  <a:pt x="6769000" y="2096308"/>
                </a:moveTo>
                <a:lnTo>
                  <a:pt x="6774991" y="2099630"/>
                </a:lnTo>
                <a:lnTo>
                  <a:pt x="6587456" y="2437965"/>
                </a:lnTo>
                <a:lnTo>
                  <a:pt x="6587456" y="2438036"/>
                </a:lnTo>
                <a:lnTo>
                  <a:pt x="6529292" y="2542965"/>
                </a:lnTo>
                <a:lnTo>
                  <a:pt x="6529254" y="2542965"/>
                </a:lnTo>
                <a:lnTo>
                  <a:pt x="6347679" y="2870511"/>
                </a:lnTo>
                <a:lnTo>
                  <a:pt x="6341688" y="2867190"/>
                </a:lnTo>
                <a:lnTo>
                  <a:pt x="6521418" y="2542958"/>
                </a:lnTo>
                <a:lnTo>
                  <a:pt x="6521456" y="2542958"/>
                </a:lnTo>
                <a:lnTo>
                  <a:pt x="6587456" y="2423931"/>
                </a:lnTo>
                <a:lnTo>
                  <a:pt x="6587456" y="2423862"/>
                </a:lnTo>
                <a:close/>
                <a:moveTo>
                  <a:pt x="7260501" y="2096306"/>
                </a:moveTo>
                <a:lnTo>
                  <a:pt x="7266492" y="2099627"/>
                </a:lnTo>
                <a:lnTo>
                  <a:pt x="7078957" y="2437964"/>
                </a:lnTo>
                <a:lnTo>
                  <a:pt x="7078957" y="2438033"/>
                </a:lnTo>
                <a:lnTo>
                  <a:pt x="7020793" y="2542962"/>
                </a:lnTo>
                <a:lnTo>
                  <a:pt x="7020755" y="2542962"/>
                </a:lnTo>
                <a:lnTo>
                  <a:pt x="6839180" y="2870508"/>
                </a:lnTo>
                <a:lnTo>
                  <a:pt x="6833189" y="2867189"/>
                </a:lnTo>
                <a:lnTo>
                  <a:pt x="7012919" y="2542955"/>
                </a:lnTo>
                <a:lnTo>
                  <a:pt x="7012957" y="2542955"/>
                </a:lnTo>
                <a:lnTo>
                  <a:pt x="7078957" y="2423929"/>
                </a:lnTo>
                <a:lnTo>
                  <a:pt x="7078957" y="2423859"/>
                </a:lnTo>
                <a:close/>
                <a:moveTo>
                  <a:pt x="7752003" y="2096305"/>
                </a:moveTo>
                <a:lnTo>
                  <a:pt x="7757994" y="2099626"/>
                </a:lnTo>
                <a:lnTo>
                  <a:pt x="7570425" y="2437960"/>
                </a:lnTo>
                <a:lnTo>
                  <a:pt x="7570425" y="2438032"/>
                </a:lnTo>
                <a:lnTo>
                  <a:pt x="7512295" y="2542961"/>
                </a:lnTo>
                <a:lnTo>
                  <a:pt x="7512257" y="2542961"/>
                </a:lnTo>
                <a:lnTo>
                  <a:pt x="7330682" y="2870507"/>
                </a:lnTo>
                <a:lnTo>
                  <a:pt x="7324691" y="2867186"/>
                </a:lnTo>
                <a:lnTo>
                  <a:pt x="7504421" y="2542954"/>
                </a:lnTo>
                <a:lnTo>
                  <a:pt x="7504459" y="2542954"/>
                </a:lnTo>
                <a:lnTo>
                  <a:pt x="7570424" y="2423929"/>
                </a:lnTo>
                <a:lnTo>
                  <a:pt x="7570424" y="2423858"/>
                </a:lnTo>
                <a:close/>
                <a:moveTo>
                  <a:pt x="8243505" y="2096303"/>
                </a:moveTo>
                <a:lnTo>
                  <a:pt x="8249496" y="2099625"/>
                </a:lnTo>
                <a:lnTo>
                  <a:pt x="8061927" y="2437958"/>
                </a:lnTo>
                <a:lnTo>
                  <a:pt x="8061927" y="2438030"/>
                </a:lnTo>
                <a:lnTo>
                  <a:pt x="8003797" y="2542959"/>
                </a:lnTo>
                <a:lnTo>
                  <a:pt x="8003723" y="2542959"/>
                </a:lnTo>
                <a:lnTo>
                  <a:pt x="7822183" y="2870505"/>
                </a:lnTo>
                <a:lnTo>
                  <a:pt x="7816192" y="2867185"/>
                </a:lnTo>
                <a:lnTo>
                  <a:pt x="7995922" y="2542952"/>
                </a:lnTo>
                <a:lnTo>
                  <a:pt x="7995961" y="2542952"/>
                </a:lnTo>
                <a:lnTo>
                  <a:pt x="8061926" y="2423928"/>
                </a:lnTo>
                <a:lnTo>
                  <a:pt x="8061926" y="2423856"/>
                </a:lnTo>
                <a:close/>
                <a:moveTo>
                  <a:pt x="8735006" y="2096278"/>
                </a:moveTo>
                <a:lnTo>
                  <a:pt x="8740997" y="2099599"/>
                </a:lnTo>
                <a:lnTo>
                  <a:pt x="8553427" y="2437935"/>
                </a:lnTo>
                <a:lnTo>
                  <a:pt x="8553427" y="2438030"/>
                </a:lnTo>
                <a:lnTo>
                  <a:pt x="8495263" y="2542958"/>
                </a:lnTo>
                <a:lnTo>
                  <a:pt x="8495225" y="2542958"/>
                </a:lnTo>
                <a:lnTo>
                  <a:pt x="8313685" y="2870504"/>
                </a:lnTo>
                <a:lnTo>
                  <a:pt x="8307694" y="2867183"/>
                </a:lnTo>
                <a:lnTo>
                  <a:pt x="8487424" y="2542952"/>
                </a:lnTo>
                <a:lnTo>
                  <a:pt x="8487462" y="2542952"/>
                </a:lnTo>
                <a:lnTo>
                  <a:pt x="8553427" y="2423924"/>
                </a:lnTo>
                <a:lnTo>
                  <a:pt x="8553427" y="2423831"/>
                </a:lnTo>
                <a:close/>
                <a:moveTo>
                  <a:pt x="9226508" y="2096276"/>
                </a:moveTo>
                <a:lnTo>
                  <a:pt x="9232499" y="2099598"/>
                </a:lnTo>
                <a:lnTo>
                  <a:pt x="9044929" y="2437933"/>
                </a:lnTo>
                <a:lnTo>
                  <a:pt x="9044929" y="2438004"/>
                </a:lnTo>
                <a:lnTo>
                  <a:pt x="8986765" y="2542932"/>
                </a:lnTo>
                <a:lnTo>
                  <a:pt x="8986726" y="2542932"/>
                </a:lnTo>
                <a:lnTo>
                  <a:pt x="8805186" y="2870479"/>
                </a:lnTo>
                <a:lnTo>
                  <a:pt x="8799195" y="2867158"/>
                </a:lnTo>
                <a:lnTo>
                  <a:pt x="8978925" y="2542926"/>
                </a:lnTo>
                <a:lnTo>
                  <a:pt x="8978963" y="2542926"/>
                </a:lnTo>
                <a:lnTo>
                  <a:pt x="9044929" y="2423900"/>
                </a:lnTo>
                <a:lnTo>
                  <a:pt x="9044929" y="2423830"/>
                </a:lnTo>
                <a:close/>
                <a:moveTo>
                  <a:pt x="9718009" y="2096275"/>
                </a:moveTo>
                <a:lnTo>
                  <a:pt x="9723965" y="2099595"/>
                </a:lnTo>
                <a:lnTo>
                  <a:pt x="9536431" y="2437929"/>
                </a:lnTo>
                <a:lnTo>
                  <a:pt x="9536431" y="2438003"/>
                </a:lnTo>
                <a:lnTo>
                  <a:pt x="9478267" y="2542932"/>
                </a:lnTo>
                <a:lnTo>
                  <a:pt x="9478227" y="2542932"/>
                </a:lnTo>
                <a:lnTo>
                  <a:pt x="9296687" y="2870476"/>
                </a:lnTo>
                <a:lnTo>
                  <a:pt x="9290696" y="2867157"/>
                </a:lnTo>
                <a:lnTo>
                  <a:pt x="9470426" y="2542923"/>
                </a:lnTo>
                <a:lnTo>
                  <a:pt x="9470465" y="2542923"/>
                </a:lnTo>
                <a:lnTo>
                  <a:pt x="9536430" y="2423901"/>
                </a:lnTo>
                <a:lnTo>
                  <a:pt x="9536430" y="2423827"/>
                </a:lnTo>
                <a:close/>
                <a:moveTo>
                  <a:pt x="10209476" y="2096273"/>
                </a:moveTo>
                <a:lnTo>
                  <a:pt x="10215467" y="2099594"/>
                </a:lnTo>
                <a:lnTo>
                  <a:pt x="10027932" y="2437931"/>
                </a:lnTo>
                <a:lnTo>
                  <a:pt x="10027932" y="2438000"/>
                </a:lnTo>
                <a:lnTo>
                  <a:pt x="9969768" y="2542929"/>
                </a:lnTo>
                <a:lnTo>
                  <a:pt x="9969729" y="2542929"/>
                </a:lnTo>
                <a:lnTo>
                  <a:pt x="9788189" y="2870475"/>
                </a:lnTo>
                <a:lnTo>
                  <a:pt x="9782198" y="2867156"/>
                </a:lnTo>
                <a:lnTo>
                  <a:pt x="9961894" y="2542922"/>
                </a:lnTo>
                <a:lnTo>
                  <a:pt x="9961966" y="2542922"/>
                </a:lnTo>
                <a:lnTo>
                  <a:pt x="10027932" y="2423896"/>
                </a:lnTo>
                <a:lnTo>
                  <a:pt x="10027932" y="2423826"/>
                </a:lnTo>
                <a:close/>
                <a:moveTo>
                  <a:pt x="10700977" y="2096271"/>
                </a:moveTo>
                <a:lnTo>
                  <a:pt x="10706968" y="2099592"/>
                </a:lnTo>
                <a:lnTo>
                  <a:pt x="10519433" y="2437928"/>
                </a:lnTo>
                <a:lnTo>
                  <a:pt x="10519433" y="2437999"/>
                </a:lnTo>
                <a:lnTo>
                  <a:pt x="10461269" y="2542928"/>
                </a:lnTo>
                <a:lnTo>
                  <a:pt x="10461230" y="2542928"/>
                </a:lnTo>
                <a:lnTo>
                  <a:pt x="10279657" y="2870473"/>
                </a:lnTo>
                <a:lnTo>
                  <a:pt x="10273699" y="2867153"/>
                </a:lnTo>
                <a:lnTo>
                  <a:pt x="10453395" y="2542920"/>
                </a:lnTo>
                <a:lnTo>
                  <a:pt x="10453433" y="2542920"/>
                </a:lnTo>
                <a:lnTo>
                  <a:pt x="10519433" y="2423895"/>
                </a:lnTo>
                <a:lnTo>
                  <a:pt x="10519433" y="2423824"/>
                </a:lnTo>
                <a:close/>
                <a:moveTo>
                  <a:pt x="11192478" y="2096246"/>
                </a:moveTo>
                <a:lnTo>
                  <a:pt x="11198469" y="2099567"/>
                </a:lnTo>
                <a:lnTo>
                  <a:pt x="11010934" y="2437903"/>
                </a:lnTo>
                <a:lnTo>
                  <a:pt x="11010934" y="2437997"/>
                </a:lnTo>
                <a:lnTo>
                  <a:pt x="10952770" y="2542926"/>
                </a:lnTo>
                <a:lnTo>
                  <a:pt x="10952732" y="2542926"/>
                </a:lnTo>
                <a:lnTo>
                  <a:pt x="10771157" y="2870473"/>
                </a:lnTo>
                <a:lnTo>
                  <a:pt x="10765166" y="2867152"/>
                </a:lnTo>
                <a:lnTo>
                  <a:pt x="10944896" y="2542919"/>
                </a:lnTo>
                <a:lnTo>
                  <a:pt x="10944934" y="2542919"/>
                </a:lnTo>
                <a:lnTo>
                  <a:pt x="11010934" y="2423894"/>
                </a:lnTo>
                <a:lnTo>
                  <a:pt x="11010934" y="2423799"/>
                </a:lnTo>
                <a:close/>
                <a:moveTo>
                  <a:pt x="11683980" y="2096244"/>
                </a:moveTo>
                <a:lnTo>
                  <a:pt x="11689971" y="2099566"/>
                </a:lnTo>
                <a:lnTo>
                  <a:pt x="11502436" y="2437901"/>
                </a:lnTo>
                <a:lnTo>
                  <a:pt x="11502436" y="2437972"/>
                </a:lnTo>
                <a:lnTo>
                  <a:pt x="11444272" y="2542901"/>
                </a:lnTo>
                <a:lnTo>
                  <a:pt x="11444234" y="2542901"/>
                </a:lnTo>
                <a:lnTo>
                  <a:pt x="11262659" y="2870447"/>
                </a:lnTo>
                <a:lnTo>
                  <a:pt x="11256668" y="2867126"/>
                </a:lnTo>
                <a:lnTo>
                  <a:pt x="11436398" y="2542893"/>
                </a:lnTo>
                <a:lnTo>
                  <a:pt x="11436436" y="2542893"/>
                </a:lnTo>
                <a:lnTo>
                  <a:pt x="11502436" y="2423869"/>
                </a:lnTo>
                <a:lnTo>
                  <a:pt x="11502436" y="2423797"/>
                </a:lnTo>
                <a:close/>
                <a:moveTo>
                  <a:pt x="12175482" y="2096243"/>
                </a:moveTo>
                <a:lnTo>
                  <a:pt x="12181473" y="2099565"/>
                </a:lnTo>
                <a:lnTo>
                  <a:pt x="11993938" y="2437900"/>
                </a:lnTo>
                <a:lnTo>
                  <a:pt x="11993938" y="2437971"/>
                </a:lnTo>
                <a:lnTo>
                  <a:pt x="11935773" y="2542900"/>
                </a:lnTo>
                <a:lnTo>
                  <a:pt x="11935736" y="2542900"/>
                </a:lnTo>
                <a:lnTo>
                  <a:pt x="11754161" y="2870446"/>
                </a:lnTo>
                <a:lnTo>
                  <a:pt x="11748170" y="2867125"/>
                </a:lnTo>
                <a:lnTo>
                  <a:pt x="11927900" y="2542893"/>
                </a:lnTo>
                <a:lnTo>
                  <a:pt x="11927938" y="2542893"/>
                </a:lnTo>
                <a:lnTo>
                  <a:pt x="11993938" y="2423866"/>
                </a:lnTo>
                <a:lnTo>
                  <a:pt x="11993938" y="2423797"/>
                </a:lnTo>
                <a:close/>
                <a:moveTo>
                  <a:pt x="204440" y="1653039"/>
                </a:moveTo>
                <a:lnTo>
                  <a:pt x="206249" y="1656352"/>
                </a:lnTo>
                <a:lnTo>
                  <a:pt x="206282" y="1656352"/>
                </a:lnTo>
                <a:lnTo>
                  <a:pt x="631763" y="2423918"/>
                </a:lnTo>
                <a:lnTo>
                  <a:pt x="625773" y="2427239"/>
                </a:lnTo>
                <a:lnTo>
                  <a:pt x="198477" y="1656352"/>
                </a:lnTo>
                <a:lnTo>
                  <a:pt x="198496" y="1656352"/>
                </a:lnTo>
                <a:close/>
                <a:moveTo>
                  <a:pt x="695920" y="1653037"/>
                </a:moveTo>
                <a:lnTo>
                  <a:pt x="697730" y="1656351"/>
                </a:lnTo>
                <a:lnTo>
                  <a:pt x="697763" y="1656351"/>
                </a:lnTo>
                <a:lnTo>
                  <a:pt x="1123211" y="2423917"/>
                </a:lnTo>
                <a:lnTo>
                  <a:pt x="1117220" y="2427238"/>
                </a:lnTo>
                <a:lnTo>
                  <a:pt x="689958" y="1656351"/>
                </a:lnTo>
                <a:lnTo>
                  <a:pt x="689977" y="1656351"/>
                </a:lnTo>
                <a:close/>
                <a:moveTo>
                  <a:pt x="1187386" y="1653013"/>
                </a:moveTo>
                <a:lnTo>
                  <a:pt x="1189196" y="1656325"/>
                </a:lnTo>
                <a:lnTo>
                  <a:pt x="1189230" y="1656325"/>
                </a:lnTo>
                <a:lnTo>
                  <a:pt x="1614679" y="2423891"/>
                </a:lnTo>
                <a:lnTo>
                  <a:pt x="1608688" y="2427212"/>
                </a:lnTo>
                <a:lnTo>
                  <a:pt x="1181425" y="1656325"/>
                </a:lnTo>
                <a:lnTo>
                  <a:pt x="1181443" y="1656325"/>
                </a:lnTo>
                <a:close/>
                <a:moveTo>
                  <a:pt x="1678836" y="1653010"/>
                </a:moveTo>
                <a:lnTo>
                  <a:pt x="1680681" y="1656324"/>
                </a:lnTo>
                <a:lnTo>
                  <a:pt x="1680714" y="1656324"/>
                </a:lnTo>
                <a:lnTo>
                  <a:pt x="2106263" y="2423890"/>
                </a:lnTo>
                <a:lnTo>
                  <a:pt x="2100272" y="2427211"/>
                </a:lnTo>
                <a:lnTo>
                  <a:pt x="1672875" y="1656324"/>
                </a:lnTo>
                <a:lnTo>
                  <a:pt x="1672892" y="1656324"/>
                </a:lnTo>
                <a:close/>
                <a:moveTo>
                  <a:pt x="2170402" y="1653009"/>
                </a:moveTo>
                <a:lnTo>
                  <a:pt x="2172251" y="1656322"/>
                </a:lnTo>
                <a:lnTo>
                  <a:pt x="2172279" y="1656322"/>
                </a:lnTo>
                <a:lnTo>
                  <a:pt x="2597796" y="2423888"/>
                </a:lnTo>
                <a:lnTo>
                  <a:pt x="2591804" y="2427210"/>
                </a:lnTo>
                <a:lnTo>
                  <a:pt x="2164441" y="1656322"/>
                </a:lnTo>
                <a:lnTo>
                  <a:pt x="2164460" y="1656322"/>
                </a:lnTo>
                <a:close/>
                <a:moveTo>
                  <a:pt x="2661956" y="1653007"/>
                </a:moveTo>
                <a:lnTo>
                  <a:pt x="2663798" y="1656322"/>
                </a:lnTo>
                <a:lnTo>
                  <a:pt x="2663831" y="1656322"/>
                </a:lnTo>
                <a:lnTo>
                  <a:pt x="3089228" y="2423888"/>
                </a:lnTo>
                <a:lnTo>
                  <a:pt x="3083257" y="2427207"/>
                </a:lnTo>
                <a:lnTo>
                  <a:pt x="2655994" y="1656322"/>
                </a:lnTo>
                <a:lnTo>
                  <a:pt x="2656013" y="1656322"/>
                </a:lnTo>
                <a:close/>
                <a:moveTo>
                  <a:pt x="3153394" y="1653006"/>
                </a:moveTo>
                <a:lnTo>
                  <a:pt x="3155238" y="1656319"/>
                </a:lnTo>
                <a:lnTo>
                  <a:pt x="3155270" y="1656319"/>
                </a:lnTo>
                <a:lnTo>
                  <a:pt x="3580757" y="2423885"/>
                </a:lnTo>
                <a:lnTo>
                  <a:pt x="3574769" y="2427206"/>
                </a:lnTo>
                <a:lnTo>
                  <a:pt x="3147432" y="1656319"/>
                </a:lnTo>
                <a:lnTo>
                  <a:pt x="3147454" y="1656319"/>
                </a:lnTo>
                <a:close/>
                <a:moveTo>
                  <a:pt x="3644899" y="1652980"/>
                </a:moveTo>
                <a:lnTo>
                  <a:pt x="3646744" y="1656294"/>
                </a:lnTo>
                <a:lnTo>
                  <a:pt x="3646775" y="1656294"/>
                </a:lnTo>
                <a:lnTo>
                  <a:pt x="4072234" y="2423859"/>
                </a:lnTo>
                <a:lnTo>
                  <a:pt x="4066244" y="2427181"/>
                </a:lnTo>
                <a:lnTo>
                  <a:pt x="3638940" y="1656294"/>
                </a:lnTo>
                <a:lnTo>
                  <a:pt x="3638960" y="1656294"/>
                </a:lnTo>
                <a:close/>
                <a:moveTo>
                  <a:pt x="4136401" y="1652979"/>
                </a:moveTo>
                <a:lnTo>
                  <a:pt x="4138242" y="1656292"/>
                </a:lnTo>
                <a:lnTo>
                  <a:pt x="4138276" y="1656292"/>
                </a:lnTo>
                <a:lnTo>
                  <a:pt x="4563748" y="2423858"/>
                </a:lnTo>
                <a:lnTo>
                  <a:pt x="4557755" y="2427179"/>
                </a:lnTo>
                <a:lnTo>
                  <a:pt x="4130431" y="1656292"/>
                </a:lnTo>
                <a:lnTo>
                  <a:pt x="4130450" y="1656292"/>
                </a:lnTo>
                <a:close/>
                <a:moveTo>
                  <a:pt x="4627915" y="1652977"/>
                </a:moveTo>
                <a:lnTo>
                  <a:pt x="4629761" y="1656290"/>
                </a:lnTo>
                <a:lnTo>
                  <a:pt x="4629790" y="1656290"/>
                </a:lnTo>
                <a:lnTo>
                  <a:pt x="5055232" y="2423856"/>
                </a:lnTo>
                <a:lnTo>
                  <a:pt x="5049244" y="2427178"/>
                </a:lnTo>
                <a:lnTo>
                  <a:pt x="4621952" y="1656290"/>
                </a:lnTo>
                <a:lnTo>
                  <a:pt x="4621971" y="1656290"/>
                </a:lnTo>
                <a:close/>
                <a:moveTo>
                  <a:pt x="5119458" y="1652975"/>
                </a:moveTo>
                <a:lnTo>
                  <a:pt x="5121255" y="1656289"/>
                </a:lnTo>
                <a:lnTo>
                  <a:pt x="5121326" y="1656289"/>
                </a:lnTo>
                <a:lnTo>
                  <a:pt x="5546779" y="2423856"/>
                </a:lnTo>
                <a:lnTo>
                  <a:pt x="5540745" y="2427177"/>
                </a:lnTo>
                <a:lnTo>
                  <a:pt x="5113467" y="1656289"/>
                </a:lnTo>
                <a:lnTo>
                  <a:pt x="5113485" y="1656289"/>
                </a:lnTo>
                <a:close/>
                <a:moveTo>
                  <a:pt x="5610861" y="1652974"/>
                </a:moveTo>
                <a:lnTo>
                  <a:pt x="5612679" y="1656287"/>
                </a:lnTo>
                <a:lnTo>
                  <a:pt x="5612718" y="1656287"/>
                </a:lnTo>
                <a:lnTo>
                  <a:pt x="6038160" y="2423853"/>
                </a:lnTo>
                <a:lnTo>
                  <a:pt x="6032197" y="2427174"/>
                </a:lnTo>
                <a:lnTo>
                  <a:pt x="5604919" y="1656287"/>
                </a:lnTo>
                <a:lnTo>
                  <a:pt x="5604939" y="1656287"/>
                </a:lnTo>
                <a:close/>
                <a:moveTo>
                  <a:pt x="6101912" y="1652949"/>
                </a:moveTo>
                <a:lnTo>
                  <a:pt x="6103722" y="1656263"/>
                </a:lnTo>
                <a:lnTo>
                  <a:pt x="6103761" y="1656263"/>
                </a:lnTo>
                <a:lnTo>
                  <a:pt x="6529258" y="2423829"/>
                </a:lnTo>
                <a:lnTo>
                  <a:pt x="6523267" y="2427149"/>
                </a:lnTo>
                <a:lnTo>
                  <a:pt x="6096000" y="1656263"/>
                </a:lnTo>
                <a:close/>
                <a:moveTo>
                  <a:pt x="6593413" y="1652948"/>
                </a:moveTo>
                <a:lnTo>
                  <a:pt x="6595222" y="1656260"/>
                </a:lnTo>
                <a:lnTo>
                  <a:pt x="6595261" y="1656260"/>
                </a:lnTo>
                <a:lnTo>
                  <a:pt x="7020724" y="2423826"/>
                </a:lnTo>
                <a:lnTo>
                  <a:pt x="7014733" y="2427147"/>
                </a:lnTo>
                <a:lnTo>
                  <a:pt x="6587460" y="1656268"/>
                </a:lnTo>
                <a:lnTo>
                  <a:pt x="6587456" y="1656268"/>
                </a:lnTo>
                <a:lnTo>
                  <a:pt x="6587459" y="1656266"/>
                </a:lnTo>
                <a:lnTo>
                  <a:pt x="6587456" y="1656260"/>
                </a:lnTo>
                <a:lnTo>
                  <a:pt x="6587469" y="1656260"/>
                </a:lnTo>
                <a:close/>
                <a:moveTo>
                  <a:pt x="7084914" y="1652945"/>
                </a:moveTo>
                <a:lnTo>
                  <a:pt x="7086724" y="1656259"/>
                </a:lnTo>
                <a:lnTo>
                  <a:pt x="7086763" y="1656259"/>
                </a:lnTo>
                <a:lnTo>
                  <a:pt x="7512226" y="2423825"/>
                </a:lnTo>
                <a:lnTo>
                  <a:pt x="7506235" y="2427146"/>
                </a:lnTo>
                <a:lnTo>
                  <a:pt x="7078961" y="1656266"/>
                </a:lnTo>
                <a:lnTo>
                  <a:pt x="7078957" y="1656266"/>
                </a:lnTo>
                <a:lnTo>
                  <a:pt x="7078960" y="1656264"/>
                </a:lnTo>
                <a:lnTo>
                  <a:pt x="7078957" y="1656259"/>
                </a:lnTo>
                <a:lnTo>
                  <a:pt x="7078970" y="1656259"/>
                </a:lnTo>
                <a:close/>
                <a:moveTo>
                  <a:pt x="7576381" y="1652944"/>
                </a:moveTo>
                <a:lnTo>
                  <a:pt x="7578226" y="1656257"/>
                </a:lnTo>
                <a:lnTo>
                  <a:pt x="7578264" y="1656257"/>
                </a:lnTo>
                <a:lnTo>
                  <a:pt x="8003727" y="2423823"/>
                </a:lnTo>
                <a:lnTo>
                  <a:pt x="7997736" y="2427145"/>
                </a:lnTo>
                <a:lnTo>
                  <a:pt x="7570428" y="1656265"/>
                </a:lnTo>
                <a:lnTo>
                  <a:pt x="7570424" y="1656265"/>
                </a:lnTo>
                <a:lnTo>
                  <a:pt x="7570427" y="1656263"/>
                </a:lnTo>
                <a:lnTo>
                  <a:pt x="7570424" y="1656257"/>
                </a:lnTo>
                <a:lnTo>
                  <a:pt x="7570437" y="1656257"/>
                </a:lnTo>
                <a:close/>
                <a:moveTo>
                  <a:pt x="8067883" y="1652942"/>
                </a:moveTo>
                <a:lnTo>
                  <a:pt x="8069728" y="1656257"/>
                </a:lnTo>
                <a:lnTo>
                  <a:pt x="8069766" y="1656257"/>
                </a:lnTo>
                <a:lnTo>
                  <a:pt x="8495229" y="2423823"/>
                </a:lnTo>
                <a:lnTo>
                  <a:pt x="8489238" y="2427142"/>
                </a:lnTo>
                <a:lnTo>
                  <a:pt x="8061930" y="1656263"/>
                </a:lnTo>
                <a:lnTo>
                  <a:pt x="8061926" y="1656263"/>
                </a:lnTo>
                <a:lnTo>
                  <a:pt x="8061929" y="1656261"/>
                </a:lnTo>
                <a:lnTo>
                  <a:pt x="8061926" y="1656257"/>
                </a:lnTo>
                <a:lnTo>
                  <a:pt x="8061939" y="1656257"/>
                </a:lnTo>
                <a:close/>
                <a:moveTo>
                  <a:pt x="8559385" y="1652917"/>
                </a:moveTo>
                <a:lnTo>
                  <a:pt x="8561229" y="1656231"/>
                </a:lnTo>
                <a:lnTo>
                  <a:pt x="8561267" y="1656231"/>
                </a:lnTo>
                <a:lnTo>
                  <a:pt x="8986730" y="2423797"/>
                </a:lnTo>
                <a:lnTo>
                  <a:pt x="8980739" y="2427118"/>
                </a:lnTo>
                <a:lnTo>
                  <a:pt x="8553431" y="1656238"/>
                </a:lnTo>
                <a:lnTo>
                  <a:pt x="8553427" y="1656238"/>
                </a:lnTo>
                <a:lnTo>
                  <a:pt x="8553430" y="1656237"/>
                </a:lnTo>
                <a:lnTo>
                  <a:pt x="8553427" y="1656231"/>
                </a:lnTo>
                <a:lnTo>
                  <a:pt x="8553441" y="1656231"/>
                </a:lnTo>
                <a:close/>
                <a:moveTo>
                  <a:pt x="9050886" y="1652915"/>
                </a:moveTo>
                <a:lnTo>
                  <a:pt x="9052731" y="1656229"/>
                </a:lnTo>
                <a:lnTo>
                  <a:pt x="9052769" y="1656229"/>
                </a:lnTo>
                <a:lnTo>
                  <a:pt x="9478232" y="2423794"/>
                </a:lnTo>
                <a:lnTo>
                  <a:pt x="9472241" y="2427116"/>
                </a:lnTo>
                <a:lnTo>
                  <a:pt x="9044933" y="1656237"/>
                </a:lnTo>
                <a:lnTo>
                  <a:pt x="9044929" y="1656237"/>
                </a:lnTo>
                <a:lnTo>
                  <a:pt x="9044932" y="1656234"/>
                </a:lnTo>
                <a:lnTo>
                  <a:pt x="9044929" y="1656229"/>
                </a:lnTo>
                <a:lnTo>
                  <a:pt x="9044943" y="1656229"/>
                </a:lnTo>
                <a:close/>
                <a:moveTo>
                  <a:pt x="9542387" y="1652915"/>
                </a:moveTo>
                <a:lnTo>
                  <a:pt x="9544232" y="1656227"/>
                </a:lnTo>
                <a:lnTo>
                  <a:pt x="9544270" y="1656227"/>
                </a:lnTo>
                <a:lnTo>
                  <a:pt x="9969733" y="2423793"/>
                </a:lnTo>
                <a:lnTo>
                  <a:pt x="9963742" y="2427114"/>
                </a:lnTo>
                <a:lnTo>
                  <a:pt x="9536434" y="1656235"/>
                </a:lnTo>
                <a:lnTo>
                  <a:pt x="9536430" y="1656235"/>
                </a:lnTo>
                <a:lnTo>
                  <a:pt x="9536433" y="1656233"/>
                </a:lnTo>
                <a:lnTo>
                  <a:pt x="9536430" y="1656227"/>
                </a:lnTo>
                <a:lnTo>
                  <a:pt x="9536444" y="1656227"/>
                </a:lnTo>
                <a:close/>
                <a:moveTo>
                  <a:pt x="10033889" y="1652912"/>
                </a:moveTo>
                <a:lnTo>
                  <a:pt x="10035734" y="1656225"/>
                </a:lnTo>
                <a:lnTo>
                  <a:pt x="10035771" y="1656225"/>
                </a:lnTo>
                <a:lnTo>
                  <a:pt x="10461235" y="2423791"/>
                </a:lnTo>
                <a:lnTo>
                  <a:pt x="10455244" y="2427113"/>
                </a:lnTo>
                <a:lnTo>
                  <a:pt x="10027936" y="1656233"/>
                </a:lnTo>
                <a:lnTo>
                  <a:pt x="10027932" y="1656233"/>
                </a:lnTo>
                <a:lnTo>
                  <a:pt x="10027935" y="1656231"/>
                </a:lnTo>
                <a:lnTo>
                  <a:pt x="10027932" y="1656225"/>
                </a:lnTo>
                <a:lnTo>
                  <a:pt x="10027946" y="1656225"/>
                </a:lnTo>
                <a:close/>
                <a:moveTo>
                  <a:pt x="10525390" y="1652910"/>
                </a:moveTo>
                <a:lnTo>
                  <a:pt x="10527200" y="1656224"/>
                </a:lnTo>
                <a:lnTo>
                  <a:pt x="10527273" y="1656224"/>
                </a:lnTo>
                <a:lnTo>
                  <a:pt x="10952736" y="2423791"/>
                </a:lnTo>
                <a:lnTo>
                  <a:pt x="10946745" y="2427112"/>
                </a:lnTo>
                <a:lnTo>
                  <a:pt x="10519437" y="1656232"/>
                </a:lnTo>
                <a:lnTo>
                  <a:pt x="10519433" y="1656232"/>
                </a:lnTo>
                <a:lnTo>
                  <a:pt x="10519436" y="1656231"/>
                </a:lnTo>
                <a:lnTo>
                  <a:pt x="10519433" y="1656224"/>
                </a:lnTo>
                <a:lnTo>
                  <a:pt x="10519447" y="1656224"/>
                </a:lnTo>
                <a:close/>
                <a:moveTo>
                  <a:pt x="11016891" y="1652885"/>
                </a:moveTo>
                <a:lnTo>
                  <a:pt x="11018701" y="1656199"/>
                </a:lnTo>
                <a:lnTo>
                  <a:pt x="11018740" y="1656199"/>
                </a:lnTo>
                <a:lnTo>
                  <a:pt x="11444237" y="2423765"/>
                </a:lnTo>
                <a:lnTo>
                  <a:pt x="11438246" y="2427087"/>
                </a:lnTo>
                <a:lnTo>
                  <a:pt x="11010938" y="1656206"/>
                </a:lnTo>
                <a:lnTo>
                  <a:pt x="11010934" y="1656206"/>
                </a:lnTo>
                <a:lnTo>
                  <a:pt x="11010937" y="1656205"/>
                </a:lnTo>
                <a:lnTo>
                  <a:pt x="11010934" y="1656199"/>
                </a:lnTo>
                <a:lnTo>
                  <a:pt x="11010948" y="1656199"/>
                </a:lnTo>
                <a:close/>
                <a:moveTo>
                  <a:pt x="11508393" y="1652884"/>
                </a:moveTo>
                <a:lnTo>
                  <a:pt x="11510203" y="1656198"/>
                </a:lnTo>
                <a:lnTo>
                  <a:pt x="11510242" y="1656198"/>
                </a:lnTo>
                <a:lnTo>
                  <a:pt x="11935739" y="2423764"/>
                </a:lnTo>
                <a:lnTo>
                  <a:pt x="11929748" y="2427084"/>
                </a:lnTo>
                <a:lnTo>
                  <a:pt x="11502440" y="1656205"/>
                </a:lnTo>
                <a:lnTo>
                  <a:pt x="11502436" y="1656205"/>
                </a:lnTo>
                <a:lnTo>
                  <a:pt x="11502439" y="1656203"/>
                </a:lnTo>
                <a:lnTo>
                  <a:pt x="11502436" y="1656198"/>
                </a:lnTo>
                <a:lnTo>
                  <a:pt x="11502450" y="1656198"/>
                </a:lnTo>
                <a:close/>
                <a:moveTo>
                  <a:pt x="11999895" y="1652883"/>
                </a:moveTo>
                <a:lnTo>
                  <a:pt x="12001704" y="1656195"/>
                </a:lnTo>
                <a:lnTo>
                  <a:pt x="12001743" y="1656195"/>
                </a:lnTo>
                <a:lnTo>
                  <a:pt x="12192000" y="1999433"/>
                </a:lnTo>
                <a:lnTo>
                  <a:pt x="12192000" y="2013537"/>
                </a:lnTo>
                <a:lnTo>
                  <a:pt x="11993942" y="1656203"/>
                </a:lnTo>
                <a:lnTo>
                  <a:pt x="11993938" y="1656203"/>
                </a:lnTo>
                <a:lnTo>
                  <a:pt x="11993941" y="1656201"/>
                </a:lnTo>
                <a:lnTo>
                  <a:pt x="11993938" y="1656195"/>
                </a:lnTo>
                <a:lnTo>
                  <a:pt x="11993952" y="1656195"/>
                </a:lnTo>
                <a:close/>
                <a:moveTo>
                  <a:pt x="0" y="1284160"/>
                </a:moveTo>
                <a:lnTo>
                  <a:pt x="140288" y="1537226"/>
                </a:lnTo>
                <a:lnTo>
                  <a:pt x="134297" y="1540548"/>
                </a:lnTo>
                <a:lnTo>
                  <a:pt x="0" y="1298273"/>
                </a:lnTo>
                <a:close/>
                <a:moveTo>
                  <a:pt x="380019" y="1209707"/>
                </a:moveTo>
                <a:lnTo>
                  <a:pt x="386010" y="1213028"/>
                </a:lnTo>
                <a:lnTo>
                  <a:pt x="198484" y="1551362"/>
                </a:lnTo>
                <a:lnTo>
                  <a:pt x="198484" y="1551433"/>
                </a:lnTo>
                <a:lnTo>
                  <a:pt x="140323" y="1656362"/>
                </a:lnTo>
                <a:lnTo>
                  <a:pt x="140279" y="1656362"/>
                </a:lnTo>
                <a:lnTo>
                  <a:pt x="0" y="1909425"/>
                </a:lnTo>
                <a:lnTo>
                  <a:pt x="0" y="1895294"/>
                </a:lnTo>
                <a:lnTo>
                  <a:pt x="132444" y="1656355"/>
                </a:lnTo>
                <a:lnTo>
                  <a:pt x="132486" y="1656355"/>
                </a:lnTo>
                <a:lnTo>
                  <a:pt x="198483" y="1537331"/>
                </a:lnTo>
                <a:lnTo>
                  <a:pt x="198483" y="1537260"/>
                </a:lnTo>
                <a:close/>
                <a:moveTo>
                  <a:pt x="871502" y="1209705"/>
                </a:moveTo>
                <a:lnTo>
                  <a:pt x="877493" y="1213027"/>
                </a:lnTo>
                <a:lnTo>
                  <a:pt x="689965" y="1551361"/>
                </a:lnTo>
                <a:lnTo>
                  <a:pt x="689965" y="1551432"/>
                </a:lnTo>
                <a:lnTo>
                  <a:pt x="631803" y="1656361"/>
                </a:lnTo>
                <a:lnTo>
                  <a:pt x="631760" y="1656361"/>
                </a:lnTo>
                <a:lnTo>
                  <a:pt x="450192" y="1983906"/>
                </a:lnTo>
                <a:lnTo>
                  <a:pt x="444201" y="1980586"/>
                </a:lnTo>
                <a:lnTo>
                  <a:pt x="623925" y="1656353"/>
                </a:lnTo>
                <a:lnTo>
                  <a:pt x="623967" y="1656353"/>
                </a:lnTo>
                <a:lnTo>
                  <a:pt x="689964" y="1537330"/>
                </a:lnTo>
                <a:lnTo>
                  <a:pt x="689964" y="1537258"/>
                </a:lnTo>
                <a:close/>
                <a:moveTo>
                  <a:pt x="1362968" y="1209680"/>
                </a:moveTo>
                <a:lnTo>
                  <a:pt x="1368959" y="1213001"/>
                </a:lnTo>
                <a:lnTo>
                  <a:pt x="1181447" y="1551306"/>
                </a:lnTo>
                <a:lnTo>
                  <a:pt x="1181447" y="1551430"/>
                </a:lnTo>
                <a:lnTo>
                  <a:pt x="1123286" y="1656359"/>
                </a:lnTo>
                <a:lnTo>
                  <a:pt x="1123242" y="1656359"/>
                </a:lnTo>
                <a:lnTo>
                  <a:pt x="941675" y="1983904"/>
                </a:lnTo>
                <a:lnTo>
                  <a:pt x="935684" y="1980586"/>
                </a:lnTo>
                <a:lnTo>
                  <a:pt x="1115407" y="1656352"/>
                </a:lnTo>
                <a:lnTo>
                  <a:pt x="1115450" y="1656352"/>
                </a:lnTo>
                <a:lnTo>
                  <a:pt x="1181430" y="1537356"/>
                </a:lnTo>
                <a:lnTo>
                  <a:pt x="1181430" y="1537233"/>
                </a:lnTo>
                <a:close/>
                <a:moveTo>
                  <a:pt x="1854452" y="1209679"/>
                </a:moveTo>
                <a:lnTo>
                  <a:pt x="1860443" y="1212999"/>
                </a:lnTo>
                <a:lnTo>
                  <a:pt x="1672915" y="1551272"/>
                </a:lnTo>
                <a:lnTo>
                  <a:pt x="1672915" y="1551406"/>
                </a:lnTo>
                <a:lnTo>
                  <a:pt x="1614753" y="1656335"/>
                </a:lnTo>
                <a:lnTo>
                  <a:pt x="1614709" y="1656335"/>
                </a:lnTo>
                <a:lnTo>
                  <a:pt x="1433142" y="1983879"/>
                </a:lnTo>
                <a:lnTo>
                  <a:pt x="1427152" y="1980560"/>
                </a:lnTo>
                <a:lnTo>
                  <a:pt x="1606875" y="1656326"/>
                </a:lnTo>
                <a:lnTo>
                  <a:pt x="1606917" y="1656326"/>
                </a:lnTo>
                <a:lnTo>
                  <a:pt x="1672880" y="1537364"/>
                </a:lnTo>
                <a:lnTo>
                  <a:pt x="1672880" y="1537231"/>
                </a:lnTo>
                <a:close/>
                <a:moveTo>
                  <a:pt x="2346057" y="1209677"/>
                </a:moveTo>
                <a:lnTo>
                  <a:pt x="2352044" y="1212998"/>
                </a:lnTo>
                <a:lnTo>
                  <a:pt x="2164448" y="1551332"/>
                </a:lnTo>
                <a:lnTo>
                  <a:pt x="2164448" y="1551403"/>
                </a:lnTo>
                <a:lnTo>
                  <a:pt x="2106333" y="1656332"/>
                </a:lnTo>
                <a:lnTo>
                  <a:pt x="2106255" y="1656332"/>
                </a:lnTo>
                <a:lnTo>
                  <a:pt x="1924625" y="1983877"/>
                </a:lnTo>
                <a:lnTo>
                  <a:pt x="1918634" y="1980558"/>
                </a:lnTo>
                <a:lnTo>
                  <a:pt x="2098454" y="1656325"/>
                </a:lnTo>
                <a:lnTo>
                  <a:pt x="2098503" y="1656325"/>
                </a:lnTo>
                <a:lnTo>
                  <a:pt x="2164447" y="1537301"/>
                </a:lnTo>
                <a:lnTo>
                  <a:pt x="2164447" y="1537230"/>
                </a:lnTo>
                <a:close/>
                <a:moveTo>
                  <a:pt x="2837526" y="1209675"/>
                </a:moveTo>
                <a:lnTo>
                  <a:pt x="2843519" y="1212996"/>
                </a:lnTo>
                <a:lnTo>
                  <a:pt x="2656001" y="1551330"/>
                </a:lnTo>
                <a:lnTo>
                  <a:pt x="2656001" y="1551401"/>
                </a:lnTo>
                <a:lnTo>
                  <a:pt x="2597870" y="1656330"/>
                </a:lnTo>
                <a:lnTo>
                  <a:pt x="2597792" y="1656330"/>
                </a:lnTo>
                <a:lnTo>
                  <a:pt x="2416224" y="1983876"/>
                </a:lnTo>
                <a:lnTo>
                  <a:pt x="2410235" y="1980556"/>
                </a:lnTo>
                <a:lnTo>
                  <a:pt x="2589990" y="1656323"/>
                </a:lnTo>
                <a:lnTo>
                  <a:pt x="2590033" y="1656323"/>
                </a:lnTo>
                <a:lnTo>
                  <a:pt x="2656001" y="1537299"/>
                </a:lnTo>
                <a:lnTo>
                  <a:pt x="2656001" y="1537228"/>
                </a:lnTo>
                <a:close/>
                <a:moveTo>
                  <a:pt x="3329080" y="1209673"/>
                </a:moveTo>
                <a:lnTo>
                  <a:pt x="3335067" y="1212995"/>
                </a:lnTo>
                <a:lnTo>
                  <a:pt x="3147442" y="1551329"/>
                </a:lnTo>
                <a:lnTo>
                  <a:pt x="3147442" y="1551400"/>
                </a:lnTo>
                <a:lnTo>
                  <a:pt x="3089269" y="1656329"/>
                </a:lnTo>
                <a:lnTo>
                  <a:pt x="3089225" y="1656329"/>
                </a:lnTo>
                <a:lnTo>
                  <a:pt x="2907694" y="1983875"/>
                </a:lnTo>
                <a:lnTo>
                  <a:pt x="2901706" y="1980555"/>
                </a:lnTo>
                <a:lnTo>
                  <a:pt x="3081444" y="1656322"/>
                </a:lnTo>
                <a:lnTo>
                  <a:pt x="3081487" y="1656322"/>
                </a:lnTo>
                <a:lnTo>
                  <a:pt x="3147442" y="1537298"/>
                </a:lnTo>
                <a:lnTo>
                  <a:pt x="3147442" y="1537227"/>
                </a:lnTo>
                <a:close/>
                <a:moveTo>
                  <a:pt x="3820527" y="1209648"/>
                </a:moveTo>
                <a:lnTo>
                  <a:pt x="3826484" y="1212969"/>
                </a:lnTo>
                <a:lnTo>
                  <a:pt x="3638964" y="1551273"/>
                </a:lnTo>
                <a:lnTo>
                  <a:pt x="3638964" y="1551398"/>
                </a:lnTo>
                <a:lnTo>
                  <a:pt x="3580796" y="1656327"/>
                </a:lnTo>
                <a:lnTo>
                  <a:pt x="3580756" y="1656327"/>
                </a:lnTo>
                <a:lnTo>
                  <a:pt x="3399239" y="1983873"/>
                </a:lnTo>
                <a:lnTo>
                  <a:pt x="3393247" y="1980553"/>
                </a:lnTo>
                <a:lnTo>
                  <a:pt x="3572955" y="1656320"/>
                </a:lnTo>
                <a:lnTo>
                  <a:pt x="3573000" y="1656320"/>
                </a:lnTo>
                <a:lnTo>
                  <a:pt x="3638947" y="1537326"/>
                </a:lnTo>
                <a:lnTo>
                  <a:pt x="3638947" y="1537201"/>
                </a:lnTo>
                <a:close/>
                <a:moveTo>
                  <a:pt x="4311971" y="1209647"/>
                </a:moveTo>
                <a:lnTo>
                  <a:pt x="4317962" y="1212968"/>
                </a:lnTo>
                <a:lnTo>
                  <a:pt x="4130437" y="1551302"/>
                </a:lnTo>
                <a:lnTo>
                  <a:pt x="4130437" y="1551374"/>
                </a:lnTo>
                <a:lnTo>
                  <a:pt x="4072275" y="1656302"/>
                </a:lnTo>
                <a:lnTo>
                  <a:pt x="4072232" y="1656302"/>
                </a:lnTo>
                <a:lnTo>
                  <a:pt x="3890706" y="1983847"/>
                </a:lnTo>
                <a:lnTo>
                  <a:pt x="3884716" y="1980528"/>
                </a:lnTo>
                <a:lnTo>
                  <a:pt x="4064399" y="1656296"/>
                </a:lnTo>
                <a:lnTo>
                  <a:pt x="4064477" y="1656296"/>
                </a:lnTo>
                <a:lnTo>
                  <a:pt x="4130433" y="1537271"/>
                </a:lnTo>
                <a:lnTo>
                  <a:pt x="4130433" y="1537200"/>
                </a:lnTo>
                <a:close/>
                <a:moveTo>
                  <a:pt x="4803501" y="1209645"/>
                </a:moveTo>
                <a:lnTo>
                  <a:pt x="4809481" y="1212966"/>
                </a:lnTo>
                <a:lnTo>
                  <a:pt x="4621957" y="1551302"/>
                </a:lnTo>
                <a:lnTo>
                  <a:pt x="4621957" y="1551371"/>
                </a:lnTo>
                <a:lnTo>
                  <a:pt x="4563791" y="1656300"/>
                </a:lnTo>
                <a:lnTo>
                  <a:pt x="4563747" y="1656300"/>
                </a:lnTo>
                <a:lnTo>
                  <a:pt x="4382154" y="1983846"/>
                </a:lnTo>
                <a:lnTo>
                  <a:pt x="4376195" y="1980527"/>
                </a:lnTo>
                <a:lnTo>
                  <a:pt x="4555907" y="1656293"/>
                </a:lnTo>
                <a:lnTo>
                  <a:pt x="4555950" y="1656293"/>
                </a:lnTo>
                <a:lnTo>
                  <a:pt x="4621957" y="1537268"/>
                </a:lnTo>
                <a:lnTo>
                  <a:pt x="4621957" y="1537198"/>
                </a:lnTo>
                <a:close/>
                <a:moveTo>
                  <a:pt x="5294915" y="1209643"/>
                </a:moveTo>
                <a:lnTo>
                  <a:pt x="5300900" y="1212964"/>
                </a:lnTo>
                <a:lnTo>
                  <a:pt x="5113471" y="1551299"/>
                </a:lnTo>
                <a:lnTo>
                  <a:pt x="5113471" y="1551370"/>
                </a:lnTo>
                <a:lnTo>
                  <a:pt x="5055280" y="1656299"/>
                </a:lnTo>
                <a:lnTo>
                  <a:pt x="5055232" y="1656299"/>
                </a:lnTo>
                <a:lnTo>
                  <a:pt x="4873696" y="1983844"/>
                </a:lnTo>
                <a:lnTo>
                  <a:pt x="4867700" y="1980524"/>
                </a:lnTo>
                <a:lnTo>
                  <a:pt x="5047397" y="1656291"/>
                </a:lnTo>
                <a:lnTo>
                  <a:pt x="5047442" y="1656291"/>
                </a:lnTo>
                <a:lnTo>
                  <a:pt x="5113471" y="1537267"/>
                </a:lnTo>
                <a:lnTo>
                  <a:pt x="5113471" y="1537196"/>
                </a:lnTo>
                <a:close/>
                <a:moveTo>
                  <a:pt x="5786464" y="1209642"/>
                </a:moveTo>
                <a:lnTo>
                  <a:pt x="5792451" y="1212963"/>
                </a:lnTo>
                <a:lnTo>
                  <a:pt x="5604939" y="1551298"/>
                </a:lnTo>
                <a:lnTo>
                  <a:pt x="5604939" y="1551368"/>
                </a:lnTo>
                <a:lnTo>
                  <a:pt x="5546822" y="1656297"/>
                </a:lnTo>
                <a:lnTo>
                  <a:pt x="5546779" y="1656297"/>
                </a:lnTo>
                <a:lnTo>
                  <a:pt x="5365246" y="1983843"/>
                </a:lnTo>
                <a:lnTo>
                  <a:pt x="5359248" y="1980523"/>
                </a:lnTo>
                <a:lnTo>
                  <a:pt x="5538880" y="1656290"/>
                </a:lnTo>
                <a:lnTo>
                  <a:pt x="5538938" y="1656290"/>
                </a:lnTo>
                <a:lnTo>
                  <a:pt x="5604939" y="1537265"/>
                </a:lnTo>
                <a:lnTo>
                  <a:pt x="5604939" y="1537195"/>
                </a:lnTo>
                <a:close/>
                <a:moveTo>
                  <a:pt x="6277499" y="1209616"/>
                </a:moveTo>
                <a:lnTo>
                  <a:pt x="6283490" y="1212937"/>
                </a:lnTo>
                <a:lnTo>
                  <a:pt x="6096000" y="1551251"/>
                </a:lnTo>
                <a:lnTo>
                  <a:pt x="6096000" y="1551367"/>
                </a:lnTo>
                <a:lnTo>
                  <a:pt x="6038198" y="1656296"/>
                </a:lnTo>
                <a:lnTo>
                  <a:pt x="6038160" y="1656296"/>
                </a:lnTo>
                <a:lnTo>
                  <a:pt x="5856629" y="1983841"/>
                </a:lnTo>
                <a:lnTo>
                  <a:pt x="5850637" y="1980521"/>
                </a:lnTo>
                <a:lnTo>
                  <a:pt x="6030370" y="1656288"/>
                </a:lnTo>
                <a:lnTo>
                  <a:pt x="6030407" y="1656288"/>
                </a:lnTo>
                <a:lnTo>
                  <a:pt x="6096000" y="1537284"/>
                </a:lnTo>
                <a:lnTo>
                  <a:pt x="6096000" y="1537169"/>
                </a:lnTo>
                <a:close/>
                <a:moveTo>
                  <a:pt x="6769000" y="1209615"/>
                </a:moveTo>
                <a:lnTo>
                  <a:pt x="6774991" y="1212936"/>
                </a:lnTo>
                <a:lnTo>
                  <a:pt x="6587456" y="1551272"/>
                </a:lnTo>
                <a:lnTo>
                  <a:pt x="6587456" y="1551341"/>
                </a:lnTo>
                <a:lnTo>
                  <a:pt x="6529292" y="1656270"/>
                </a:lnTo>
                <a:lnTo>
                  <a:pt x="6529254" y="1656270"/>
                </a:lnTo>
                <a:lnTo>
                  <a:pt x="6347679" y="1983817"/>
                </a:lnTo>
                <a:lnTo>
                  <a:pt x="6341688" y="1980496"/>
                </a:lnTo>
                <a:lnTo>
                  <a:pt x="6521418" y="1656263"/>
                </a:lnTo>
                <a:lnTo>
                  <a:pt x="6521456" y="1656263"/>
                </a:lnTo>
                <a:lnTo>
                  <a:pt x="6587456" y="1537237"/>
                </a:lnTo>
                <a:lnTo>
                  <a:pt x="6587456" y="1537168"/>
                </a:lnTo>
                <a:close/>
                <a:moveTo>
                  <a:pt x="7260501" y="1209614"/>
                </a:moveTo>
                <a:lnTo>
                  <a:pt x="7266492" y="1212934"/>
                </a:lnTo>
                <a:lnTo>
                  <a:pt x="7078957" y="1551270"/>
                </a:lnTo>
                <a:lnTo>
                  <a:pt x="7078957" y="1551341"/>
                </a:lnTo>
                <a:lnTo>
                  <a:pt x="7020793" y="1656270"/>
                </a:lnTo>
                <a:lnTo>
                  <a:pt x="7020755" y="1656270"/>
                </a:lnTo>
                <a:lnTo>
                  <a:pt x="6839180" y="1983814"/>
                </a:lnTo>
                <a:lnTo>
                  <a:pt x="6833189" y="1980495"/>
                </a:lnTo>
                <a:lnTo>
                  <a:pt x="7012919" y="1656261"/>
                </a:lnTo>
                <a:lnTo>
                  <a:pt x="7012957" y="1656261"/>
                </a:lnTo>
                <a:lnTo>
                  <a:pt x="7078957" y="1537235"/>
                </a:lnTo>
                <a:lnTo>
                  <a:pt x="7078957" y="1537167"/>
                </a:lnTo>
                <a:close/>
                <a:moveTo>
                  <a:pt x="7752003" y="1209612"/>
                </a:moveTo>
                <a:lnTo>
                  <a:pt x="7757994" y="1212933"/>
                </a:lnTo>
                <a:lnTo>
                  <a:pt x="7570425" y="1551267"/>
                </a:lnTo>
                <a:lnTo>
                  <a:pt x="7570425" y="1551338"/>
                </a:lnTo>
                <a:lnTo>
                  <a:pt x="7512295" y="1656267"/>
                </a:lnTo>
                <a:lnTo>
                  <a:pt x="7512257" y="1656267"/>
                </a:lnTo>
                <a:lnTo>
                  <a:pt x="7330682" y="1983812"/>
                </a:lnTo>
                <a:lnTo>
                  <a:pt x="7324691" y="1980493"/>
                </a:lnTo>
                <a:lnTo>
                  <a:pt x="7504421" y="1656260"/>
                </a:lnTo>
                <a:lnTo>
                  <a:pt x="7504459" y="1656260"/>
                </a:lnTo>
                <a:lnTo>
                  <a:pt x="7570424" y="1537235"/>
                </a:lnTo>
                <a:lnTo>
                  <a:pt x="7570424" y="1537165"/>
                </a:lnTo>
                <a:close/>
                <a:moveTo>
                  <a:pt x="8243505" y="1209610"/>
                </a:moveTo>
                <a:lnTo>
                  <a:pt x="8249496" y="1212931"/>
                </a:lnTo>
                <a:lnTo>
                  <a:pt x="8061927" y="1551265"/>
                </a:lnTo>
                <a:lnTo>
                  <a:pt x="8061927" y="1551336"/>
                </a:lnTo>
                <a:lnTo>
                  <a:pt x="8003797" y="1656265"/>
                </a:lnTo>
                <a:lnTo>
                  <a:pt x="8003723" y="1656265"/>
                </a:lnTo>
                <a:lnTo>
                  <a:pt x="7822183" y="1983811"/>
                </a:lnTo>
                <a:lnTo>
                  <a:pt x="7816192" y="1980491"/>
                </a:lnTo>
                <a:lnTo>
                  <a:pt x="7995922" y="1656258"/>
                </a:lnTo>
                <a:lnTo>
                  <a:pt x="7995961" y="1656258"/>
                </a:lnTo>
                <a:lnTo>
                  <a:pt x="8061926" y="1537234"/>
                </a:lnTo>
                <a:lnTo>
                  <a:pt x="8061926" y="1537163"/>
                </a:lnTo>
                <a:close/>
                <a:moveTo>
                  <a:pt x="8735006" y="1209585"/>
                </a:moveTo>
                <a:lnTo>
                  <a:pt x="8740997" y="1212906"/>
                </a:lnTo>
                <a:lnTo>
                  <a:pt x="8553427" y="1551243"/>
                </a:lnTo>
                <a:lnTo>
                  <a:pt x="8553427" y="1551335"/>
                </a:lnTo>
                <a:lnTo>
                  <a:pt x="8495263" y="1656264"/>
                </a:lnTo>
                <a:lnTo>
                  <a:pt x="8495225" y="1656264"/>
                </a:lnTo>
                <a:lnTo>
                  <a:pt x="8313685" y="1983810"/>
                </a:lnTo>
                <a:lnTo>
                  <a:pt x="8307694" y="1980490"/>
                </a:lnTo>
                <a:lnTo>
                  <a:pt x="8487424" y="1656257"/>
                </a:lnTo>
                <a:lnTo>
                  <a:pt x="8487462" y="1656257"/>
                </a:lnTo>
                <a:lnTo>
                  <a:pt x="8553427" y="1537231"/>
                </a:lnTo>
                <a:lnTo>
                  <a:pt x="8553427" y="1537138"/>
                </a:lnTo>
                <a:close/>
                <a:moveTo>
                  <a:pt x="9226508" y="1209583"/>
                </a:moveTo>
                <a:lnTo>
                  <a:pt x="9232499" y="1212904"/>
                </a:lnTo>
                <a:lnTo>
                  <a:pt x="9044929" y="1551240"/>
                </a:lnTo>
                <a:lnTo>
                  <a:pt x="9044929" y="1551309"/>
                </a:lnTo>
                <a:lnTo>
                  <a:pt x="8986765" y="1656238"/>
                </a:lnTo>
                <a:lnTo>
                  <a:pt x="8986726" y="1656238"/>
                </a:lnTo>
                <a:lnTo>
                  <a:pt x="8805186" y="1983784"/>
                </a:lnTo>
                <a:lnTo>
                  <a:pt x="8799195" y="1980464"/>
                </a:lnTo>
                <a:lnTo>
                  <a:pt x="8978925" y="1656231"/>
                </a:lnTo>
                <a:lnTo>
                  <a:pt x="8978963" y="1656231"/>
                </a:lnTo>
                <a:lnTo>
                  <a:pt x="9044929" y="1537205"/>
                </a:lnTo>
                <a:lnTo>
                  <a:pt x="9044929" y="1537136"/>
                </a:lnTo>
                <a:close/>
                <a:moveTo>
                  <a:pt x="9718009" y="1209582"/>
                </a:moveTo>
                <a:lnTo>
                  <a:pt x="9723965" y="1212903"/>
                </a:lnTo>
                <a:lnTo>
                  <a:pt x="9536431" y="1551237"/>
                </a:lnTo>
                <a:lnTo>
                  <a:pt x="9536431" y="1551308"/>
                </a:lnTo>
                <a:lnTo>
                  <a:pt x="9478267" y="1656237"/>
                </a:lnTo>
                <a:lnTo>
                  <a:pt x="9478227" y="1656237"/>
                </a:lnTo>
                <a:lnTo>
                  <a:pt x="9296687" y="1983782"/>
                </a:lnTo>
                <a:lnTo>
                  <a:pt x="9290696" y="1980463"/>
                </a:lnTo>
                <a:lnTo>
                  <a:pt x="9470426" y="1656231"/>
                </a:lnTo>
                <a:lnTo>
                  <a:pt x="9470465" y="1656231"/>
                </a:lnTo>
                <a:lnTo>
                  <a:pt x="9536430" y="1537206"/>
                </a:lnTo>
                <a:lnTo>
                  <a:pt x="9536430" y="1537135"/>
                </a:lnTo>
                <a:close/>
                <a:moveTo>
                  <a:pt x="10209476" y="1209580"/>
                </a:moveTo>
                <a:lnTo>
                  <a:pt x="10215467" y="1212901"/>
                </a:lnTo>
                <a:lnTo>
                  <a:pt x="10027932" y="1551237"/>
                </a:lnTo>
                <a:lnTo>
                  <a:pt x="10027932" y="1551306"/>
                </a:lnTo>
                <a:lnTo>
                  <a:pt x="9969768" y="1656235"/>
                </a:lnTo>
                <a:lnTo>
                  <a:pt x="9969729" y="1656235"/>
                </a:lnTo>
                <a:lnTo>
                  <a:pt x="9788189" y="1983781"/>
                </a:lnTo>
                <a:lnTo>
                  <a:pt x="9782198" y="1980462"/>
                </a:lnTo>
                <a:lnTo>
                  <a:pt x="9961894" y="1656228"/>
                </a:lnTo>
                <a:lnTo>
                  <a:pt x="9961966" y="1656228"/>
                </a:lnTo>
                <a:lnTo>
                  <a:pt x="10027932" y="1537202"/>
                </a:lnTo>
                <a:lnTo>
                  <a:pt x="10027932" y="1537133"/>
                </a:lnTo>
                <a:close/>
                <a:moveTo>
                  <a:pt x="10700977" y="1209578"/>
                </a:moveTo>
                <a:lnTo>
                  <a:pt x="10706968" y="1212899"/>
                </a:lnTo>
                <a:lnTo>
                  <a:pt x="10519433" y="1551235"/>
                </a:lnTo>
                <a:lnTo>
                  <a:pt x="10519433" y="1551305"/>
                </a:lnTo>
                <a:lnTo>
                  <a:pt x="10461269" y="1656234"/>
                </a:lnTo>
                <a:lnTo>
                  <a:pt x="10461230" y="1656234"/>
                </a:lnTo>
                <a:lnTo>
                  <a:pt x="10279657" y="1983779"/>
                </a:lnTo>
                <a:lnTo>
                  <a:pt x="10273699" y="1980459"/>
                </a:lnTo>
                <a:lnTo>
                  <a:pt x="10453395" y="1656226"/>
                </a:lnTo>
                <a:lnTo>
                  <a:pt x="10453433" y="1656226"/>
                </a:lnTo>
                <a:lnTo>
                  <a:pt x="10519433" y="1537201"/>
                </a:lnTo>
                <a:lnTo>
                  <a:pt x="10519433" y="1537131"/>
                </a:lnTo>
                <a:close/>
                <a:moveTo>
                  <a:pt x="11192478" y="1209553"/>
                </a:moveTo>
                <a:lnTo>
                  <a:pt x="11198469" y="1212874"/>
                </a:lnTo>
                <a:lnTo>
                  <a:pt x="11010934" y="1551211"/>
                </a:lnTo>
                <a:lnTo>
                  <a:pt x="11010934" y="1551303"/>
                </a:lnTo>
                <a:lnTo>
                  <a:pt x="10952770" y="1656232"/>
                </a:lnTo>
                <a:lnTo>
                  <a:pt x="10952732" y="1656232"/>
                </a:lnTo>
                <a:lnTo>
                  <a:pt x="10771157" y="1983778"/>
                </a:lnTo>
                <a:lnTo>
                  <a:pt x="10765166" y="1980458"/>
                </a:lnTo>
                <a:lnTo>
                  <a:pt x="10944896" y="1656225"/>
                </a:lnTo>
                <a:lnTo>
                  <a:pt x="10944934" y="1656225"/>
                </a:lnTo>
                <a:lnTo>
                  <a:pt x="11010934" y="1537200"/>
                </a:lnTo>
                <a:lnTo>
                  <a:pt x="11010934" y="1537106"/>
                </a:lnTo>
                <a:close/>
                <a:moveTo>
                  <a:pt x="11683980" y="1209551"/>
                </a:moveTo>
                <a:lnTo>
                  <a:pt x="11689971" y="1212872"/>
                </a:lnTo>
                <a:lnTo>
                  <a:pt x="11502436" y="1551208"/>
                </a:lnTo>
                <a:lnTo>
                  <a:pt x="11502436" y="1551278"/>
                </a:lnTo>
                <a:lnTo>
                  <a:pt x="11444272" y="1656207"/>
                </a:lnTo>
                <a:lnTo>
                  <a:pt x="11444234" y="1656207"/>
                </a:lnTo>
                <a:lnTo>
                  <a:pt x="11262659" y="1983752"/>
                </a:lnTo>
                <a:lnTo>
                  <a:pt x="11256668" y="1980432"/>
                </a:lnTo>
                <a:lnTo>
                  <a:pt x="11436398" y="1656199"/>
                </a:lnTo>
                <a:lnTo>
                  <a:pt x="11436436" y="1656199"/>
                </a:lnTo>
                <a:lnTo>
                  <a:pt x="11502436" y="1537174"/>
                </a:lnTo>
                <a:lnTo>
                  <a:pt x="11502436" y="1537104"/>
                </a:lnTo>
                <a:close/>
                <a:moveTo>
                  <a:pt x="12175482" y="1209550"/>
                </a:moveTo>
                <a:lnTo>
                  <a:pt x="12181473" y="1212871"/>
                </a:lnTo>
                <a:lnTo>
                  <a:pt x="11993938" y="1551207"/>
                </a:lnTo>
                <a:lnTo>
                  <a:pt x="11993938" y="1551276"/>
                </a:lnTo>
                <a:lnTo>
                  <a:pt x="11935773" y="1656205"/>
                </a:lnTo>
                <a:lnTo>
                  <a:pt x="11935736" y="1656205"/>
                </a:lnTo>
                <a:lnTo>
                  <a:pt x="11754161" y="1983751"/>
                </a:lnTo>
                <a:lnTo>
                  <a:pt x="11748170" y="1980431"/>
                </a:lnTo>
                <a:lnTo>
                  <a:pt x="11927900" y="1656198"/>
                </a:lnTo>
                <a:lnTo>
                  <a:pt x="11927938" y="1656198"/>
                </a:lnTo>
                <a:lnTo>
                  <a:pt x="11993938" y="1537172"/>
                </a:lnTo>
                <a:lnTo>
                  <a:pt x="11993938" y="1537103"/>
                </a:lnTo>
                <a:close/>
                <a:moveTo>
                  <a:pt x="132450" y="769695"/>
                </a:moveTo>
                <a:lnTo>
                  <a:pt x="140289" y="769695"/>
                </a:lnTo>
                <a:lnTo>
                  <a:pt x="0" y="1022748"/>
                </a:lnTo>
                <a:lnTo>
                  <a:pt x="0" y="1008643"/>
                </a:lnTo>
                <a:close/>
                <a:moveTo>
                  <a:pt x="623930" y="769693"/>
                </a:moveTo>
                <a:lnTo>
                  <a:pt x="631770" y="769693"/>
                </a:lnTo>
                <a:lnTo>
                  <a:pt x="450197" y="1097212"/>
                </a:lnTo>
                <a:lnTo>
                  <a:pt x="444206" y="1093926"/>
                </a:lnTo>
                <a:close/>
                <a:moveTo>
                  <a:pt x="1115412" y="769693"/>
                </a:moveTo>
                <a:lnTo>
                  <a:pt x="1123251" y="769693"/>
                </a:lnTo>
                <a:lnTo>
                  <a:pt x="941680" y="1097210"/>
                </a:lnTo>
                <a:lnTo>
                  <a:pt x="935689" y="1093925"/>
                </a:lnTo>
                <a:close/>
                <a:moveTo>
                  <a:pt x="198483" y="769693"/>
                </a:moveTo>
                <a:lnTo>
                  <a:pt x="206288" y="769693"/>
                </a:lnTo>
                <a:lnTo>
                  <a:pt x="631769" y="1537224"/>
                </a:lnTo>
                <a:lnTo>
                  <a:pt x="625778" y="1540545"/>
                </a:lnTo>
                <a:close/>
                <a:moveTo>
                  <a:pt x="689964" y="769691"/>
                </a:moveTo>
                <a:lnTo>
                  <a:pt x="697769" y="769691"/>
                </a:lnTo>
                <a:lnTo>
                  <a:pt x="1123216" y="1537222"/>
                </a:lnTo>
                <a:lnTo>
                  <a:pt x="1117226" y="1540543"/>
                </a:lnTo>
                <a:close/>
                <a:moveTo>
                  <a:pt x="1606879" y="769666"/>
                </a:moveTo>
                <a:lnTo>
                  <a:pt x="1614718" y="769666"/>
                </a:lnTo>
                <a:lnTo>
                  <a:pt x="1433147" y="1097185"/>
                </a:lnTo>
                <a:lnTo>
                  <a:pt x="1427156" y="1093899"/>
                </a:lnTo>
                <a:close/>
                <a:moveTo>
                  <a:pt x="2098461" y="769665"/>
                </a:moveTo>
                <a:lnTo>
                  <a:pt x="2106269" y="769665"/>
                </a:lnTo>
                <a:lnTo>
                  <a:pt x="1924629" y="1097183"/>
                </a:lnTo>
                <a:lnTo>
                  <a:pt x="1918639" y="1093898"/>
                </a:lnTo>
                <a:close/>
                <a:moveTo>
                  <a:pt x="1181429" y="769665"/>
                </a:moveTo>
                <a:lnTo>
                  <a:pt x="1189236" y="769665"/>
                </a:lnTo>
                <a:lnTo>
                  <a:pt x="1614683" y="1537197"/>
                </a:lnTo>
                <a:lnTo>
                  <a:pt x="1608693" y="1540518"/>
                </a:lnTo>
                <a:close/>
                <a:moveTo>
                  <a:pt x="1672880" y="769664"/>
                </a:moveTo>
                <a:lnTo>
                  <a:pt x="1680719" y="769664"/>
                </a:lnTo>
                <a:lnTo>
                  <a:pt x="2106269" y="1537195"/>
                </a:lnTo>
                <a:lnTo>
                  <a:pt x="2100277" y="1540516"/>
                </a:lnTo>
                <a:close/>
                <a:moveTo>
                  <a:pt x="2589997" y="769663"/>
                </a:moveTo>
                <a:lnTo>
                  <a:pt x="2597803" y="769663"/>
                </a:lnTo>
                <a:lnTo>
                  <a:pt x="2416230" y="1097182"/>
                </a:lnTo>
                <a:lnTo>
                  <a:pt x="2410240" y="1093896"/>
                </a:lnTo>
                <a:close/>
                <a:moveTo>
                  <a:pt x="3081448" y="769662"/>
                </a:moveTo>
                <a:lnTo>
                  <a:pt x="3089235" y="769662"/>
                </a:lnTo>
                <a:lnTo>
                  <a:pt x="2907699" y="1097180"/>
                </a:lnTo>
                <a:lnTo>
                  <a:pt x="2901712" y="1093894"/>
                </a:lnTo>
                <a:close/>
                <a:moveTo>
                  <a:pt x="2164447" y="769662"/>
                </a:moveTo>
                <a:lnTo>
                  <a:pt x="2172286" y="769662"/>
                </a:lnTo>
                <a:lnTo>
                  <a:pt x="2597802" y="1537194"/>
                </a:lnTo>
                <a:lnTo>
                  <a:pt x="2591809" y="1540515"/>
                </a:lnTo>
                <a:close/>
                <a:moveTo>
                  <a:pt x="2656000" y="769661"/>
                </a:moveTo>
                <a:lnTo>
                  <a:pt x="2663837" y="769661"/>
                </a:lnTo>
                <a:lnTo>
                  <a:pt x="3089235" y="1537193"/>
                </a:lnTo>
                <a:lnTo>
                  <a:pt x="3083262" y="1540513"/>
                </a:lnTo>
                <a:close/>
                <a:moveTo>
                  <a:pt x="3572959" y="769660"/>
                </a:moveTo>
                <a:lnTo>
                  <a:pt x="3580764" y="769660"/>
                </a:lnTo>
                <a:lnTo>
                  <a:pt x="3399243" y="1097179"/>
                </a:lnTo>
                <a:lnTo>
                  <a:pt x="3393254" y="1093893"/>
                </a:lnTo>
                <a:close/>
                <a:moveTo>
                  <a:pt x="3147432" y="769659"/>
                </a:moveTo>
                <a:lnTo>
                  <a:pt x="3155277" y="769659"/>
                </a:lnTo>
                <a:lnTo>
                  <a:pt x="3580764" y="1537191"/>
                </a:lnTo>
                <a:lnTo>
                  <a:pt x="3574776" y="1540512"/>
                </a:lnTo>
                <a:close/>
                <a:moveTo>
                  <a:pt x="4064406" y="769635"/>
                </a:moveTo>
                <a:lnTo>
                  <a:pt x="4072239" y="769635"/>
                </a:lnTo>
                <a:lnTo>
                  <a:pt x="3890714" y="1097153"/>
                </a:lnTo>
                <a:lnTo>
                  <a:pt x="3884721" y="1093867"/>
                </a:lnTo>
                <a:close/>
                <a:moveTo>
                  <a:pt x="3638946" y="769634"/>
                </a:moveTo>
                <a:lnTo>
                  <a:pt x="3646782" y="769634"/>
                </a:lnTo>
                <a:lnTo>
                  <a:pt x="4072239" y="1537165"/>
                </a:lnTo>
                <a:lnTo>
                  <a:pt x="4066251" y="1540486"/>
                </a:lnTo>
                <a:close/>
                <a:moveTo>
                  <a:pt x="4555914" y="769633"/>
                </a:moveTo>
                <a:lnTo>
                  <a:pt x="4563757" y="769633"/>
                </a:lnTo>
                <a:lnTo>
                  <a:pt x="4382160" y="1097152"/>
                </a:lnTo>
                <a:lnTo>
                  <a:pt x="4376202" y="1093866"/>
                </a:lnTo>
                <a:close/>
                <a:moveTo>
                  <a:pt x="4130433" y="769632"/>
                </a:moveTo>
                <a:lnTo>
                  <a:pt x="4138281" y="769632"/>
                </a:lnTo>
                <a:lnTo>
                  <a:pt x="4563757" y="1537164"/>
                </a:lnTo>
                <a:lnTo>
                  <a:pt x="4557760" y="1540485"/>
                </a:lnTo>
                <a:close/>
                <a:moveTo>
                  <a:pt x="5047408" y="769631"/>
                </a:moveTo>
                <a:lnTo>
                  <a:pt x="5055240" y="769631"/>
                </a:lnTo>
                <a:lnTo>
                  <a:pt x="4873705" y="1097150"/>
                </a:lnTo>
                <a:lnTo>
                  <a:pt x="4867708" y="1093864"/>
                </a:lnTo>
                <a:close/>
                <a:moveTo>
                  <a:pt x="5538880" y="769630"/>
                </a:moveTo>
                <a:lnTo>
                  <a:pt x="5546786" y="769630"/>
                </a:lnTo>
                <a:lnTo>
                  <a:pt x="5365249" y="1097149"/>
                </a:lnTo>
                <a:lnTo>
                  <a:pt x="5359250" y="1093863"/>
                </a:lnTo>
                <a:close/>
                <a:moveTo>
                  <a:pt x="4621957" y="769630"/>
                </a:moveTo>
                <a:lnTo>
                  <a:pt x="4629796" y="769630"/>
                </a:lnTo>
                <a:lnTo>
                  <a:pt x="5055238" y="1537162"/>
                </a:lnTo>
                <a:lnTo>
                  <a:pt x="5049249" y="1540483"/>
                </a:lnTo>
                <a:close/>
                <a:moveTo>
                  <a:pt x="5113471" y="769629"/>
                </a:moveTo>
                <a:lnTo>
                  <a:pt x="5121330" y="769629"/>
                </a:lnTo>
                <a:lnTo>
                  <a:pt x="5546786" y="1537161"/>
                </a:lnTo>
                <a:lnTo>
                  <a:pt x="5540745" y="1540483"/>
                </a:lnTo>
                <a:close/>
                <a:moveTo>
                  <a:pt x="6030370" y="769628"/>
                </a:moveTo>
                <a:lnTo>
                  <a:pt x="6038160" y="769628"/>
                </a:lnTo>
                <a:lnTo>
                  <a:pt x="5856629" y="1097147"/>
                </a:lnTo>
                <a:lnTo>
                  <a:pt x="5850649" y="1093861"/>
                </a:lnTo>
                <a:close/>
                <a:moveTo>
                  <a:pt x="5604939" y="769627"/>
                </a:moveTo>
                <a:lnTo>
                  <a:pt x="5612718" y="769627"/>
                </a:lnTo>
                <a:lnTo>
                  <a:pt x="6038160" y="1537159"/>
                </a:lnTo>
                <a:lnTo>
                  <a:pt x="6032204" y="1540480"/>
                </a:lnTo>
                <a:close/>
                <a:moveTo>
                  <a:pt x="6521418" y="769603"/>
                </a:moveTo>
                <a:lnTo>
                  <a:pt x="6529258" y="769603"/>
                </a:lnTo>
                <a:lnTo>
                  <a:pt x="6347679" y="1097123"/>
                </a:lnTo>
                <a:lnTo>
                  <a:pt x="6341688" y="1093836"/>
                </a:lnTo>
                <a:close/>
                <a:moveTo>
                  <a:pt x="6096000" y="769602"/>
                </a:moveTo>
                <a:lnTo>
                  <a:pt x="6103761" y="769602"/>
                </a:lnTo>
                <a:lnTo>
                  <a:pt x="6529258" y="1537135"/>
                </a:lnTo>
                <a:lnTo>
                  <a:pt x="6523267" y="1540455"/>
                </a:lnTo>
                <a:close/>
                <a:moveTo>
                  <a:pt x="7012919" y="769601"/>
                </a:moveTo>
                <a:lnTo>
                  <a:pt x="7020759" y="769601"/>
                </a:lnTo>
                <a:lnTo>
                  <a:pt x="6839180" y="1097120"/>
                </a:lnTo>
                <a:lnTo>
                  <a:pt x="6833189" y="1093834"/>
                </a:lnTo>
                <a:close/>
                <a:moveTo>
                  <a:pt x="7504421" y="769600"/>
                </a:moveTo>
                <a:lnTo>
                  <a:pt x="7512261" y="769600"/>
                </a:lnTo>
                <a:lnTo>
                  <a:pt x="7330682" y="1097118"/>
                </a:lnTo>
                <a:lnTo>
                  <a:pt x="7324691" y="1093833"/>
                </a:lnTo>
                <a:close/>
                <a:moveTo>
                  <a:pt x="6587456" y="769600"/>
                </a:moveTo>
                <a:lnTo>
                  <a:pt x="6595261" y="769600"/>
                </a:lnTo>
                <a:lnTo>
                  <a:pt x="7020724" y="1537132"/>
                </a:lnTo>
                <a:lnTo>
                  <a:pt x="7014733" y="1540453"/>
                </a:lnTo>
                <a:close/>
                <a:moveTo>
                  <a:pt x="7078957" y="769599"/>
                </a:moveTo>
                <a:lnTo>
                  <a:pt x="7086763" y="769599"/>
                </a:lnTo>
                <a:lnTo>
                  <a:pt x="7512226" y="1537130"/>
                </a:lnTo>
                <a:lnTo>
                  <a:pt x="7506235" y="1540451"/>
                </a:lnTo>
                <a:close/>
                <a:moveTo>
                  <a:pt x="7995922" y="769598"/>
                </a:moveTo>
                <a:lnTo>
                  <a:pt x="8003727" y="769598"/>
                </a:lnTo>
                <a:lnTo>
                  <a:pt x="7822183" y="1097117"/>
                </a:lnTo>
                <a:lnTo>
                  <a:pt x="7816192" y="1093831"/>
                </a:lnTo>
                <a:close/>
                <a:moveTo>
                  <a:pt x="7570424" y="769597"/>
                </a:moveTo>
                <a:lnTo>
                  <a:pt x="7578264" y="769597"/>
                </a:lnTo>
                <a:lnTo>
                  <a:pt x="8003727" y="1537129"/>
                </a:lnTo>
                <a:lnTo>
                  <a:pt x="7997736" y="1540450"/>
                </a:lnTo>
                <a:close/>
                <a:moveTo>
                  <a:pt x="8487424" y="769596"/>
                </a:moveTo>
                <a:lnTo>
                  <a:pt x="8495229" y="769596"/>
                </a:lnTo>
                <a:lnTo>
                  <a:pt x="8313685" y="1097116"/>
                </a:lnTo>
                <a:lnTo>
                  <a:pt x="8307694" y="1093829"/>
                </a:lnTo>
                <a:close/>
                <a:moveTo>
                  <a:pt x="8061926" y="769596"/>
                </a:moveTo>
                <a:lnTo>
                  <a:pt x="8069766" y="769596"/>
                </a:lnTo>
                <a:lnTo>
                  <a:pt x="8495229" y="1537128"/>
                </a:lnTo>
                <a:lnTo>
                  <a:pt x="8489238" y="1540448"/>
                </a:lnTo>
                <a:close/>
                <a:moveTo>
                  <a:pt x="8978925" y="769571"/>
                </a:moveTo>
                <a:lnTo>
                  <a:pt x="8986730" y="769571"/>
                </a:lnTo>
                <a:lnTo>
                  <a:pt x="8805186" y="1097090"/>
                </a:lnTo>
                <a:lnTo>
                  <a:pt x="8799195" y="1093804"/>
                </a:lnTo>
                <a:close/>
                <a:moveTo>
                  <a:pt x="9470426" y="769570"/>
                </a:moveTo>
                <a:lnTo>
                  <a:pt x="9478231" y="769570"/>
                </a:lnTo>
                <a:lnTo>
                  <a:pt x="9296687" y="1097088"/>
                </a:lnTo>
                <a:lnTo>
                  <a:pt x="9290696" y="1093802"/>
                </a:lnTo>
                <a:close/>
                <a:moveTo>
                  <a:pt x="8553427" y="769570"/>
                </a:moveTo>
                <a:lnTo>
                  <a:pt x="8561267" y="769570"/>
                </a:lnTo>
                <a:lnTo>
                  <a:pt x="8986730" y="1537102"/>
                </a:lnTo>
                <a:lnTo>
                  <a:pt x="8980739" y="1540424"/>
                </a:lnTo>
                <a:close/>
                <a:moveTo>
                  <a:pt x="9044929" y="769569"/>
                </a:moveTo>
                <a:lnTo>
                  <a:pt x="9052769" y="769569"/>
                </a:lnTo>
                <a:lnTo>
                  <a:pt x="9478232" y="1537100"/>
                </a:lnTo>
                <a:lnTo>
                  <a:pt x="9472241" y="1540421"/>
                </a:lnTo>
                <a:close/>
                <a:moveTo>
                  <a:pt x="9961894" y="769568"/>
                </a:moveTo>
                <a:lnTo>
                  <a:pt x="9969733" y="769568"/>
                </a:lnTo>
                <a:lnTo>
                  <a:pt x="9788189" y="1097087"/>
                </a:lnTo>
                <a:lnTo>
                  <a:pt x="9782198" y="1093801"/>
                </a:lnTo>
                <a:close/>
                <a:moveTo>
                  <a:pt x="9536430" y="769567"/>
                </a:moveTo>
                <a:lnTo>
                  <a:pt x="9544270" y="769567"/>
                </a:lnTo>
                <a:lnTo>
                  <a:pt x="9969733" y="1537099"/>
                </a:lnTo>
                <a:lnTo>
                  <a:pt x="9963742" y="1540420"/>
                </a:lnTo>
                <a:close/>
                <a:moveTo>
                  <a:pt x="10453395" y="769566"/>
                </a:moveTo>
                <a:lnTo>
                  <a:pt x="10461234" y="769566"/>
                </a:lnTo>
                <a:lnTo>
                  <a:pt x="10279657" y="1097085"/>
                </a:lnTo>
                <a:lnTo>
                  <a:pt x="10273699" y="1093799"/>
                </a:lnTo>
                <a:close/>
                <a:moveTo>
                  <a:pt x="10944896" y="769565"/>
                </a:moveTo>
                <a:lnTo>
                  <a:pt x="10952736" y="769565"/>
                </a:lnTo>
                <a:lnTo>
                  <a:pt x="10771157" y="1097084"/>
                </a:lnTo>
                <a:lnTo>
                  <a:pt x="10765166" y="1093798"/>
                </a:lnTo>
                <a:close/>
                <a:moveTo>
                  <a:pt x="10027932" y="769565"/>
                </a:moveTo>
                <a:lnTo>
                  <a:pt x="10035771" y="769565"/>
                </a:lnTo>
                <a:lnTo>
                  <a:pt x="10461235" y="1537097"/>
                </a:lnTo>
                <a:lnTo>
                  <a:pt x="10455244" y="1540418"/>
                </a:lnTo>
                <a:close/>
                <a:moveTo>
                  <a:pt x="10519433" y="769564"/>
                </a:moveTo>
                <a:lnTo>
                  <a:pt x="10527273" y="769564"/>
                </a:lnTo>
                <a:lnTo>
                  <a:pt x="10952736" y="1537096"/>
                </a:lnTo>
                <a:lnTo>
                  <a:pt x="10946745" y="1540418"/>
                </a:lnTo>
                <a:close/>
                <a:moveTo>
                  <a:pt x="11436398" y="769539"/>
                </a:moveTo>
                <a:lnTo>
                  <a:pt x="11444238" y="769539"/>
                </a:lnTo>
                <a:lnTo>
                  <a:pt x="11262659" y="1097058"/>
                </a:lnTo>
                <a:lnTo>
                  <a:pt x="11256668" y="1093772"/>
                </a:lnTo>
                <a:close/>
                <a:moveTo>
                  <a:pt x="11927900" y="769538"/>
                </a:moveTo>
                <a:lnTo>
                  <a:pt x="11935740" y="769538"/>
                </a:lnTo>
                <a:lnTo>
                  <a:pt x="11754161" y="1097058"/>
                </a:lnTo>
                <a:lnTo>
                  <a:pt x="11748170" y="1093771"/>
                </a:lnTo>
                <a:close/>
                <a:moveTo>
                  <a:pt x="11010934" y="769538"/>
                </a:moveTo>
                <a:lnTo>
                  <a:pt x="11018740" y="769538"/>
                </a:lnTo>
                <a:lnTo>
                  <a:pt x="11444237" y="1537070"/>
                </a:lnTo>
                <a:lnTo>
                  <a:pt x="11438246" y="1540391"/>
                </a:lnTo>
                <a:close/>
                <a:moveTo>
                  <a:pt x="11502436" y="769537"/>
                </a:moveTo>
                <a:lnTo>
                  <a:pt x="11510242" y="769537"/>
                </a:lnTo>
                <a:lnTo>
                  <a:pt x="11935739" y="1537069"/>
                </a:lnTo>
                <a:lnTo>
                  <a:pt x="11929748" y="1540390"/>
                </a:lnTo>
                <a:close/>
                <a:moveTo>
                  <a:pt x="11993938" y="769535"/>
                </a:moveTo>
                <a:lnTo>
                  <a:pt x="12001743" y="769535"/>
                </a:lnTo>
                <a:lnTo>
                  <a:pt x="12192000" y="1112758"/>
                </a:lnTo>
                <a:lnTo>
                  <a:pt x="12192000" y="1126860"/>
                </a:lnTo>
                <a:close/>
                <a:moveTo>
                  <a:pt x="204445" y="766380"/>
                </a:moveTo>
                <a:lnTo>
                  <a:pt x="206259" y="769666"/>
                </a:lnTo>
                <a:lnTo>
                  <a:pt x="198488" y="769666"/>
                </a:lnTo>
                <a:close/>
                <a:moveTo>
                  <a:pt x="695926" y="766378"/>
                </a:moveTo>
                <a:lnTo>
                  <a:pt x="697740" y="769664"/>
                </a:lnTo>
                <a:lnTo>
                  <a:pt x="689969" y="769664"/>
                </a:lnTo>
                <a:close/>
                <a:moveTo>
                  <a:pt x="1187391" y="766353"/>
                </a:moveTo>
                <a:lnTo>
                  <a:pt x="1189205" y="769639"/>
                </a:lnTo>
                <a:lnTo>
                  <a:pt x="1181434" y="769639"/>
                </a:lnTo>
                <a:close/>
                <a:moveTo>
                  <a:pt x="1678841" y="766351"/>
                </a:moveTo>
                <a:lnTo>
                  <a:pt x="1680690" y="769637"/>
                </a:lnTo>
                <a:lnTo>
                  <a:pt x="1672884" y="769637"/>
                </a:lnTo>
                <a:close/>
                <a:moveTo>
                  <a:pt x="2170407" y="766350"/>
                </a:moveTo>
                <a:lnTo>
                  <a:pt x="2172258" y="769636"/>
                </a:lnTo>
                <a:lnTo>
                  <a:pt x="2164455" y="769636"/>
                </a:lnTo>
                <a:close/>
                <a:moveTo>
                  <a:pt x="2661962" y="766348"/>
                </a:moveTo>
                <a:lnTo>
                  <a:pt x="2663809" y="769634"/>
                </a:lnTo>
                <a:lnTo>
                  <a:pt x="2656006" y="769634"/>
                </a:lnTo>
                <a:close/>
                <a:moveTo>
                  <a:pt x="3153399" y="766346"/>
                </a:moveTo>
                <a:lnTo>
                  <a:pt x="3155254" y="769632"/>
                </a:lnTo>
                <a:lnTo>
                  <a:pt x="3147442" y="769632"/>
                </a:lnTo>
                <a:close/>
                <a:moveTo>
                  <a:pt x="3644908" y="766321"/>
                </a:moveTo>
                <a:lnTo>
                  <a:pt x="3646751" y="769607"/>
                </a:lnTo>
                <a:lnTo>
                  <a:pt x="3638952" y="769607"/>
                </a:lnTo>
                <a:close/>
                <a:moveTo>
                  <a:pt x="4136408" y="766320"/>
                </a:moveTo>
                <a:lnTo>
                  <a:pt x="4138251" y="769605"/>
                </a:lnTo>
                <a:lnTo>
                  <a:pt x="4130437" y="769605"/>
                </a:lnTo>
                <a:close/>
                <a:moveTo>
                  <a:pt x="4627920" y="766318"/>
                </a:moveTo>
                <a:lnTo>
                  <a:pt x="4629767" y="769604"/>
                </a:lnTo>
                <a:lnTo>
                  <a:pt x="4621962" y="769604"/>
                </a:lnTo>
                <a:close/>
                <a:moveTo>
                  <a:pt x="5119465" y="766316"/>
                </a:moveTo>
                <a:lnTo>
                  <a:pt x="5121270" y="769602"/>
                </a:lnTo>
                <a:lnTo>
                  <a:pt x="5113474" y="769602"/>
                </a:lnTo>
                <a:close/>
                <a:moveTo>
                  <a:pt x="5610865" y="766315"/>
                </a:moveTo>
                <a:lnTo>
                  <a:pt x="5612682" y="769601"/>
                </a:lnTo>
                <a:lnTo>
                  <a:pt x="5604939" y="769601"/>
                </a:lnTo>
                <a:close/>
                <a:moveTo>
                  <a:pt x="6101912" y="766289"/>
                </a:moveTo>
                <a:lnTo>
                  <a:pt x="6103726" y="769575"/>
                </a:lnTo>
                <a:lnTo>
                  <a:pt x="6096000" y="769575"/>
                </a:lnTo>
                <a:close/>
                <a:moveTo>
                  <a:pt x="6593413" y="766288"/>
                </a:moveTo>
                <a:lnTo>
                  <a:pt x="6595226" y="769574"/>
                </a:lnTo>
                <a:lnTo>
                  <a:pt x="6587456" y="769574"/>
                </a:lnTo>
                <a:close/>
                <a:moveTo>
                  <a:pt x="7084914" y="766286"/>
                </a:moveTo>
                <a:lnTo>
                  <a:pt x="7086728" y="769572"/>
                </a:lnTo>
                <a:lnTo>
                  <a:pt x="7078957" y="769572"/>
                </a:lnTo>
                <a:close/>
                <a:moveTo>
                  <a:pt x="7576381" y="766285"/>
                </a:moveTo>
                <a:lnTo>
                  <a:pt x="7578230" y="769570"/>
                </a:lnTo>
                <a:lnTo>
                  <a:pt x="7570424" y="769570"/>
                </a:lnTo>
                <a:close/>
                <a:moveTo>
                  <a:pt x="8067883" y="766283"/>
                </a:moveTo>
                <a:lnTo>
                  <a:pt x="8069732" y="769569"/>
                </a:lnTo>
                <a:lnTo>
                  <a:pt x="8061926" y="769569"/>
                </a:lnTo>
                <a:close/>
                <a:moveTo>
                  <a:pt x="8559385" y="766258"/>
                </a:moveTo>
                <a:lnTo>
                  <a:pt x="8561233" y="769544"/>
                </a:lnTo>
                <a:lnTo>
                  <a:pt x="8553427" y="769544"/>
                </a:lnTo>
                <a:close/>
                <a:moveTo>
                  <a:pt x="9050886" y="766256"/>
                </a:moveTo>
                <a:lnTo>
                  <a:pt x="9052735" y="769542"/>
                </a:lnTo>
                <a:lnTo>
                  <a:pt x="9044929" y="769542"/>
                </a:lnTo>
                <a:close/>
                <a:moveTo>
                  <a:pt x="9542387" y="766255"/>
                </a:moveTo>
                <a:lnTo>
                  <a:pt x="9544236" y="769540"/>
                </a:lnTo>
                <a:lnTo>
                  <a:pt x="9536430" y="769540"/>
                </a:lnTo>
                <a:close/>
                <a:moveTo>
                  <a:pt x="10033889" y="766253"/>
                </a:moveTo>
                <a:lnTo>
                  <a:pt x="10035738" y="769539"/>
                </a:lnTo>
                <a:lnTo>
                  <a:pt x="10027932" y="769539"/>
                </a:lnTo>
                <a:close/>
                <a:moveTo>
                  <a:pt x="10525390" y="766251"/>
                </a:moveTo>
                <a:lnTo>
                  <a:pt x="10527204" y="769537"/>
                </a:lnTo>
                <a:lnTo>
                  <a:pt x="10519433" y="769537"/>
                </a:lnTo>
                <a:close/>
                <a:moveTo>
                  <a:pt x="11016891" y="766226"/>
                </a:moveTo>
                <a:lnTo>
                  <a:pt x="11018705" y="769512"/>
                </a:lnTo>
                <a:lnTo>
                  <a:pt x="11010934" y="769512"/>
                </a:lnTo>
                <a:close/>
                <a:moveTo>
                  <a:pt x="11508393" y="766224"/>
                </a:moveTo>
                <a:lnTo>
                  <a:pt x="11510207" y="769510"/>
                </a:lnTo>
                <a:lnTo>
                  <a:pt x="11502436" y="769510"/>
                </a:lnTo>
                <a:close/>
                <a:moveTo>
                  <a:pt x="11999895" y="766223"/>
                </a:moveTo>
                <a:lnTo>
                  <a:pt x="12001708" y="769509"/>
                </a:lnTo>
                <a:lnTo>
                  <a:pt x="11993938" y="769509"/>
                </a:lnTo>
                <a:close/>
                <a:moveTo>
                  <a:pt x="0" y="397480"/>
                </a:moveTo>
                <a:lnTo>
                  <a:pt x="140294" y="650568"/>
                </a:lnTo>
                <a:lnTo>
                  <a:pt x="134303" y="653889"/>
                </a:lnTo>
                <a:lnTo>
                  <a:pt x="0" y="411593"/>
                </a:lnTo>
                <a:close/>
                <a:moveTo>
                  <a:pt x="380024" y="323047"/>
                </a:moveTo>
                <a:lnTo>
                  <a:pt x="386015" y="326333"/>
                </a:lnTo>
                <a:lnTo>
                  <a:pt x="198489" y="664702"/>
                </a:lnTo>
                <a:lnTo>
                  <a:pt x="198489" y="664774"/>
                </a:lnTo>
                <a:lnTo>
                  <a:pt x="140328" y="769669"/>
                </a:lnTo>
                <a:lnTo>
                  <a:pt x="132488" y="769669"/>
                </a:lnTo>
                <a:lnTo>
                  <a:pt x="198489" y="650637"/>
                </a:lnTo>
                <a:lnTo>
                  <a:pt x="198489" y="650566"/>
                </a:lnTo>
                <a:close/>
                <a:moveTo>
                  <a:pt x="871507" y="323045"/>
                </a:moveTo>
                <a:lnTo>
                  <a:pt x="877498" y="326331"/>
                </a:lnTo>
                <a:lnTo>
                  <a:pt x="689970" y="664700"/>
                </a:lnTo>
                <a:lnTo>
                  <a:pt x="689970" y="664772"/>
                </a:lnTo>
                <a:lnTo>
                  <a:pt x="631809" y="769667"/>
                </a:lnTo>
                <a:lnTo>
                  <a:pt x="623969" y="769667"/>
                </a:lnTo>
                <a:lnTo>
                  <a:pt x="689969" y="650636"/>
                </a:lnTo>
                <a:lnTo>
                  <a:pt x="689969" y="650564"/>
                </a:lnTo>
                <a:close/>
                <a:moveTo>
                  <a:pt x="1362973" y="323020"/>
                </a:moveTo>
                <a:lnTo>
                  <a:pt x="1368964" y="326306"/>
                </a:lnTo>
                <a:lnTo>
                  <a:pt x="1181452" y="664646"/>
                </a:lnTo>
                <a:lnTo>
                  <a:pt x="1181452" y="664771"/>
                </a:lnTo>
                <a:lnTo>
                  <a:pt x="1123290" y="769666"/>
                </a:lnTo>
                <a:lnTo>
                  <a:pt x="1115450" y="769666"/>
                </a:lnTo>
                <a:lnTo>
                  <a:pt x="1181435" y="650663"/>
                </a:lnTo>
                <a:lnTo>
                  <a:pt x="1181435" y="650539"/>
                </a:lnTo>
                <a:close/>
                <a:moveTo>
                  <a:pt x="1854456" y="323018"/>
                </a:moveTo>
                <a:lnTo>
                  <a:pt x="1860447" y="326304"/>
                </a:lnTo>
                <a:lnTo>
                  <a:pt x="1672919" y="664612"/>
                </a:lnTo>
                <a:lnTo>
                  <a:pt x="1672919" y="664746"/>
                </a:lnTo>
                <a:lnTo>
                  <a:pt x="1614757" y="769640"/>
                </a:lnTo>
                <a:lnTo>
                  <a:pt x="1606918" y="769640"/>
                </a:lnTo>
                <a:lnTo>
                  <a:pt x="1672885" y="650670"/>
                </a:lnTo>
                <a:lnTo>
                  <a:pt x="1672885" y="650537"/>
                </a:lnTo>
                <a:close/>
                <a:moveTo>
                  <a:pt x="2346057" y="323017"/>
                </a:moveTo>
                <a:lnTo>
                  <a:pt x="2352052" y="326302"/>
                </a:lnTo>
                <a:lnTo>
                  <a:pt x="2164455" y="664673"/>
                </a:lnTo>
                <a:lnTo>
                  <a:pt x="2164455" y="664744"/>
                </a:lnTo>
                <a:lnTo>
                  <a:pt x="2106343" y="769639"/>
                </a:lnTo>
                <a:lnTo>
                  <a:pt x="2098503" y="769639"/>
                </a:lnTo>
                <a:lnTo>
                  <a:pt x="2164455" y="650608"/>
                </a:lnTo>
                <a:lnTo>
                  <a:pt x="2164455" y="650536"/>
                </a:lnTo>
                <a:close/>
                <a:moveTo>
                  <a:pt x="2837531" y="323015"/>
                </a:moveTo>
                <a:lnTo>
                  <a:pt x="2843522" y="326301"/>
                </a:lnTo>
                <a:lnTo>
                  <a:pt x="2656007" y="664671"/>
                </a:lnTo>
                <a:lnTo>
                  <a:pt x="2656007" y="664742"/>
                </a:lnTo>
                <a:lnTo>
                  <a:pt x="2597877" y="769637"/>
                </a:lnTo>
                <a:lnTo>
                  <a:pt x="2590037" y="769637"/>
                </a:lnTo>
                <a:lnTo>
                  <a:pt x="2656007" y="650605"/>
                </a:lnTo>
                <a:lnTo>
                  <a:pt x="2656007" y="650534"/>
                </a:lnTo>
                <a:close/>
                <a:moveTo>
                  <a:pt x="3329087" y="323013"/>
                </a:moveTo>
                <a:lnTo>
                  <a:pt x="3335074" y="326299"/>
                </a:lnTo>
                <a:lnTo>
                  <a:pt x="3147447" y="664668"/>
                </a:lnTo>
                <a:lnTo>
                  <a:pt x="3147447" y="664741"/>
                </a:lnTo>
                <a:lnTo>
                  <a:pt x="3089274" y="769636"/>
                </a:lnTo>
                <a:lnTo>
                  <a:pt x="3081487" y="769636"/>
                </a:lnTo>
                <a:lnTo>
                  <a:pt x="3147447" y="650604"/>
                </a:lnTo>
                <a:lnTo>
                  <a:pt x="3147447" y="650533"/>
                </a:lnTo>
                <a:close/>
                <a:moveTo>
                  <a:pt x="3820530" y="322988"/>
                </a:moveTo>
                <a:lnTo>
                  <a:pt x="3826489" y="326274"/>
                </a:lnTo>
                <a:lnTo>
                  <a:pt x="3638971" y="664612"/>
                </a:lnTo>
                <a:lnTo>
                  <a:pt x="3638971" y="664739"/>
                </a:lnTo>
                <a:lnTo>
                  <a:pt x="3580803" y="769634"/>
                </a:lnTo>
                <a:lnTo>
                  <a:pt x="3573000" y="769634"/>
                </a:lnTo>
                <a:lnTo>
                  <a:pt x="3638952" y="650634"/>
                </a:lnTo>
                <a:lnTo>
                  <a:pt x="3638952" y="650507"/>
                </a:lnTo>
                <a:close/>
                <a:moveTo>
                  <a:pt x="4311976" y="322986"/>
                </a:moveTo>
                <a:lnTo>
                  <a:pt x="4317969" y="326272"/>
                </a:lnTo>
                <a:lnTo>
                  <a:pt x="4130440" y="664642"/>
                </a:lnTo>
                <a:lnTo>
                  <a:pt x="4130440" y="664714"/>
                </a:lnTo>
                <a:lnTo>
                  <a:pt x="4072282" y="769609"/>
                </a:lnTo>
                <a:lnTo>
                  <a:pt x="4064477" y="769609"/>
                </a:lnTo>
                <a:lnTo>
                  <a:pt x="4130440" y="650577"/>
                </a:lnTo>
                <a:lnTo>
                  <a:pt x="4130440" y="650506"/>
                </a:lnTo>
                <a:close/>
                <a:moveTo>
                  <a:pt x="4803510" y="322985"/>
                </a:moveTo>
                <a:lnTo>
                  <a:pt x="4809481" y="326271"/>
                </a:lnTo>
                <a:lnTo>
                  <a:pt x="4621966" y="664640"/>
                </a:lnTo>
                <a:lnTo>
                  <a:pt x="4621966" y="664712"/>
                </a:lnTo>
                <a:lnTo>
                  <a:pt x="4563795" y="769607"/>
                </a:lnTo>
                <a:lnTo>
                  <a:pt x="4555952" y="769607"/>
                </a:lnTo>
                <a:lnTo>
                  <a:pt x="4621962" y="650576"/>
                </a:lnTo>
                <a:lnTo>
                  <a:pt x="4621962" y="650504"/>
                </a:lnTo>
                <a:close/>
                <a:moveTo>
                  <a:pt x="5294922" y="322983"/>
                </a:moveTo>
                <a:lnTo>
                  <a:pt x="5300909" y="326269"/>
                </a:lnTo>
                <a:lnTo>
                  <a:pt x="5113480" y="664638"/>
                </a:lnTo>
                <a:lnTo>
                  <a:pt x="5113480" y="664712"/>
                </a:lnTo>
                <a:lnTo>
                  <a:pt x="5055280" y="769605"/>
                </a:lnTo>
                <a:lnTo>
                  <a:pt x="5047442" y="769605"/>
                </a:lnTo>
                <a:lnTo>
                  <a:pt x="5113474" y="650574"/>
                </a:lnTo>
                <a:lnTo>
                  <a:pt x="5113474" y="650502"/>
                </a:lnTo>
                <a:close/>
                <a:moveTo>
                  <a:pt x="5786464" y="322982"/>
                </a:moveTo>
                <a:lnTo>
                  <a:pt x="5792456" y="326268"/>
                </a:lnTo>
                <a:lnTo>
                  <a:pt x="5604939" y="664637"/>
                </a:lnTo>
                <a:lnTo>
                  <a:pt x="5604939" y="664709"/>
                </a:lnTo>
                <a:lnTo>
                  <a:pt x="5546830" y="769604"/>
                </a:lnTo>
                <a:lnTo>
                  <a:pt x="5538938" y="769604"/>
                </a:lnTo>
                <a:lnTo>
                  <a:pt x="5604939" y="650573"/>
                </a:lnTo>
                <a:lnTo>
                  <a:pt x="5604939" y="650501"/>
                </a:lnTo>
                <a:close/>
                <a:moveTo>
                  <a:pt x="6277499" y="322956"/>
                </a:moveTo>
                <a:lnTo>
                  <a:pt x="6283490" y="326242"/>
                </a:lnTo>
                <a:lnTo>
                  <a:pt x="6096000" y="664597"/>
                </a:lnTo>
                <a:lnTo>
                  <a:pt x="6096000" y="664707"/>
                </a:lnTo>
                <a:lnTo>
                  <a:pt x="6038198" y="769602"/>
                </a:lnTo>
                <a:lnTo>
                  <a:pt x="6030407" y="769602"/>
                </a:lnTo>
                <a:lnTo>
                  <a:pt x="6096000" y="650585"/>
                </a:lnTo>
                <a:lnTo>
                  <a:pt x="6096000" y="650475"/>
                </a:lnTo>
                <a:close/>
                <a:moveTo>
                  <a:pt x="6769000" y="322955"/>
                </a:moveTo>
                <a:lnTo>
                  <a:pt x="6774991" y="326241"/>
                </a:lnTo>
                <a:lnTo>
                  <a:pt x="6587456" y="664612"/>
                </a:lnTo>
                <a:lnTo>
                  <a:pt x="6587456" y="664682"/>
                </a:lnTo>
                <a:lnTo>
                  <a:pt x="6529292" y="769577"/>
                </a:lnTo>
                <a:lnTo>
                  <a:pt x="6521452" y="769577"/>
                </a:lnTo>
                <a:lnTo>
                  <a:pt x="6587456" y="650544"/>
                </a:lnTo>
                <a:lnTo>
                  <a:pt x="6587456" y="650474"/>
                </a:lnTo>
                <a:close/>
                <a:moveTo>
                  <a:pt x="7260501" y="322953"/>
                </a:moveTo>
                <a:lnTo>
                  <a:pt x="7266492" y="326239"/>
                </a:lnTo>
                <a:lnTo>
                  <a:pt x="7078957" y="664610"/>
                </a:lnTo>
                <a:lnTo>
                  <a:pt x="7078957" y="664681"/>
                </a:lnTo>
                <a:lnTo>
                  <a:pt x="7020793" y="769575"/>
                </a:lnTo>
                <a:lnTo>
                  <a:pt x="7012953" y="769575"/>
                </a:lnTo>
                <a:lnTo>
                  <a:pt x="7078957" y="650542"/>
                </a:lnTo>
                <a:lnTo>
                  <a:pt x="7078957" y="650472"/>
                </a:lnTo>
                <a:close/>
                <a:moveTo>
                  <a:pt x="7752003" y="322952"/>
                </a:moveTo>
                <a:lnTo>
                  <a:pt x="7757994" y="326237"/>
                </a:lnTo>
                <a:lnTo>
                  <a:pt x="7570425" y="664607"/>
                </a:lnTo>
                <a:lnTo>
                  <a:pt x="7570425" y="664679"/>
                </a:lnTo>
                <a:lnTo>
                  <a:pt x="7512295" y="769574"/>
                </a:lnTo>
                <a:lnTo>
                  <a:pt x="7504455" y="769574"/>
                </a:lnTo>
                <a:lnTo>
                  <a:pt x="7570424" y="650542"/>
                </a:lnTo>
                <a:lnTo>
                  <a:pt x="7570424" y="650471"/>
                </a:lnTo>
                <a:close/>
                <a:moveTo>
                  <a:pt x="8243505" y="322950"/>
                </a:moveTo>
                <a:lnTo>
                  <a:pt x="8249496" y="326236"/>
                </a:lnTo>
                <a:lnTo>
                  <a:pt x="8061927" y="664605"/>
                </a:lnTo>
                <a:lnTo>
                  <a:pt x="8061927" y="664677"/>
                </a:lnTo>
                <a:lnTo>
                  <a:pt x="8003797" y="769572"/>
                </a:lnTo>
                <a:lnTo>
                  <a:pt x="7995957" y="769572"/>
                </a:lnTo>
                <a:lnTo>
                  <a:pt x="8061926" y="650541"/>
                </a:lnTo>
                <a:lnTo>
                  <a:pt x="8061926" y="650469"/>
                </a:lnTo>
                <a:close/>
                <a:moveTo>
                  <a:pt x="8735006" y="322925"/>
                </a:moveTo>
                <a:lnTo>
                  <a:pt x="8740997" y="326210"/>
                </a:lnTo>
                <a:lnTo>
                  <a:pt x="8553427" y="664582"/>
                </a:lnTo>
                <a:lnTo>
                  <a:pt x="8553427" y="664676"/>
                </a:lnTo>
                <a:lnTo>
                  <a:pt x="8495263" y="769570"/>
                </a:lnTo>
                <a:lnTo>
                  <a:pt x="8487458" y="769570"/>
                </a:lnTo>
                <a:lnTo>
                  <a:pt x="8553427" y="650538"/>
                </a:lnTo>
                <a:lnTo>
                  <a:pt x="8553427" y="650444"/>
                </a:lnTo>
                <a:close/>
                <a:moveTo>
                  <a:pt x="9226508" y="322923"/>
                </a:moveTo>
                <a:lnTo>
                  <a:pt x="9232499" y="326209"/>
                </a:lnTo>
                <a:lnTo>
                  <a:pt x="9044929" y="664580"/>
                </a:lnTo>
                <a:lnTo>
                  <a:pt x="9044929" y="664650"/>
                </a:lnTo>
                <a:lnTo>
                  <a:pt x="8986765" y="769545"/>
                </a:lnTo>
                <a:lnTo>
                  <a:pt x="8978959" y="769545"/>
                </a:lnTo>
                <a:lnTo>
                  <a:pt x="9044929" y="650512"/>
                </a:lnTo>
                <a:lnTo>
                  <a:pt x="9044929" y="650442"/>
                </a:lnTo>
                <a:close/>
                <a:moveTo>
                  <a:pt x="9718009" y="322921"/>
                </a:moveTo>
                <a:lnTo>
                  <a:pt x="9723965" y="326207"/>
                </a:lnTo>
                <a:lnTo>
                  <a:pt x="9536431" y="664577"/>
                </a:lnTo>
                <a:lnTo>
                  <a:pt x="9536431" y="664649"/>
                </a:lnTo>
                <a:lnTo>
                  <a:pt x="9478267" y="769544"/>
                </a:lnTo>
                <a:lnTo>
                  <a:pt x="9470461" y="769544"/>
                </a:lnTo>
                <a:lnTo>
                  <a:pt x="9536430" y="650512"/>
                </a:lnTo>
                <a:lnTo>
                  <a:pt x="9536430" y="650441"/>
                </a:lnTo>
                <a:close/>
                <a:moveTo>
                  <a:pt x="10209476" y="322920"/>
                </a:moveTo>
                <a:lnTo>
                  <a:pt x="10215467" y="326206"/>
                </a:lnTo>
                <a:lnTo>
                  <a:pt x="10027932" y="664577"/>
                </a:lnTo>
                <a:lnTo>
                  <a:pt x="10027932" y="664647"/>
                </a:lnTo>
                <a:lnTo>
                  <a:pt x="9969768" y="769542"/>
                </a:lnTo>
                <a:lnTo>
                  <a:pt x="9961962" y="769542"/>
                </a:lnTo>
                <a:lnTo>
                  <a:pt x="10027932" y="650509"/>
                </a:lnTo>
                <a:lnTo>
                  <a:pt x="10027932" y="650439"/>
                </a:lnTo>
                <a:close/>
                <a:moveTo>
                  <a:pt x="10700977" y="322918"/>
                </a:moveTo>
                <a:lnTo>
                  <a:pt x="10706968" y="326204"/>
                </a:lnTo>
                <a:lnTo>
                  <a:pt x="10519433" y="664575"/>
                </a:lnTo>
                <a:lnTo>
                  <a:pt x="10519433" y="664646"/>
                </a:lnTo>
                <a:lnTo>
                  <a:pt x="10461269" y="769540"/>
                </a:lnTo>
                <a:lnTo>
                  <a:pt x="10453429" y="769540"/>
                </a:lnTo>
                <a:lnTo>
                  <a:pt x="10519433" y="650507"/>
                </a:lnTo>
                <a:lnTo>
                  <a:pt x="10519433" y="650437"/>
                </a:lnTo>
                <a:close/>
                <a:moveTo>
                  <a:pt x="11192478" y="322893"/>
                </a:moveTo>
                <a:lnTo>
                  <a:pt x="11198469" y="326179"/>
                </a:lnTo>
                <a:lnTo>
                  <a:pt x="11010934" y="664550"/>
                </a:lnTo>
                <a:lnTo>
                  <a:pt x="11010934" y="664644"/>
                </a:lnTo>
                <a:lnTo>
                  <a:pt x="10952770" y="769539"/>
                </a:lnTo>
                <a:lnTo>
                  <a:pt x="10944930" y="769539"/>
                </a:lnTo>
                <a:lnTo>
                  <a:pt x="11010934" y="650506"/>
                </a:lnTo>
                <a:lnTo>
                  <a:pt x="11010934" y="650412"/>
                </a:lnTo>
                <a:close/>
                <a:moveTo>
                  <a:pt x="11683980" y="322891"/>
                </a:moveTo>
                <a:lnTo>
                  <a:pt x="11689971" y="326177"/>
                </a:lnTo>
                <a:lnTo>
                  <a:pt x="11502436" y="664548"/>
                </a:lnTo>
                <a:lnTo>
                  <a:pt x="11502436" y="664619"/>
                </a:lnTo>
                <a:lnTo>
                  <a:pt x="11444272" y="769513"/>
                </a:lnTo>
                <a:lnTo>
                  <a:pt x="11436432" y="769513"/>
                </a:lnTo>
                <a:lnTo>
                  <a:pt x="11502436" y="650481"/>
                </a:lnTo>
                <a:lnTo>
                  <a:pt x="11502436" y="650410"/>
                </a:lnTo>
                <a:close/>
                <a:moveTo>
                  <a:pt x="12175482" y="322890"/>
                </a:moveTo>
                <a:lnTo>
                  <a:pt x="12181473" y="326176"/>
                </a:lnTo>
                <a:lnTo>
                  <a:pt x="11993938" y="664547"/>
                </a:lnTo>
                <a:lnTo>
                  <a:pt x="11993938" y="664617"/>
                </a:lnTo>
                <a:lnTo>
                  <a:pt x="11935773" y="769512"/>
                </a:lnTo>
                <a:lnTo>
                  <a:pt x="11927934" y="769512"/>
                </a:lnTo>
                <a:lnTo>
                  <a:pt x="11993938" y="650479"/>
                </a:lnTo>
                <a:lnTo>
                  <a:pt x="11993938" y="650409"/>
                </a:lnTo>
                <a:close/>
                <a:moveTo>
                  <a:pt x="12058874" y="0"/>
                </a:moveTo>
                <a:lnTo>
                  <a:pt x="12066683" y="0"/>
                </a:lnTo>
                <a:lnTo>
                  <a:pt x="12192000" y="226081"/>
                </a:lnTo>
                <a:lnTo>
                  <a:pt x="12192000" y="240184"/>
                </a:lnTo>
                <a:close/>
                <a:moveTo>
                  <a:pt x="11862959" y="0"/>
                </a:moveTo>
                <a:lnTo>
                  <a:pt x="11870796" y="0"/>
                </a:lnTo>
                <a:lnTo>
                  <a:pt x="11754161" y="210399"/>
                </a:lnTo>
                <a:lnTo>
                  <a:pt x="11748170" y="207079"/>
                </a:lnTo>
                <a:close/>
                <a:moveTo>
                  <a:pt x="11567377" y="0"/>
                </a:moveTo>
                <a:lnTo>
                  <a:pt x="11575186" y="0"/>
                </a:lnTo>
                <a:lnTo>
                  <a:pt x="11935739" y="650411"/>
                </a:lnTo>
                <a:lnTo>
                  <a:pt x="11929748" y="653732"/>
                </a:lnTo>
                <a:close/>
                <a:moveTo>
                  <a:pt x="11371457" y="0"/>
                </a:moveTo>
                <a:lnTo>
                  <a:pt x="11379294" y="0"/>
                </a:lnTo>
                <a:lnTo>
                  <a:pt x="11262659" y="210400"/>
                </a:lnTo>
                <a:lnTo>
                  <a:pt x="11256668" y="207080"/>
                </a:lnTo>
                <a:close/>
                <a:moveTo>
                  <a:pt x="11075873" y="0"/>
                </a:moveTo>
                <a:lnTo>
                  <a:pt x="11083684" y="0"/>
                </a:lnTo>
                <a:lnTo>
                  <a:pt x="11444237" y="650412"/>
                </a:lnTo>
                <a:lnTo>
                  <a:pt x="11438246" y="653733"/>
                </a:lnTo>
                <a:close/>
                <a:moveTo>
                  <a:pt x="10879970" y="0"/>
                </a:moveTo>
                <a:lnTo>
                  <a:pt x="10887807" y="0"/>
                </a:lnTo>
                <a:lnTo>
                  <a:pt x="10771157" y="210426"/>
                </a:lnTo>
                <a:lnTo>
                  <a:pt x="10765166" y="207106"/>
                </a:lnTo>
                <a:close/>
                <a:moveTo>
                  <a:pt x="10584358" y="0"/>
                </a:moveTo>
                <a:lnTo>
                  <a:pt x="10592197" y="0"/>
                </a:lnTo>
                <a:lnTo>
                  <a:pt x="10952736" y="650438"/>
                </a:lnTo>
                <a:lnTo>
                  <a:pt x="10946745" y="653759"/>
                </a:lnTo>
                <a:close/>
                <a:moveTo>
                  <a:pt x="10388482" y="0"/>
                </a:moveTo>
                <a:lnTo>
                  <a:pt x="10396306" y="0"/>
                </a:lnTo>
                <a:lnTo>
                  <a:pt x="10279657" y="210427"/>
                </a:lnTo>
                <a:lnTo>
                  <a:pt x="10273699" y="207107"/>
                </a:lnTo>
                <a:close/>
                <a:moveTo>
                  <a:pt x="10092857" y="0"/>
                </a:moveTo>
                <a:lnTo>
                  <a:pt x="10100695" y="0"/>
                </a:lnTo>
                <a:lnTo>
                  <a:pt x="10461235" y="650439"/>
                </a:lnTo>
                <a:lnTo>
                  <a:pt x="10455244" y="653760"/>
                </a:lnTo>
                <a:close/>
                <a:moveTo>
                  <a:pt x="9896982" y="0"/>
                </a:moveTo>
                <a:lnTo>
                  <a:pt x="9904818" y="0"/>
                </a:lnTo>
                <a:lnTo>
                  <a:pt x="9788189" y="210429"/>
                </a:lnTo>
                <a:lnTo>
                  <a:pt x="9782198" y="207109"/>
                </a:lnTo>
                <a:close/>
                <a:moveTo>
                  <a:pt x="9601354" y="0"/>
                </a:moveTo>
                <a:lnTo>
                  <a:pt x="9609193" y="0"/>
                </a:lnTo>
                <a:lnTo>
                  <a:pt x="9969733" y="650441"/>
                </a:lnTo>
                <a:lnTo>
                  <a:pt x="9963742" y="653762"/>
                </a:lnTo>
                <a:close/>
                <a:moveTo>
                  <a:pt x="9405502" y="0"/>
                </a:moveTo>
                <a:lnTo>
                  <a:pt x="9413316" y="0"/>
                </a:lnTo>
                <a:lnTo>
                  <a:pt x="9296687" y="210430"/>
                </a:lnTo>
                <a:lnTo>
                  <a:pt x="9290696" y="207110"/>
                </a:lnTo>
                <a:close/>
                <a:moveTo>
                  <a:pt x="9109852" y="0"/>
                </a:moveTo>
                <a:lnTo>
                  <a:pt x="9117691" y="0"/>
                </a:lnTo>
                <a:lnTo>
                  <a:pt x="9478232" y="650442"/>
                </a:lnTo>
                <a:lnTo>
                  <a:pt x="9472241" y="653764"/>
                </a:lnTo>
                <a:close/>
                <a:moveTo>
                  <a:pt x="8914002" y="0"/>
                </a:moveTo>
                <a:lnTo>
                  <a:pt x="8921816" y="0"/>
                </a:lnTo>
                <a:lnTo>
                  <a:pt x="8805186" y="210432"/>
                </a:lnTo>
                <a:lnTo>
                  <a:pt x="8799195" y="207112"/>
                </a:lnTo>
                <a:close/>
                <a:moveTo>
                  <a:pt x="8618349" y="0"/>
                </a:moveTo>
                <a:lnTo>
                  <a:pt x="8626188" y="0"/>
                </a:lnTo>
                <a:lnTo>
                  <a:pt x="8986730" y="650444"/>
                </a:lnTo>
                <a:lnTo>
                  <a:pt x="8980739" y="653765"/>
                </a:lnTo>
                <a:close/>
                <a:moveTo>
                  <a:pt x="8422515" y="0"/>
                </a:moveTo>
                <a:lnTo>
                  <a:pt x="8430329" y="0"/>
                </a:lnTo>
                <a:lnTo>
                  <a:pt x="8313685" y="210457"/>
                </a:lnTo>
                <a:lnTo>
                  <a:pt x="8307694" y="207137"/>
                </a:lnTo>
                <a:close/>
                <a:moveTo>
                  <a:pt x="8126834" y="0"/>
                </a:moveTo>
                <a:lnTo>
                  <a:pt x="8134673" y="0"/>
                </a:lnTo>
                <a:lnTo>
                  <a:pt x="8495229" y="650469"/>
                </a:lnTo>
                <a:lnTo>
                  <a:pt x="8489238" y="653790"/>
                </a:lnTo>
                <a:close/>
                <a:moveTo>
                  <a:pt x="7931014" y="0"/>
                </a:moveTo>
                <a:lnTo>
                  <a:pt x="7938829" y="0"/>
                </a:lnTo>
                <a:lnTo>
                  <a:pt x="7822183" y="210459"/>
                </a:lnTo>
                <a:lnTo>
                  <a:pt x="7816192" y="207139"/>
                </a:lnTo>
                <a:close/>
                <a:moveTo>
                  <a:pt x="7635331" y="0"/>
                </a:moveTo>
                <a:lnTo>
                  <a:pt x="7643170" y="0"/>
                </a:lnTo>
                <a:lnTo>
                  <a:pt x="8003727" y="650471"/>
                </a:lnTo>
                <a:lnTo>
                  <a:pt x="7997736" y="653792"/>
                </a:lnTo>
                <a:close/>
                <a:moveTo>
                  <a:pt x="7439514" y="0"/>
                </a:moveTo>
                <a:lnTo>
                  <a:pt x="7447351" y="0"/>
                </a:lnTo>
                <a:lnTo>
                  <a:pt x="7330682" y="210461"/>
                </a:lnTo>
                <a:lnTo>
                  <a:pt x="7324691" y="207140"/>
                </a:lnTo>
                <a:close/>
                <a:moveTo>
                  <a:pt x="7143858" y="0"/>
                </a:moveTo>
                <a:lnTo>
                  <a:pt x="7151668" y="0"/>
                </a:lnTo>
                <a:lnTo>
                  <a:pt x="7512226" y="650473"/>
                </a:lnTo>
                <a:lnTo>
                  <a:pt x="7506235" y="653794"/>
                </a:lnTo>
                <a:close/>
                <a:moveTo>
                  <a:pt x="6948013" y="0"/>
                </a:moveTo>
                <a:lnTo>
                  <a:pt x="6955850" y="0"/>
                </a:lnTo>
                <a:lnTo>
                  <a:pt x="6839180" y="210462"/>
                </a:lnTo>
                <a:lnTo>
                  <a:pt x="6833189" y="207142"/>
                </a:lnTo>
                <a:close/>
                <a:moveTo>
                  <a:pt x="6652356" y="0"/>
                </a:moveTo>
                <a:lnTo>
                  <a:pt x="6660166" y="0"/>
                </a:lnTo>
                <a:lnTo>
                  <a:pt x="7020724" y="650474"/>
                </a:lnTo>
                <a:lnTo>
                  <a:pt x="7014733" y="653795"/>
                </a:lnTo>
                <a:close/>
                <a:moveTo>
                  <a:pt x="6456513" y="0"/>
                </a:moveTo>
                <a:lnTo>
                  <a:pt x="6464350" y="0"/>
                </a:lnTo>
                <a:lnTo>
                  <a:pt x="6347679" y="210464"/>
                </a:lnTo>
                <a:lnTo>
                  <a:pt x="6341688" y="207144"/>
                </a:lnTo>
                <a:close/>
                <a:moveTo>
                  <a:pt x="6160860" y="0"/>
                </a:moveTo>
                <a:lnTo>
                  <a:pt x="6168670" y="0"/>
                </a:lnTo>
                <a:lnTo>
                  <a:pt x="6529258" y="650476"/>
                </a:lnTo>
                <a:lnTo>
                  <a:pt x="6523267" y="653797"/>
                </a:lnTo>
                <a:close/>
                <a:moveTo>
                  <a:pt x="5965486" y="0"/>
                </a:moveTo>
                <a:lnTo>
                  <a:pt x="5973287" y="0"/>
                </a:lnTo>
                <a:lnTo>
                  <a:pt x="5856642" y="210489"/>
                </a:lnTo>
                <a:lnTo>
                  <a:pt x="5850653" y="207169"/>
                </a:lnTo>
                <a:close/>
                <a:moveTo>
                  <a:pt x="5669823" y="0"/>
                </a:moveTo>
                <a:lnTo>
                  <a:pt x="5677609" y="0"/>
                </a:lnTo>
                <a:lnTo>
                  <a:pt x="6038169" y="650501"/>
                </a:lnTo>
                <a:lnTo>
                  <a:pt x="6032208" y="653822"/>
                </a:lnTo>
                <a:close/>
                <a:moveTo>
                  <a:pt x="5474044" y="0"/>
                </a:moveTo>
                <a:lnTo>
                  <a:pt x="5481915" y="0"/>
                </a:lnTo>
                <a:lnTo>
                  <a:pt x="5365257" y="210491"/>
                </a:lnTo>
                <a:lnTo>
                  <a:pt x="5359259" y="207171"/>
                </a:lnTo>
                <a:close/>
                <a:moveTo>
                  <a:pt x="5178359" y="0"/>
                </a:moveTo>
                <a:lnTo>
                  <a:pt x="5186220" y="0"/>
                </a:lnTo>
                <a:lnTo>
                  <a:pt x="5546786" y="650503"/>
                </a:lnTo>
                <a:lnTo>
                  <a:pt x="5540752" y="653824"/>
                </a:lnTo>
                <a:close/>
                <a:moveTo>
                  <a:pt x="4982532" y="0"/>
                </a:moveTo>
                <a:lnTo>
                  <a:pt x="4990366" y="0"/>
                </a:lnTo>
                <a:lnTo>
                  <a:pt x="4873710" y="210492"/>
                </a:lnTo>
                <a:lnTo>
                  <a:pt x="4867716" y="207172"/>
                </a:lnTo>
                <a:close/>
                <a:moveTo>
                  <a:pt x="4686849" y="0"/>
                </a:moveTo>
                <a:lnTo>
                  <a:pt x="4694690" y="0"/>
                </a:lnTo>
                <a:lnTo>
                  <a:pt x="5055247" y="650504"/>
                </a:lnTo>
                <a:lnTo>
                  <a:pt x="5049256" y="653825"/>
                </a:lnTo>
                <a:close/>
                <a:moveTo>
                  <a:pt x="4491037" y="0"/>
                </a:moveTo>
                <a:lnTo>
                  <a:pt x="4498864" y="0"/>
                </a:lnTo>
                <a:lnTo>
                  <a:pt x="4382165" y="210494"/>
                </a:lnTo>
                <a:lnTo>
                  <a:pt x="4376206" y="207174"/>
                </a:lnTo>
                <a:close/>
                <a:moveTo>
                  <a:pt x="4195330" y="0"/>
                </a:moveTo>
                <a:lnTo>
                  <a:pt x="4203172" y="0"/>
                </a:lnTo>
                <a:lnTo>
                  <a:pt x="4563762" y="650506"/>
                </a:lnTo>
                <a:lnTo>
                  <a:pt x="4557766" y="653827"/>
                </a:lnTo>
                <a:close/>
                <a:moveTo>
                  <a:pt x="3999536" y="0"/>
                </a:moveTo>
                <a:lnTo>
                  <a:pt x="4007376" y="0"/>
                </a:lnTo>
                <a:lnTo>
                  <a:pt x="3890719" y="210495"/>
                </a:lnTo>
                <a:lnTo>
                  <a:pt x="3884726" y="207175"/>
                </a:lnTo>
                <a:close/>
                <a:moveTo>
                  <a:pt x="3703838" y="0"/>
                </a:moveTo>
                <a:lnTo>
                  <a:pt x="3711672" y="0"/>
                </a:lnTo>
                <a:lnTo>
                  <a:pt x="4072246" y="650507"/>
                </a:lnTo>
                <a:lnTo>
                  <a:pt x="4066256" y="653829"/>
                </a:lnTo>
                <a:close/>
                <a:moveTo>
                  <a:pt x="3508101" y="0"/>
                </a:moveTo>
                <a:lnTo>
                  <a:pt x="3515915" y="0"/>
                </a:lnTo>
                <a:lnTo>
                  <a:pt x="3399249" y="210521"/>
                </a:lnTo>
                <a:lnTo>
                  <a:pt x="3393258" y="207201"/>
                </a:lnTo>
                <a:close/>
                <a:moveTo>
                  <a:pt x="3212320" y="0"/>
                </a:moveTo>
                <a:lnTo>
                  <a:pt x="3220161" y="0"/>
                </a:lnTo>
                <a:lnTo>
                  <a:pt x="3580770" y="650533"/>
                </a:lnTo>
                <a:lnTo>
                  <a:pt x="3574783" y="653854"/>
                </a:lnTo>
                <a:close/>
                <a:moveTo>
                  <a:pt x="3016580" y="0"/>
                </a:moveTo>
                <a:lnTo>
                  <a:pt x="3024380" y="0"/>
                </a:lnTo>
                <a:lnTo>
                  <a:pt x="2907704" y="210522"/>
                </a:lnTo>
                <a:lnTo>
                  <a:pt x="2901721" y="207202"/>
                </a:lnTo>
                <a:close/>
                <a:moveTo>
                  <a:pt x="2720871" y="0"/>
                </a:moveTo>
                <a:lnTo>
                  <a:pt x="2728704" y="0"/>
                </a:lnTo>
                <a:lnTo>
                  <a:pt x="3089240" y="650534"/>
                </a:lnTo>
                <a:lnTo>
                  <a:pt x="3083267" y="653855"/>
                </a:lnTo>
                <a:close/>
                <a:moveTo>
                  <a:pt x="2525123" y="0"/>
                </a:moveTo>
                <a:lnTo>
                  <a:pt x="2532937" y="0"/>
                </a:lnTo>
                <a:lnTo>
                  <a:pt x="2416236" y="210524"/>
                </a:lnTo>
                <a:lnTo>
                  <a:pt x="2410247" y="207204"/>
                </a:lnTo>
                <a:close/>
                <a:moveTo>
                  <a:pt x="2229334" y="0"/>
                </a:moveTo>
                <a:lnTo>
                  <a:pt x="2237170" y="0"/>
                </a:lnTo>
                <a:lnTo>
                  <a:pt x="2597808" y="650536"/>
                </a:lnTo>
                <a:lnTo>
                  <a:pt x="2591817" y="653857"/>
                </a:lnTo>
                <a:close/>
                <a:moveTo>
                  <a:pt x="2033563" y="0"/>
                </a:moveTo>
                <a:lnTo>
                  <a:pt x="2041378" y="0"/>
                </a:lnTo>
                <a:lnTo>
                  <a:pt x="1924634" y="210526"/>
                </a:lnTo>
                <a:lnTo>
                  <a:pt x="1918644" y="207205"/>
                </a:lnTo>
                <a:close/>
                <a:moveTo>
                  <a:pt x="1737767" y="0"/>
                </a:moveTo>
                <a:lnTo>
                  <a:pt x="1745606" y="0"/>
                </a:lnTo>
                <a:lnTo>
                  <a:pt x="2106272" y="650538"/>
                </a:lnTo>
                <a:lnTo>
                  <a:pt x="2100281" y="653859"/>
                </a:lnTo>
                <a:close/>
                <a:moveTo>
                  <a:pt x="1542017" y="0"/>
                </a:moveTo>
                <a:lnTo>
                  <a:pt x="1549853" y="0"/>
                </a:lnTo>
                <a:lnTo>
                  <a:pt x="1433152" y="210527"/>
                </a:lnTo>
                <a:lnTo>
                  <a:pt x="1427161" y="207207"/>
                </a:lnTo>
                <a:close/>
                <a:moveTo>
                  <a:pt x="1246297" y="0"/>
                </a:moveTo>
                <a:lnTo>
                  <a:pt x="1254107" y="0"/>
                </a:lnTo>
                <a:lnTo>
                  <a:pt x="1614688" y="650539"/>
                </a:lnTo>
                <a:lnTo>
                  <a:pt x="1608698" y="653860"/>
                </a:lnTo>
                <a:close/>
                <a:moveTo>
                  <a:pt x="1050564" y="0"/>
                </a:moveTo>
                <a:lnTo>
                  <a:pt x="1058400" y="0"/>
                </a:lnTo>
                <a:lnTo>
                  <a:pt x="941685" y="210553"/>
                </a:lnTo>
                <a:lnTo>
                  <a:pt x="935694" y="207232"/>
                </a:lnTo>
                <a:close/>
                <a:moveTo>
                  <a:pt x="754817" y="0"/>
                </a:moveTo>
                <a:lnTo>
                  <a:pt x="762626" y="0"/>
                </a:lnTo>
                <a:lnTo>
                  <a:pt x="1123221" y="650565"/>
                </a:lnTo>
                <a:lnTo>
                  <a:pt x="1117231" y="653886"/>
                </a:lnTo>
                <a:close/>
                <a:moveTo>
                  <a:pt x="559082" y="0"/>
                </a:moveTo>
                <a:lnTo>
                  <a:pt x="566919" y="0"/>
                </a:lnTo>
                <a:lnTo>
                  <a:pt x="450202" y="210554"/>
                </a:lnTo>
                <a:lnTo>
                  <a:pt x="444211" y="207234"/>
                </a:lnTo>
                <a:close/>
                <a:moveTo>
                  <a:pt x="263340" y="0"/>
                </a:moveTo>
                <a:lnTo>
                  <a:pt x="271149" y="0"/>
                </a:lnTo>
                <a:lnTo>
                  <a:pt x="631774" y="650566"/>
                </a:lnTo>
                <a:lnTo>
                  <a:pt x="625784" y="653887"/>
                </a:lnTo>
                <a:close/>
                <a:moveTo>
                  <a:pt x="67604" y="0"/>
                </a:moveTo>
                <a:lnTo>
                  <a:pt x="75440" y="0"/>
                </a:lnTo>
                <a:lnTo>
                  <a:pt x="0" y="136093"/>
                </a:lnTo>
                <a:lnTo>
                  <a:pt x="0" y="121962"/>
                </a:lnTo>
                <a:close/>
              </a:path>
            </a:pathLst>
          </a:custGeom>
          <a:solidFill>
            <a:schemeClr val="bg2">
              <a:alpha val="50000"/>
            </a:schemeClr>
          </a:solidFill>
          <a:ln w="3423" cap="flat">
            <a:noFill/>
            <a:prstDash val="solid"/>
            <a:miter/>
          </a:ln>
        </p:spPr>
        <p:txBody>
          <a:bodyPr rtlCol="0" anchor="ctr"/>
          <a:lstStyle/>
          <a:p>
            <a:endParaRPr lang="en-US"/>
          </a:p>
        </p:txBody>
      </p:sp>
      <p:sp>
        <p:nvSpPr>
          <p:cNvPr id="2" name="Rectangle 1">
            <a:extLst>
              <a:ext uri="{FF2B5EF4-FFF2-40B4-BE49-F238E27FC236}">
                <a16:creationId xmlns:a16="http://schemas.microsoft.com/office/drawing/2014/main" id="{AEE56AA5-CE18-B1ED-7BD8-403537B710F7}"/>
              </a:ext>
            </a:extLst>
          </p:cNvPr>
          <p:cNvSpPr/>
          <p:nvPr userDrawn="1"/>
        </p:nvSpPr>
        <p:spPr>
          <a:xfrm>
            <a:off x="-1" y="0"/>
            <a:ext cx="428942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rme libre : forme 3">
            <a:extLst>
              <a:ext uri="{FF2B5EF4-FFF2-40B4-BE49-F238E27FC236}">
                <a16:creationId xmlns:a16="http://schemas.microsoft.com/office/drawing/2014/main" id="{6725FE20-3937-CCA7-C0BF-4D4B87042416}"/>
              </a:ext>
            </a:extLst>
          </p:cNvPr>
          <p:cNvSpPr/>
          <p:nvPr userDrawn="1"/>
        </p:nvSpPr>
        <p:spPr>
          <a:xfrm>
            <a:off x="1" y="0"/>
            <a:ext cx="4302125" cy="6858000"/>
          </a:xfrm>
          <a:custGeom>
            <a:avLst/>
            <a:gdLst>
              <a:gd name="connsiteX0" fmla="*/ 0 w 4302125"/>
              <a:gd name="connsiteY0" fmla="*/ 6603833 h 6858000"/>
              <a:gd name="connsiteX1" fmla="*/ 140147 w 4302125"/>
              <a:gd name="connsiteY1" fmla="*/ 6856653 h 6858000"/>
              <a:gd name="connsiteX2" fmla="*/ 137717 w 4302125"/>
              <a:gd name="connsiteY2" fmla="*/ 6858000 h 6858000"/>
              <a:gd name="connsiteX3" fmla="*/ 133062 w 4302125"/>
              <a:gd name="connsiteY3" fmla="*/ 6858000 h 6858000"/>
              <a:gd name="connsiteX4" fmla="*/ 0 w 4302125"/>
              <a:gd name="connsiteY4" fmla="*/ 6617946 h 6858000"/>
              <a:gd name="connsiteX5" fmla="*/ 4302125 w 4302125"/>
              <a:gd name="connsiteY5" fmla="*/ 6546640 h 6858000"/>
              <a:gd name="connsiteX6" fmla="*/ 4302125 w 4302125"/>
              <a:gd name="connsiteY6" fmla="*/ 6560768 h 6858000"/>
              <a:gd name="connsiteX7" fmla="*/ 4137377 w 4302125"/>
              <a:gd name="connsiteY7" fmla="*/ 6858000 h 6858000"/>
              <a:gd name="connsiteX8" fmla="*/ 4129579 w 4302125"/>
              <a:gd name="connsiteY8" fmla="*/ 6858000 h 6858000"/>
              <a:gd name="connsiteX9" fmla="*/ 4130287 w 4302125"/>
              <a:gd name="connsiteY9" fmla="*/ 6856722 h 6858000"/>
              <a:gd name="connsiteX10" fmla="*/ 4130287 w 4302125"/>
              <a:gd name="connsiteY10" fmla="*/ 6856653 h 6858000"/>
              <a:gd name="connsiteX11" fmla="*/ 3820376 w 4302125"/>
              <a:gd name="connsiteY11" fmla="*/ 6529134 h 6858000"/>
              <a:gd name="connsiteX12" fmla="*/ 3826334 w 4302125"/>
              <a:gd name="connsiteY12" fmla="*/ 6532455 h 6858000"/>
              <a:gd name="connsiteX13" fmla="*/ 3645889 w 4302125"/>
              <a:gd name="connsiteY13" fmla="*/ 6858000 h 6858000"/>
              <a:gd name="connsiteX14" fmla="*/ 3638108 w 4302125"/>
              <a:gd name="connsiteY14" fmla="*/ 6858000 h 6858000"/>
              <a:gd name="connsiteX15" fmla="*/ 3638798 w 4302125"/>
              <a:gd name="connsiteY15" fmla="*/ 6856754 h 6858000"/>
              <a:gd name="connsiteX16" fmla="*/ 3638798 w 4302125"/>
              <a:gd name="connsiteY16" fmla="*/ 6856653 h 6858000"/>
              <a:gd name="connsiteX17" fmla="*/ 3328921 w 4302125"/>
              <a:gd name="connsiteY17" fmla="*/ 6529134 h 6858000"/>
              <a:gd name="connsiteX18" fmla="*/ 3334910 w 4302125"/>
              <a:gd name="connsiteY18" fmla="*/ 6532455 h 6858000"/>
              <a:gd name="connsiteX19" fmla="*/ 3154388 w 4302125"/>
              <a:gd name="connsiteY19" fmla="*/ 6858000 h 6858000"/>
              <a:gd name="connsiteX20" fmla="*/ 3146587 w 4302125"/>
              <a:gd name="connsiteY20" fmla="*/ 6858000 h 6858000"/>
              <a:gd name="connsiteX21" fmla="*/ 3147295 w 4302125"/>
              <a:gd name="connsiteY21" fmla="*/ 6856722 h 6858000"/>
              <a:gd name="connsiteX22" fmla="*/ 3147295 w 4302125"/>
              <a:gd name="connsiteY22" fmla="*/ 6856653 h 6858000"/>
              <a:gd name="connsiteX23" fmla="*/ 2837382 w 4302125"/>
              <a:gd name="connsiteY23" fmla="*/ 6529134 h 6858000"/>
              <a:gd name="connsiteX24" fmla="*/ 2843374 w 4302125"/>
              <a:gd name="connsiteY24" fmla="*/ 6532455 h 6858000"/>
              <a:gd name="connsiteX25" fmla="*/ 2662932 w 4302125"/>
              <a:gd name="connsiteY25" fmla="*/ 6858000 h 6858000"/>
              <a:gd name="connsiteX26" fmla="*/ 2655132 w 4302125"/>
              <a:gd name="connsiteY26" fmla="*/ 6858000 h 6858000"/>
              <a:gd name="connsiteX27" fmla="*/ 2655840 w 4302125"/>
              <a:gd name="connsiteY27" fmla="*/ 6856723 h 6858000"/>
              <a:gd name="connsiteX28" fmla="*/ 2655840 w 4302125"/>
              <a:gd name="connsiteY28" fmla="*/ 6856653 h 6858000"/>
              <a:gd name="connsiteX29" fmla="*/ 2345902 w 4302125"/>
              <a:gd name="connsiteY29" fmla="*/ 6529134 h 6858000"/>
              <a:gd name="connsiteX30" fmla="*/ 2351895 w 4302125"/>
              <a:gd name="connsiteY30" fmla="*/ 6532455 h 6858000"/>
              <a:gd name="connsiteX31" fmla="*/ 2171396 w 4302125"/>
              <a:gd name="connsiteY31" fmla="*/ 6858000 h 6858000"/>
              <a:gd name="connsiteX32" fmla="*/ 2163596 w 4302125"/>
              <a:gd name="connsiteY32" fmla="*/ 6858000 h 6858000"/>
              <a:gd name="connsiteX33" fmla="*/ 2164303 w 4302125"/>
              <a:gd name="connsiteY33" fmla="*/ 6856723 h 6858000"/>
              <a:gd name="connsiteX34" fmla="*/ 2164303 w 4302125"/>
              <a:gd name="connsiteY34" fmla="*/ 6856653 h 6858000"/>
              <a:gd name="connsiteX35" fmla="*/ 1854328 w 4302125"/>
              <a:gd name="connsiteY35" fmla="*/ 6529134 h 6858000"/>
              <a:gd name="connsiteX36" fmla="*/ 1860319 w 4302125"/>
              <a:gd name="connsiteY36" fmla="*/ 6532455 h 6858000"/>
              <a:gd name="connsiteX37" fmla="*/ 1679846 w 4302125"/>
              <a:gd name="connsiteY37" fmla="*/ 6858000 h 6858000"/>
              <a:gd name="connsiteX38" fmla="*/ 1672079 w 4302125"/>
              <a:gd name="connsiteY38" fmla="*/ 6858000 h 6858000"/>
              <a:gd name="connsiteX39" fmla="*/ 1672754 w 4302125"/>
              <a:gd name="connsiteY39" fmla="*/ 6856783 h 6858000"/>
              <a:gd name="connsiteX40" fmla="*/ 1672754 w 4302125"/>
              <a:gd name="connsiteY40" fmla="*/ 6856653 h 6858000"/>
              <a:gd name="connsiteX41" fmla="*/ 1362839 w 4302125"/>
              <a:gd name="connsiteY41" fmla="*/ 6529134 h 6858000"/>
              <a:gd name="connsiteX42" fmla="*/ 1368830 w 4302125"/>
              <a:gd name="connsiteY42" fmla="*/ 6532455 h 6858000"/>
              <a:gd name="connsiteX43" fmla="*/ 1188390 w 4302125"/>
              <a:gd name="connsiteY43" fmla="*/ 6858000 h 6858000"/>
              <a:gd name="connsiteX44" fmla="*/ 1180608 w 4302125"/>
              <a:gd name="connsiteY44" fmla="*/ 6858000 h 6858000"/>
              <a:gd name="connsiteX45" fmla="*/ 1181300 w 4302125"/>
              <a:gd name="connsiteY45" fmla="*/ 6856751 h 6858000"/>
              <a:gd name="connsiteX46" fmla="*/ 1181300 w 4302125"/>
              <a:gd name="connsiteY46" fmla="*/ 6856653 h 6858000"/>
              <a:gd name="connsiteX47" fmla="*/ 871368 w 4302125"/>
              <a:gd name="connsiteY47" fmla="*/ 6529134 h 6858000"/>
              <a:gd name="connsiteX48" fmla="*/ 877359 w 4302125"/>
              <a:gd name="connsiteY48" fmla="*/ 6532455 h 6858000"/>
              <a:gd name="connsiteX49" fmla="*/ 696919 w 4302125"/>
              <a:gd name="connsiteY49" fmla="*/ 6858000 h 6858000"/>
              <a:gd name="connsiteX50" fmla="*/ 689119 w 4302125"/>
              <a:gd name="connsiteY50" fmla="*/ 6858000 h 6858000"/>
              <a:gd name="connsiteX51" fmla="*/ 689828 w 4302125"/>
              <a:gd name="connsiteY51" fmla="*/ 6856722 h 6858000"/>
              <a:gd name="connsiteX52" fmla="*/ 689828 w 4302125"/>
              <a:gd name="connsiteY52" fmla="*/ 6856653 h 6858000"/>
              <a:gd name="connsiteX53" fmla="*/ 379880 w 4302125"/>
              <a:gd name="connsiteY53" fmla="*/ 6529134 h 6858000"/>
              <a:gd name="connsiteX54" fmla="*/ 385871 w 4302125"/>
              <a:gd name="connsiteY54" fmla="*/ 6532455 h 6858000"/>
              <a:gd name="connsiteX55" fmla="*/ 205433 w 4302125"/>
              <a:gd name="connsiteY55" fmla="*/ 6858000 h 6858000"/>
              <a:gd name="connsiteX56" fmla="*/ 197634 w 4302125"/>
              <a:gd name="connsiteY56" fmla="*/ 6858000 h 6858000"/>
              <a:gd name="connsiteX57" fmla="*/ 198342 w 4302125"/>
              <a:gd name="connsiteY57" fmla="*/ 6856722 h 6858000"/>
              <a:gd name="connsiteX58" fmla="*/ 198342 w 4302125"/>
              <a:gd name="connsiteY58" fmla="*/ 6856653 h 6858000"/>
              <a:gd name="connsiteX59" fmla="*/ 4136256 w 4302125"/>
              <a:gd name="connsiteY59" fmla="*/ 6085766 h 6858000"/>
              <a:gd name="connsiteX60" fmla="*/ 4138106 w 4302125"/>
              <a:gd name="connsiteY60" fmla="*/ 6089087 h 6858000"/>
              <a:gd name="connsiteX61" fmla="*/ 4138131 w 4302125"/>
              <a:gd name="connsiteY61" fmla="*/ 6089087 h 6858000"/>
              <a:gd name="connsiteX62" fmla="*/ 4302125 w 4302125"/>
              <a:gd name="connsiteY62" fmla="*/ 6384936 h 6858000"/>
              <a:gd name="connsiteX63" fmla="*/ 4302125 w 4302125"/>
              <a:gd name="connsiteY63" fmla="*/ 6399081 h 6858000"/>
              <a:gd name="connsiteX64" fmla="*/ 4130287 w 4302125"/>
              <a:gd name="connsiteY64" fmla="*/ 6089087 h 6858000"/>
              <a:gd name="connsiteX65" fmla="*/ 4130294 w 4302125"/>
              <a:gd name="connsiteY65" fmla="*/ 6089087 h 6858000"/>
              <a:gd name="connsiteX66" fmla="*/ 4130294 w 4302125"/>
              <a:gd name="connsiteY66" fmla="*/ 6089053 h 6858000"/>
              <a:gd name="connsiteX67" fmla="*/ 3644760 w 4302125"/>
              <a:gd name="connsiteY67" fmla="*/ 6085766 h 6858000"/>
              <a:gd name="connsiteX68" fmla="*/ 3646607 w 4302125"/>
              <a:gd name="connsiteY68" fmla="*/ 6089087 h 6858000"/>
              <a:gd name="connsiteX69" fmla="*/ 3646632 w 4302125"/>
              <a:gd name="connsiteY69" fmla="*/ 6089087 h 6858000"/>
              <a:gd name="connsiteX70" fmla="*/ 4072092 w 4302125"/>
              <a:gd name="connsiteY70" fmla="*/ 6856653 h 6858000"/>
              <a:gd name="connsiteX71" fmla="*/ 4069664 w 4302125"/>
              <a:gd name="connsiteY71" fmla="*/ 6858000 h 6858000"/>
              <a:gd name="connsiteX72" fmla="*/ 4065011 w 4302125"/>
              <a:gd name="connsiteY72" fmla="*/ 6858000 h 6858000"/>
              <a:gd name="connsiteX73" fmla="*/ 3638796 w 4302125"/>
              <a:gd name="connsiteY73" fmla="*/ 6089087 h 6858000"/>
              <a:gd name="connsiteX74" fmla="*/ 3638802 w 4302125"/>
              <a:gd name="connsiteY74" fmla="*/ 6089087 h 6858000"/>
              <a:gd name="connsiteX75" fmla="*/ 3638802 w 4302125"/>
              <a:gd name="connsiteY75" fmla="*/ 6089053 h 6858000"/>
              <a:gd name="connsiteX76" fmla="*/ 3153262 w 4302125"/>
              <a:gd name="connsiteY76" fmla="*/ 6085766 h 6858000"/>
              <a:gd name="connsiteX77" fmla="*/ 3155106 w 4302125"/>
              <a:gd name="connsiteY77" fmla="*/ 6089087 h 6858000"/>
              <a:gd name="connsiteX78" fmla="*/ 3155129 w 4302125"/>
              <a:gd name="connsiteY78" fmla="*/ 6089087 h 6858000"/>
              <a:gd name="connsiteX79" fmla="*/ 3580615 w 4302125"/>
              <a:gd name="connsiteY79" fmla="*/ 6856653 h 6858000"/>
              <a:gd name="connsiteX80" fmla="*/ 3578186 w 4302125"/>
              <a:gd name="connsiteY80" fmla="*/ 6858000 h 6858000"/>
              <a:gd name="connsiteX81" fmla="*/ 3573533 w 4302125"/>
              <a:gd name="connsiteY81" fmla="*/ 6858000 h 6858000"/>
              <a:gd name="connsiteX82" fmla="*/ 3147295 w 4302125"/>
              <a:gd name="connsiteY82" fmla="*/ 6089087 h 6858000"/>
              <a:gd name="connsiteX83" fmla="*/ 3147302 w 4302125"/>
              <a:gd name="connsiteY83" fmla="*/ 6089087 h 6858000"/>
              <a:gd name="connsiteX84" fmla="*/ 3147302 w 4302125"/>
              <a:gd name="connsiteY84" fmla="*/ 6089053 h 6858000"/>
              <a:gd name="connsiteX85" fmla="*/ 2661802 w 4302125"/>
              <a:gd name="connsiteY85" fmla="*/ 6085766 h 6858000"/>
              <a:gd name="connsiteX86" fmla="*/ 2663650 w 4302125"/>
              <a:gd name="connsiteY86" fmla="*/ 6089087 h 6858000"/>
              <a:gd name="connsiteX87" fmla="*/ 2663678 w 4302125"/>
              <a:gd name="connsiteY87" fmla="*/ 6089087 h 6858000"/>
              <a:gd name="connsiteX88" fmla="*/ 3089094 w 4302125"/>
              <a:gd name="connsiteY88" fmla="*/ 6856653 h 6858000"/>
              <a:gd name="connsiteX89" fmla="*/ 3086669 w 4302125"/>
              <a:gd name="connsiteY89" fmla="*/ 6858000 h 6858000"/>
              <a:gd name="connsiteX90" fmla="*/ 3082022 w 4302125"/>
              <a:gd name="connsiteY90" fmla="*/ 6858000 h 6858000"/>
              <a:gd name="connsiteX91" fmla="*/ 2655840 w 4302125"/>
              <a:gd name="connsiteY91" fmla="*/ 6089087 h 6858000"/>
              <a:gd name="connsiteX92" fmla="*/ 2655846 w 4302125"/>
              <a:gd name="connsiteY92" fmla="*/ 6089087 h 6858000"/>
              <a:gd name="connsiteX93" fmla="*/ 2655846 w 4302125"/>
              <a:gd name="connsiteY93" fmla="*/ 6089053 h 6858000"/>
              <a:gd name="connsiteX94" fmla="*/ 2170263 w 4302125"/>
              <a:gd name="connsiteY94" fmla="*/ 6085766 h 6858000"/>
              <a:gd name="connsiteX95" fmla="*/ 2172110 w 4302125"/>
              <a:gd name="connsiteY95" fmla="*/ 6089087 h 6858000"/>
              <a:gd name="connsiteX96" fmla="*/ 2172141 w 4302125"/>
              <a:gd name="connsiteY96" fmla="*/ 6089087 h 6858000"/>
              <a:gd name="connsiteX97" fmla="*/ 2597643 w 4302125"/>
              <a:gd name="connsiteY97" fmla="*/ 6856653 h 6858000"/>
              <a:gd name="connsiteX98" fmla="*/ 2595213 w 4302125"/>
              <a:gd name="connsiteY98" fmla="*/ 6858000 h 6858000"/>
              <a:gd name="connsiteX99" fmla="*/ 2590557 w 4302125"/>
              <a:gd name="connsiteY99" fmla="*/ 6858000 h 6858000"/>
              <a:gd name="connsiteX100" fmla="*/ 2164303 w 4302125"/>
              <a:gd name="connsiteY100" fmla="*/ 6089087 h 6858000"/>
              <a:gd name="connsiteX101" fmla="*/ 2164308 w 4302125"/>
              <a:gd name="connsiteY101" fmla="*/ 6089087 h 6858000"/>
              <a:gd name="connsiteX102" fmla="*/ 2164308 w 4302125"/>
              <a:gd name="connsiteY102" fmla="*/ 6089053 h 6858000"/>
              <a:gd name="connsiteX103" fmla="*/ 1678715 w 4302125"/>
              <a:gd name="connsiteY103" fmla="*/ 6085766 h 6858000"/>
              <a:gd name="connsiteX104" fmla="*/ 1680564 w 4302125"/>
              <a:gd name="connsiteY104" fmla="*/ 6089087 h 6858000"/>
              <a:gd name="connsiteX105" fmla="*/ 1680594 w 4302125"/>
              <a:gd name="connsiteY105" fmla="*/ 6089087 h 6858000"/>
              <a:gd name="connsiteX106" fmla="*/ 2106117 w 4302125"/>
              <a:gd name="connsiteY106" fmla="*/ 6856653 h 6858000"/>
              <a:gd name="connsiteX107" fmla="*/ 2103686 w 4302125"/>
              <a:gd name="connsiteY107" fmla="*/ 6858000 h 6858000"/>
              <a:gd name="connsiteX108" fmla="*/ 2099030 w 4302125"/>
              <a:gd name="connsiteY108" fmla="*/ 6858000 h 6858000"/>
              <a:gd name="connsiteX109" fmla="*/ 1672754 w 4302125"/>
              <a:gd name="connsiteY109" fmla="*/ 6089087 h 6858000"/>
              <a:gd name="connsiteX110" fmla="*/ 1672758 w 4302125"/>
              <a:gd name="connsiteY110" fmla="*/ 6089087 h 6858000"/>
              <a:gd name="connsiteX111" fmla="*/ 1672758 w 4302125"/>
              <a:gd name="connsiteY111" fmla="*/ 6089053 h 6858000"/>
              <a:gd name="connsiteX112" fmla="*/ 1187261 w 4302125"/>
              <a:gd name="connsiteY112" fmla="*/ 6085766 h 6858000"/>
              <a:gd name="connsiteX113" fmla="*/ 1189075 w 4302125"/>
              <a:gd name="connsiteY113" fmla="*/ 6089087 h 6858000"/>
              <a:gd name="connsiteX114" fmla="*/ 1189105 w 4302125"/>
              <a:gd name="connsiteY114" fmla="*/ 6089087 h 6858000"/>
              <a:gd name="connsiteX115" fmla="*/ 1614557 w 4302125"/>
              <a:gd name="connsiteY115" fmla="*/ 6856653 h 6858000"/>
              <a:gd name="connsiteX116" fmla="*/ 1612128 w 4302125"/>
              <a:gd name="connsiteY116" fmla="*/ 6858000 h 6858000"/>
              <a:gd name="connsiteX117" fmla="*/ 1607473 w 4302125"/>
              <a:gd name="connsiteY117" fmla="*/ 6858000 h 6858000"/>
              <a:gd name="connsiteX118" fmla="*/ 1181299 w 4302125"/>
              <a:gd name="connsiteY118" fmla="*/ 6089087 h 6858000"/>
              <a:gd name="connsiteX119" fmla="*/ 1181304 w 4302125"/>
              <a:gd name="connsiteY119" fmla="*/ 6089087 h 6858000"/>
              <a:gd name="connsiteX120" fmla="*/ 1181304 w 4302125"/>
              <a:gd name="connsiteY120" fmla="*/ 6089053 h 6858000"/>
              <a:gd name="connsiteX121" fmla="*/ 695790 w 4302125"/>
              <a:gd name="connsiteY121" fmla="*/ 6085766 h 6858000"/>
              <a:gd name="connsiteX122" fmla="*/ 697604 w 4302125"/>
              <a:gd name="connsiteY122" fmla="*/ 6089087 h 6858000"/>
              <a:gd name="connsiteX123" fmla="*/ 697633 w 4302125"/>
              <a:gd name="connsiteY123" fmla="*/ 6089087 h 6858000"/>
              <a:gd name="connsiteX124" fmla="*/ 1123085 w 4302125"/>
              <a:gd name="connsiteY124" fmla="*/ 6856653 h 6858000"/>
              <a:gd name="connsiteX125" fmla="*/ 1120655 w 4302125"/>
              <a:gd name="connsiteY125" fmla="*/ 6858000 h 6858000"/>
              <a:gd name="connsiteX126" fmla="*/ 1116000 w 4302125"/>
              <a:gd name="connsiteY126" fmla="*/ 6858000 h 6858000"/>
              <a:gd name="connsiteX127" fmla="*/ 689828 w 4302125"/>
              <a:gd name="connsiteY127" fmla="*/ 6089087 h 6858000"/>
              <a:gd name="connsiteX128" fmla="*/ 689833 w 4302125"/>
              <a:gd name="connsiteY128" fmla="*/ 6089087 h 6858000"/>
              <a:gd name="connsiteX129" fmla="*/ 689833 w 4302125"/>
              <a:gd name="connsiteY129" fmla="*/ 6089053 h 6858000"/>
              <a:gd name="connsiteX130" fmla="*/ 204304 w 4302125"/>
              <a:gd name="connsiteY130" fmla="*/ 6085766 h 6858000"/>
              <a:gd name="connsiteX131" fmla="*/ 206118 w 4302125"/>
              <a:gd name="connsiteY131" fmla="*/ 6089087 h 6858000"/>
              <a:gd name="connsiteX132" fmla="*/ 206147 w 4302125"/>
              <a:gd name="connsiteY132" fmla="*/ 6089087 h 6858000"/>
              <a:gd name="connsiteX133" fmla="*/ 631633 w 4302125"/>
              <a:gd name="connsiteY133" fmla="*/ 6856653 h 6858000"/>
              <a:gd name="connsiteX134" fmla="*/ 629203 w 4302125"/>
              <a:gd name="connsiteY134" fmla="*/ 6858000 h 6858000"/>
              <a:gd name="connsiteX135" fmla="*/ 624548 w 4302125"/>
              <a:gd name="connsiteY135" fmla="*/ 6858000 h 6858000"/>
              <a:gd name="connsiteX136" fmla="*/ 198342 w 4302125"/>
              <a:gd name="connsiteY136" fmla="*/ 6089087 h 6858000"/>
              <a:gd name="connsiteX137" fmla="*/ 198347 w 4302125"/>
              <a:gd name="connsiteY137" fmla="*/ 6089087 h 6858000"/>
              <a:gd name="connsiteX138" fmla="*/ 198347 w 4302125"/>
              <a:gd name="connsiteY138" fmla="*/ 6089053 h 6858000"/>
              <a:gd name="connsiteX139" fmla="*/ 0 w 4302125"/>
              <a:gd name="connsiteY139" fmla="*/ 5717122 h 6858000"/>
              <a:gd name="connsiteX140" fmla="*/ 140152 w 4302125"/>
              <a:gd name="connsiteY140" fmla="*/ 5969952 h 6858000"/>
              <a:gd name="connsiteX141" fmla="*/ 134161 w 4302125"/>
              <a:gd name="connsiteY141" fmla="*/ 5973273 h 6858000"/>
              <a:gd name="connsiteX142" fmla="*/ 0 w 4302125"/>
              <a:gd name="connsiteY142" fmla="*/ 5731236 h 6858000"/>
              <a:gd name="connsiteX143" fmla="*/ 4302125 w 4302125"/>
              <a:gd name="connsiteY143" fmla="*/ 5659949 h 6858000"/>
              <a:gd name="connsiteX144" fmla="*/ 4302125 w 4302125"/>
              <a:gd name="connsiteY144" fmla="*/ 5674077 h 6858000"/>
              <a:gd name="connsiteX145" fmla="*/ 4130294 w 4302125"/>
              <a:gd name="connsiteY145" fmla="*/ 5984088 h 6858000"/>
              <a:gd name="connsiteX146" fmla="*/ 4130294 w 4302125"/>
              <a:gd name="connsiteY146" fmla="*/ 5984158 h 6858000"/>
              <a:gd name="connsiteX147" fmla="*/ 4072135 w 4302125"/>
              <a:gd name="connsiteY147" fmla="*/ 6089087 h 6858000"/>
              <a:gd name="connsiteX148" fmla="*/ 4072092 w 4302125"/>
              <a:gd name="connsiteY148" fmla="*/ 6089087 h 6858000"/>
              <a:gd name="connsiteX149" fmla="*/ 3890561 w 4302125"/>
              <a:gd name="connsiteY149" fmla="*/ 6416640 h 6858000"/>
              <a:gd name="connsiteX150" fmla="*/ 3884570 w 4302125"/>
              <a:gd name="connsiteY150" fmla="*/ 6413320 h 6858000"/>
              <a:gd name="connsiteX151" fmla="*/ 4064257 w 4302125"/>
              <a:gd name="connsiteY151" fmla="*/ 6089087 h 6858000"/>
              <a:gd name="connsiteX152" fmla="*/ 4064328 w 4302125"/>
              <a:gd name="connsiteY152" fmla="*/ 6089087 h 6858000"/>
              <a:gd name="connsiteX153" fmla="*/ 4130294 w 4302125"/>
              <a:gd name="connsiteY153" fmla="*/ 5970022 h 6858000"/>
              <a:gd name="connsiteX154" fmla="*/ 4130294 w 4302125"/>
              <a:gd name="connsiteY154" fmla="*/ 5969986 h 6858000"/>
              <a:gd name="connsiteX155" fmla="*/ 3820379 w 4302125"/>
              <a:gd name="connsiteY155" fmla="*/ 5642432 h 6858000"/>
              <a:gd name="connsiteX156" fmla="*/ 3826339 w 4302125"/>
              <a:gd name="connsiteY156" fmla="*/ 5645753 h 6858000"/>
              <a:gd name="connsiteX157" fmla="*/ 3638821 w 4302125"/>
              <a:gd name="connsiteY157" fmla="*/ 5984057 h 6858000"/>
              <a:gd name="connsiteX158" fmla="*/ 3638821 w 4302125"/>
              <a:gd name="connsiteY158" fmla="*/ 5984158 h 6858000"/>
              <a:gd name="connsiteX159" fmla="*/ 3580652 w 4302125"/>
              <a:gd name="connsiteY159" fmla="*/ 6089087 h 6858000"/>
              <a:gd name="connsiteX160" fmla="*/ 3580618 w 4302125"/>
              <a:gd name="connsiteY160" fmla="*/ 6089087 h 6858000"/>
              <a:gd name="connsiteX161" fmla="*/ 3399086 w 4302125"/>
              <a:gd name="connsiteY161" fmla="*/ 6416640 h 6858000"/>
              <a:gd name="connsiteX162" fmla="*/ 3393098 w 4302125"/>
              <a:gd name="connsiteY162" fmla="*/ 6413320 h 6858000"/>
              <a:gd name="connsiteX163" fmla="*/ 3572810 w 4302125"/>
              <a:gd name="connsiteY163" fmla="*/ 6089087 h 6858000"/>
              <a:gd name="connsiteX164" fmla="*/ 3572852 w 4302125"/>
              <a:gd name="connsiteY164" fmla="*/ 6089087 h 6858000"/>
              <a:gd name="connsiteX165" fmla="*/ 3638804 w 4302125"/>
              <a:gd name="connsiteY165" fmla="*/ 5970053 h 6858000"/>
              <a:gd name="connsiteX166" fmla="*/ 3638804 w 4302125"/>
              <a:gd name="connsiteY166" fmla="*/ 5969986 h 6858000"/>
              <a:gd name="connsiteX167" fmla="*/ 3328929 w 4302125"/>
              <a:gd name="connsiteY167" fmla="*/ 5642432 h 6858000"/>
              <a:gd name="connsiteX168" fmla="*/ 3334914 w 4302125"/>
              <a:gd name="connsiteY168" fmla="*/ 5645753 h 6858000"/>
              <a:gd name="connsiteX169" fmla="*/ 3147302 w 4302125"/>
              <a:gd name="connsiteY169" fmla="*/ 5984088 h 6858000"/>
              <a:gd name="connsiteX170" fmla="*/ 3147302 w 4302125"/>
              <a:gd name="connsiteY170" fmla="*/ 5984158 h 6858000"/>
              <a:gd name="connsiteX171" fmla="*/ 3089133 w 4302125"/>
              <a:gd name="connsiteY171" fmla="*/ 6089087 h 6858000"/>
              <a:gd name="connsiteX172" fmla="*/ 3089094 w 4302125"/>
              <a:gd name="connsiteY172" fmla="*/ 6089087 h 6858000"/>
              <a:gd name="connsiteX173" fmla="*/ 2907558 w 4302125"/>
              <a:gd name="connsiteY173" fmla="*/ 6416640 h 6858000"/>
              <a:gd name="connsiteX174" fmla="*/ 2901569 w 4302125"/>
              <a:gd name="connsiteY174" fmla="*/ 6413320 h 6858000"/>
              <a:gd name="connsiteX175" fmla="*/ 3081302 w 4302125"/>
              <a:gd name="connsiteY175" fmla="*/ 6089087 h 6858000"/>
              <a:gd name="connsiteX176" fmla="*/ 3081341 w 4302125"/>
              <a:gd name="connsiteY176" fmla="*/ 6089087 h 6858000"/>
              <a:gd name="connsiteX177" fmla="*/ 3147302 w 4302125"/>
              <a:gd name="connsiteY177" fmla="*/ 5970021 h 6858000"/>
              <a:gd name="connsiteX178" fmla="*/ 3147302 w 4302125"/>
              <a:gd name="connsiteY178" fmla="*/ 5969986 h 6858000"/>
              <a:gd name="connsiteX179" fmla="*/ 2837389 w 4302125"/>
              <a:gd name="connsiteY179" fmla="*/ 5642432 h 6858000"/>
              <a:gd name="connsiteX180" fmla="*/ 2843379 w 4302125"/>
              <a:gd name="connsiteY180" fmla="*/ 5645753 h 6858000"/>
              <a:gd name="connsiteX181" fmla="*/ 2655848 w 4302125"/>
              <a:gd name="connsiteY181" fmla="*/ 5984088 h 6858000"/>
              <a:gd name="connsiteX182" fmla="*/ 2655848 w 4302125"/>
              <a:gd name="connsiteY182" fmla="*/ 5984158 h 6858000"/>
              <a:gd name="connsiteX183" fmla="*/ 2597717 w 4302125"/>
              <a:gd name="connsiteY183" fmla="*/ 6089087 h 6858000"/>
              <a:gd name="connsiteX184" fmla="*/ 2597643 w 4302125"/>
              <a:gd name="connsiteY184" fmla="*/ 6089087 h 6858000"/>
              <a:gd name="connsiteX185" fmla="*/ 2416078 w 4302125"/>
              <a:gd name="connsiteY185" fmla="*/ 6416640 h 6858000"/>
              <a:gd name="connsiteX186" fmla="*/ 2410088 w 4302125"/>
              <a:gd name="connsiteY186" fmla="*/ 6413320 h 6858000"/>
              <a:gd name="connsiteX187" fmla="*/ 2589837 w 4302125"/>
              <a:gd name="connsiteY187" fmla="*/ 6089087 h 6858000"/>
              <a:gd name="connsiteX188" fmla="*/ 2589877 w 4302125"/>
              <a:gd name="connsiteY188" fmla="*/ 6089087 h 6858000"/>
              <a:gd name="connsiteX189" fmla="*/ 2655847 w 4302125"/>
              <a:gd name="connsiteY189" fmla="*/ 5970021 h 6858000"/>
              <a:gd name="connsiteX190" fmla="*/ 2655847 w 4302125"/>
              <a:gd name="connsiteY190" fmla="*/ 5969986 h 6858000"/>
              <a:gd name="connsiteX191" fmla="*/ 2345909 w 4302125"/>
              <a:gd name="connsiteY191" fmla="*/ 5642432 h 6858000"/>
              <a:gd name="connsiteX192" fmla="*/ 2351898 w 4302125"/>
              <a:gd name="connsiteY192" fmla="*/ 5645753 h 6858000"/>
              <a:gd name="connsiteX193" fmla="*/ 2164311 w 4302125"/>
              <a:gd name="connsiteY193" fmla="*/ 5984088 h 6858000"/>
              <a:gd name="connsiteX194" fmla="*/ 2164311 w 4302125"/>
              <a:gd name="connsiteY194" fmla="*/ 5984158 h 6858000"/>
              <a:gd name="connsiteX195" fmla="*/ 2106193 w 4302125"/>
              <a:gd name="connsiteY195" fmla="*/ 6089087 h 6858000"/>
              <a:gd name="connsiteX196" fmla="*/ 2106117 w 4302125"/>
              <a:gd name="connsiteY196" fmla="*/ 6089087 h 6858000"/>
              <a:gd name="connsiteX197" fmla="*/ 1924507 w 4302125"/>
              <a:gd name="connsiteY197" fmla="*/ 6416640 h 6858000"/>
              <a:gd name="connsiteX198" fmla="*/ 1918516 w 4302125"/>
              <a:gd name="connsiteY198" fmla="*/ 6413320 h 6858000"/>
              <a:gd name="connsiteX199" fmla="*/ 2098313 w 4302125"/>
              <a:gd name="connsiteY199" fmla="*/ 6089087 h 6858000"/>
              <a:gd name="connsiteX200" fmla="*/ 2098345 w 4302125"/>
              <a:gd name="connsiteY200" fmla="*/ 6089087 h 6858000"/>
              <a:gd name="connsiteX201" fmla="*/ 2164308 w 4302125"/>
              <a:gd name="connsiteY201" fmla="*/ 5970022 h 6858000"/>
              <a:gd name="connsiteX202" fmla="*/ 2164308 w 4302125"/>
              <a:gd name="connsiteY202" fmla="*/ 5969986 h 6858000"/>
              <a:gd name="connsiteX203" fmla="*/ 1854333 w 4302125"/>
              <a:gd name="connsiteY203" fmla="*/ 5642432 h 6858000"/>
              <a:gd name="connsiteX204" fmla="*/ 1860324 w 4302125"/>
              <a:gd name="connsiteY204" fmla="*/ 5645753 h 6858000"/>
              <a:gd name="connsiteX205" fmla="*/ 1672794 w 4302125"/>
              <a:gd name="connsiteY205" fmla="*/ 5984027 h 6858000"/>
              <a:gd name="connsiteX206" fmla="*/ 1672794 w 4302125"/>
              <a:gd name="connsiteY206" fmla="*/ 5984158 h 6858000"/>
              <a:gd name="connsiteX207" fmla="*/ 1614631 w 4302125"/>
              <a:gd name="connsiteY207" fmla="*/ 6089087 h 6858000"/>
              <a:gd name="connsiteX208" fmla="*/ 1614592 w 4302125"/>
              <a:gd name="connsiteY208" fmla="*/ 6089087 h 6858000"/>
              <a:gd name="connsiteX209" fmla="*/ 1433019 w 4302125"/>
              <a:gd name="connsiteY209" fmla="*/ 6416640 h 6858000"/>
              <a:gd name="connsiteX210" fmla="*/ 1427028 w 4302125"/>
              <a:gd name="connsiteY210" fmla="*/ 6413320 h 6858000"/>
              <a:gd name="connsiteX211" fmla="*/ 1606753 w 4302125"/>
              <a:gd name="connsiteY211" fmla="*/ 6089087 h 6858000"/>
              <a:gd name="connsiteX212" fmla="*/ 1606791 w 4302125"/>
              <a:gd name="connsiteY212" fmla="*/ 6089087 h 6858000"/>
              <a:gd name="connsiteX213" fmla="*/ 1672759 w 4302125"/>
              <a:gd name="connsiteY213" fmla="*/ 5970083 h 6858000"/>
              <a:gd name="connsiteX214" fmla="*/ 1672759 w 4302125"/>
              <a:gd name="connsiteY214" fmla="*/ 5969986 h 6858000"/>
              <a:gd name="connsiteX215" fmla="*/ 1362844 w 4302125"/>
              <a:gd name="connsiteY215" fmla="*/ 5642432 h 6858000"/>
              <a:gd name="connsiteX216" fmla="*/ 1368835 w 4302125"/>
              <a:gd name="connsiteY216" fmla="*/ 5645753 h 6858000"/>
              <a:gd name="connsiteX217" fmla="*/ 1181321 w 4302125"/>
              <a:gd name="connsiteY217" fmla="*/ 5984060 h 6858000"/>
              <a:gd name="connsiteX218" fmla="*/ 1181321 w 4302125"/>
              <a:gd name="connsiteY218" fmla="*/ 5984158 h 6858000"/>
              <a:gd name="connsiteX219" fmla="*/ 1123159 w 4302125"/>
              <a:gd name="connsiteY219" fmla="*/ 6089087 h 6858000"/>
              <a:gd name="connsiteX220" fmla="*/ 1123120 w 4302125"/>
              <a:gd name="connsiteY220" fmla="*/ 6089087 h 6858000"/>
              <a:gd name="connsiteX221" fmla="*/ 941546 w 4302125"/>
              <a:gd name="connsiteY221" fmla="*/ 6416640 h 6858000"/>
              <a:gd name="connsiteX222" fmla="*/ 935556 w 4302125"/>
              <a:gd name="connsiteY222" fmla="*/ 6413320 h 6858000"/>
              <a:gd name="connsiteX223" fmla="*/ 1115281 w 4302125"/>
              <a:gd name="connsiteY223" fmla="*/ 6089087 h 6858000"/>
              <a:gd name="connsiteX224" fmla="*/ 1115319 w 4302125"/>
              <a:gd name="connsiteY224" fmla="*/ 6089087 h 6858000"/>
              <a:gd name="connsiteX225" fmla="*/ 1181305 w 4302125"/>
              <a:gd name="connsiteY225" fmla="*/ 5970050 h 6858000"/>
              <a:gd name="connsiteX226" fmla="*/ 1181305 w 4302125"/>
              <a:gd name="connsiteY226" fmla="*/ 5969986 h 6858000"/>
              <a:gd name="connsiteX227" fmla="*/ 871373 w 4302125"/>
              <a:gd name="connsiteY227" fmla="*/ 5642432 h 6858000"/>
              <a:gd name="connsiteX228" fmla="*/ 877364 w 4302125"/>
              <a:gd name="connsiteY228" fmla="*/ 5645753 h 6858000"/>
              <a:gd name="connsiteX229" fmla="*/ 689834 w 4302125"/>
              <a:gd name="connsiteY229" fmla="*/ 5984088 h 6858000"/>
              <a:gd name="connsiteX230" fmla="*/ 689834 w 4302125"/>
              <a:gd name="connsiteY230" fmla="*/ 5984158 h 6858000"/>
              <a:gd name="connsiteX231" fmla="*/ 631672 w 4302125"/>
              <a:gd name="connsiteY231" fmla="*/ 6089087 h 6858000"/>
              <a:gd name="connsiteX232" fmla="*/ 631633 w 4302125"/>
              <a:gd name="connsiteY232" fmla="*/ 6089087 h 6858000"/>
              <a:gd name="connsiteX233" fmla="*/ 450059 w 4302125"/>
              <a:gd name="connsiteY233" fmla="*/ 6416640 h 6858000"/>
              <a:gd name="connsiteX234" fmla="*/ 444068 w 4302125"/>
              <a:gd name="connsiteY234" fmla="*/ 6413320 h 6858000"/>
              <a:gd name="connsiteX235" fmla="*/ 623793 w 4302125"/>
              <a:gd name="connsiteY235" fmla="*/ 6089087 h 6858000"/>
              <a:gd name="connsiteX236" fmla="*/ 623832 w 4302125"/>
              <a:gd name="connsiteY236" fmla="*/ 6089087 h 6858000"/>
              <a:gd name="connsiteX237" fmla="*/ 689834 w 4302125"/>
              <a:gd name="connsiteY237" fmla="*/ 5970021 h 6858000"/>
              <a:gd name="connsiteX238" fmla="*/ 689834 w 4302125"/>
              <a:gd name="connsiteY238" fmla="*/ 5969986 h 6858000"/>
              <a:gd name="connsiteX239" fmla="*/ 379886 w 4302125"/>
              <a:gd name="connsiteY239" fmla="*/ 5642432 h 6858000"/>
              <a:gd name="connsiteX240" fmla="*/ 385877 w 4302125"/>
              <a:gd name="connsiteY240" fmla="*/ 5645753 h 6858000"/>
              <a:gd name="connsiteX241" fmla="*/ 198348 w 4302125"/>
              <a:gd name="connsiteY241" fmla="*/ 5984088 h 6858000"/>
              <a:gd name="connsiteX242" fmla="*/ 198348 w 4302125"/>
              <a:gd name="connsiteY242" fmla="*/ 5984158 h 6858000"/>
              <a:gd name="connsiteX243" fmla="*/ 140186 w 4302125"/>
              <a:gd name="connsiteY243" fmla="*/ 6089087 h 6858000"/>
              <a:gd name="connsiteX244" fmla="*/ 140147 w 4302125"/>
              <a:gd name="connsiteY244" fmla="*/ 6089087 h 6858000"/>
              <a:gd name="connsiteX245" fmla="*/ 0 w 4302125"/>
              <a:gd name="connsiteY245" fmla="*/ 6341909 h 6858000"/>
              <a:gd name="connsiteX246" fmla="*/ 0 w 4302125"/>
              <a:gd name="connsiteY246" fmla="*/ 6327778 h 6858000"/>
              <a:gd name="connsiteX247" fmla="*/ 132308 w 4302125"/>
              <a:gd name="connsiteY247" fmla="*/ 6089087 h 6858000"/>
              <a:gd name="connsiteX248" fmla="*/ 132346 w 4302125"/>
              <a:gd name="connsiteY248" fmla="*/ 6089087 h 6858000"/>
              <a:gd name="connsiteX249" fmla="*/ 198347 w 4302125"/>
              <a:gd name="connsiteY249" fmla="*/ 5970021 h 6858000"/>
              <a:gd name="connsiteX250" fmla="*/ 198347 w 4302125"/>
              <a:gd name="connsiteY250" fmla="*/ 5969986 h 6858000"/>
              <a:gd name="connsiteX251" fmla="*/ 4130294 w 4302125"/>
              <a:gd name="connsiteY251" fmla="*/ 5202386 h 6858000"/>
              <a:gd name="connsiteX252" fmla="*/ 4138139 w 4302125"/>
              <a:gd name="connsiteY252" fmla="*/ 5202386 h 6858000"/>
              <a:gd name="connsiteX253" fmla="*/ 4302125 w 4302125"/>
              <a:gd name="connsiteY253" fmla="*/ 5498223 h 6858000"/>
              <a:gd name="connsiteX254" fmla="*/ 4302125 w 4302125"/>
              <a:gd name="connsiteY254" fmla="*/ 5512366 h 6858000"/>
              <a:gd name="connsiteX255" fmla="*/ 3638802 w 4302125"/>
              <a:gd name="connsiteY255" fmla="*/ 5202386 h 6858000"/>
              <a:gd name="connsiteX256" fmla="*/ 3646639 w 4302125"/>
              <a:gd name="connsiteY256" fmla="*/ 5202386 h 6858000"/>
              <a:gd name="connsiteX257" fmla="*/ 4072098 w 4302125"/>
              <a:gd name="connsiteY257" fmla="*/ 5969952 h 6858000"/>
              <a:gd name="connsiteX258" fmla="*/ 4066109 w 4302125"/>
              <a:gd name="connsiteY258" fmla="*/ 5973273 h 6858000"/>
              <a:gd name="connsiteX259" fmla="*/ 3147302 w 4302125"/>
              <a:gd name="connsiteY259" fmla="*/ 5202386 h 6858000"/>
              <a:gd name="connsiteX260" fmla="*/ 3155137 w 4302125"/>
              <a:gd name="connsiteY260" fmla="*/ 5202386 h 6858000"/>
              <a:gd name="connsiteX261" fmla="*/ 3580621 w 4302125"/>
              <a:gd name="connsiteY261" fmla="*/ 5969952 h 6858000"/>
              <a:gd name="connsiteX262" fmla="*/ 3574631 w 4302125"/>
              <a:gd name="connsiteY262" fmla="*/ 5973273 h 6858000"/>
              <a:gd name="connsiteX263" fmla="*/ 2655847 w 4302125"/>
              <a:gd name="connsiteY263" fmla="*/ 5202386 h 6858000"/>
              <a:gd name="connsiteX264" fmla="*/ 2663684 w 4302125"/>
              <a:gd name="connsiteY264" fmla="*/ 5202386 h 6858000"/>
              <a:gd name="connsiteX265" fmla="*/ 3089099 w 4302125"/>
              <a:gd name="connsiteY265" fmla="*/ 5969952 h 6858000"/>
              <a:gd name="connsiteX266" fmla="*/ 3083123 w 4302125"/>
              <a:gd name="connsiteY266" fmla="*/ 5973273 h 6858000"/>
              <a:gd name="connsiteX267" fmla="*/ 2164308 w 4302125"/>
              <a:gd name="connsiteY267" fmla="*/ 5202386 h 6858000"/>
              <a:gd name="connsiteX268" fmla="*/ 2172146 w 4302125"/>
              <a:gd name="connsiteY268" fmla="*/ 5202386 h 6858000"/>
              <a:gd name="connsiteX269" fmla="*/ 2597649 w 4302125"/>
              <a:gd name="connsiteY269" fmla="*/ 5969952 h 6858000"/>
              <a:gd name="connsiteX270" fmla="*/ 2591657 w 4302125"/>
              <a:gd name="connsiteY270" fmla="*/ 5973273 h 6858000"/>
              <a:gd name="connsiteX271" fmla="*/ 1672759 w 4302125"/>
              <a:gd name="connsiteY271" fmla="*/ 5202386 h 6858000"/>
              <a:gd name="connsiteX272" fmla="*/ 1680598 w 4302125"/>
              <a:gd name="connsiteY272" fmla="*/ 5202386 h 6858000"/>
              <a:gd name="connsiteX273" fmla="*/ 2106124 w 4302125"/>
              <a:gd name="connsiteY273" fmla="*/ 5969952 h 6858000"/>
              <a:gd name="connsiteX274" fmla="*/ 2100133 w 4302125"/>
              <a:gd name="connsiteY274" fmla="*/ 5973273 h 6858000"/>
              <a:gd name="connsiteX275" fmla="*/ 1181304 w 4302125"/>
              <a:gd name="connsiteY275" fmla="*/ 5202386 h 6858000"/>
              <a:gd name="connsiteX276" fmla="*/ 1189110 w 4302125"/>
              <a:gd name="connsiteY276" fmla="*/ 5202386 h 6858000"/>
              <a:gd name="connsiteX277" fmla="*/ 1614562 w 4302125"/>
              <a:gd name="connsiteY277" fmla="*/ 5969952 h 6858000"/>
              <a:gd name="connsiteX278" fmla="*/ 1608571 w 4302125"/>
              <a:gd name="connsiteY278" fmla="*/ 5973273 h 6858000"/>
              <a:gd name="connsiteX279" fmla="*/ 689833 w 4302125"/>
              <a:gd name="connsiteY279" fmla="*/ 5202386 h 6858000"/>
              <a:gd name="connsiteX280" fmla="*/ 697638 w 4302125"/>
              <a:gd name="connsiteY280" fmla="*/ 5202386 h 6858000"/>
              <a:gd name="connsiteX281" fmla="*/ 1123090 w 4302125"/>
              <a:gd name="connsiteY281" fmla="*/ 5969952 h 6858000"/>
              <a:gd name="connsiteX282" fmla="*/ 1117099 w 4302125"/>
              <a:gd name="connsiteY282" fmla="*/ 5973273 h 6858000"/>
              <a:gd name="connsiteX283" fmla="*/ 198347 w 4302125"/>
              <a:gd name="connsiteY283" fmla="*/ 5202386 h 6858000"/>
              <a:gd name="connsiteX284" fmla="*/ 206152 w 4302125"/>
              <a:gd name="connsiteY284" fmla="*/ 5202386 h 6858000"/>
              <a:gd name="connsiteX285" fmla="*/ 631638 w 4302125"/>
              <a:gd name="connsiteY285" fmla="*/ 5969952 h 6858000"/>
              <a:gd name="connsiteX286" fmla="*/ 625647 w 4302125"/>
              <a:gd name="connsiteY286" fmla="*/ 5973273 h 6858000"/>
              <a:gd name="connsiteX287" fmla="*/ 4136263 w 4302125"/>
              <a:gd name="connsiteY287" fmla="*/ 5199064 h 6858000"/>
              <a:gd name="connsiteX288" fmla="*/ 4138110 w 4302125"/>
              <a:gd name="connsiteY288" fmla="*/ 5202385 h 6858000"/>
              <a:gd name="connsiteX289" fmla="*/ 4130299 w 4302125"/>
              <a:gd name="connsiteY289" fmla="*/ 5202385 h 6858000"/>
              <a:gd name="connsiteX290" fmla="*/ 3644762 w 4302125"/>
              <a:gd name="connsiteY290" fmla="*/ 5199064 h 6858000"/>
              <a:gd name="connsiteX291" fmla="*/ 3646609 w 4302125"/>
              <a:gd name="connsiteY291" fmla="*/ 5202385 h 6858000"/>
              <a:gd name="connsiteX292" fmla="*/ 3638807 w 4302125"/>
              <a:gd name="connsiteY292" fmla="*/ 5202385 h 6858000"/>
              <a:gd name="connsiteX293" fmla="*/ 3153262 w 4302125"/>
              <a:gd name="connsiteY293" fmla="*/ 5199064 h 6858000"/>
              <a:gd name="connsiteX294" fmla="*/ 3155124 w 4302125"/>
              <a:gd name="connsiteY294" fmla="*/ 5202385 h 6858000"/>
              <a:gd name="connsiteX295" fmla="*/ 3147302 w 4302125"/>
              <a:gd name="connsiteY295" fmla="*/ 5202385 h 6858000"/>
              <a:gd name="connsiteX296" fmla="*/ 2661809 w 4302125"/>
              <a:gd name="connsiteY296" fmla="*/ 5199064 h 6858000"/>
              <a:gd name="connsiteX297" fmla="*/ 2663656 w 4302125"/>
              <a:gd name="connsiteY297" fmla="*/ 5202385 h 6858000"/>
              <a:gd name="connsiteX298" fmla="*/ 2655852 w 4302125"/>
              <a:gd name="connsiteY298" fmla="*/ 5202385 h 6858000"/>
              <a:gd name="connsiteX299" fmla="*/ 2170269 w 4302125"/>
              <a:gd name="connsiteY299" fmla="*/ 5199064 h 6858000"/>
              <a:gd name="connsiteX300" fmla="*/ 2172116 w 4302125"/>
              <a:gd name="connsiteY300" fmla="*/ 5202385 h 6858000"/>
              <a:gd name="connsiteX301" fmla="*/ 2164311 w 4302125"/>
              <a:gd name="connsiteY301" fmla="*/ 5202385 h 6858000"/>
              <a:gd name="connsiteX302" fmla="*/ 1678720 w 4302125"/>
              <a:gd name="connsiteY302" fmla="*/ 5199064 h 6858000"/>
              <a:gd name="connsiteX303" fmla="*/ 1680569 w 4302125"/>
              <a:gd name="connsiteY303" fmla="*/ 5202385 h 6858000"/>
              <a:gd name="connsiteX304" fmla="*/ 1672764 w 4302125"/>
              <a:gd name="connsiteY304" fmla="*/ 5202385 h 6858000"/>
              <a:gd name="connsiteX305" fmla="*/ 1187266 w 4302125"/>
              <a:gd name="connsiteY305" fmla="*/ 5199064 h 6858000"/>
              <a:gd name="connsiteX306" fmla="*/ 1189080 w 4302125"/>
              <a:gd name="connsiteY306" fmla="*/ 5202385 h 6858000"/>
              <a:gd name="connsiteX307" fmla="*/ 1181309 w 4302125"/>
              <a:gd name="connsiteY307" fmla="*/ 5202385 h 6858000"/>
              <a:gd name="connsiteX308" fmla="*/ 695795 w 4302125"/>
              <a:gd name="connsiteY308" fmla="*/ 5199064 h 6858000"/>
              <a:gd name="connsiteX309" fmla="*/ 697609 w 4302125"/>
              <a:gd name="connsiteY309" fmla="*/ 5202385 h 6858000"/>
              <a:gd name="connsiteX310" fmla="*/ 689838 w 4302125"/>
              <a:gd name="connsiteY310" fmla="*/ 5202385 h 6858000"/>
              <a:gd name="connsiteX311" fmla="*/ 204309 w 4302125"/>
              <a:gd name="connsiteY311" fmla="*/ 5199064 h 6858000"/>
              <a:gd name="connsiteX312" fmla="*/ 206123 w 4302125"/>
              <a:gd name="connsiteY312" fmla="*/ 5202385 h 6858000"/>
              <a:gd name="connsiteX313" fmla="*/ 198353 w 4302125"/>
              <a:gd name="connsiteY313" fmla="*/ 5202385 h 6858000"/>
              <a:gd name="connsiteX314" fmla="*/ 0 w 4302125"/>
              <a:gd name="connsiteY314" fmla="*/ 4830410 h 6858000"/>
              <a:gd name="connsiteX315" fmla="*/ 140158 w 4302125"/>
              <a:gd name="connsiteY315" fmla="*/ 5083250 h 6858000"/>
              <a:gd name="connsiteX316" fmla="*/ 134167 w 4302125"/>
              <a:gd name="connsiteY316" fmla="*/ 5086571 h 6858000"/>
              <a:gd name="connsiteX317" fmla="*/ 0 w 4302125"/>
              <a:gd name="connsiteY317" fmla="*/ 4844523 h 6858000"/>
              <a:gd name="connsiteX318" fmla="*/ 4302125 w 4302125"/>
              <a:gd name="connsiteY318" fmla="*/ 4773256 h 6858000"/>
              <a:gd name="connsiteX319" fmla="*/ 4302125 w 4302125"/>
              <a:gd name="connsiteY319" fmla="*/ 4787388 h 6858000"/>
              <a:gd name="connsiteX320" fmla="*/ 4130302 w 4302125"/>
              <a:gd name="connsiteY320" fmla="*/ 5097386 h 6858000"/>
              <a:gd name="connsiteX321" fmla="*/ 4130302 w 4302125"/>
              <a:gd name="connsiteY321" fmla="*/ 5097457 h 6858000"/>
              <a:gd name="connsiteX322" fmla="*/ 4072139 w 4302125"/>
              <a:gd name="connsiteY322" fmla="*/ 5202386 h 6858000"/>
              <a:gd name="connsiteX323" fmla="*/ 4072098 w 4302125"/>
              <a:gd name="connsiteY323" fmla="*/ 5202386 h 6858000"/>
              <a:gd name="connsiteX324" fmla="*/ 3890566 w 4302125"/>
              <a:gd name="connsiteY324" fmla="*/ 5529939 h 6858000"/>
              <a:gd name="connsiteX325" fmla="*/ 3884576 w 4302125"/>
              <a:gd name="connsiteY325" fmla="*/ 5526619 h 6858000"/>
              <a:gd name="connsiteX326" fmla="*/ 4064262 w 4302125"/>
              <a:gd name="connsiteY326" fmla="*/ 5202386 h 6858000"/>
              <a:gd name="connsiteX327" fmla="*/ 4064335 w 4302125"/>
              <a:gd name="connsiteY327" fmla="*/ 5202386 h 6858000"/>
              <a:gd name="connsiteX328" fmla="*/ 4130300 w 4302125"/>
              <a:gd name="connsiteY328" fmla="*/ 5083355 h 6858000"/>
              <a:gd name="connsiteX329" fmla="*/ 4130300 w 4302125"/>
              <a:gd name="connsiteY329" fmla="*/ 5083284 h 6858000"/>
              <a:gd name="connsiteX330" fmla="*/ 3820389 w 4302125"/>
              <a:gd name="connsiteY330" fmla="*/ 4755730 h 6858000"/>
              <a:gd name="connsiteX331" fmla="*/ 3826344 w 4302125"/>
              <a:gd name="connsiteY331" fmla="*/ 4759051 h 6858000"/>
              <a:gd name="connsiteX332" fmla="*/ 3638826 w 4302125"/>
              <a:gd name="connsiteY332" fmla="*/ 5097356 h 6858000"/>
              <a:gd name="connsiteX333" fmla="*/ 3638826 w 4302125"/>
              <a:gd name="connsiteY333" fmla="*/ 5097457 h 6858000"/>
              <a:gd name="connsiteX334" fmla="*/ 3580659 w 4302125"/>
              <a:gd name="connsiteY334" fmla="*/ 5202386 h 6858000"/>
              <a:gd name="connsiteX335" fmla="*/ 3580621 w 4302125"/>
              <a:gd name="connsiteY335" fmla="*/ 5202386 h 6858000"/>
              <a:gd name="connsiteX336" fmla="*/ 3399095 w 4302125"/>
              <a:gd name="connsiteY336" fmla="*/ 5529939 h 6858000"/>
              <a:gd name="connsiteX337" fmla="*/ 3393104 w 4302125"/>
              <a:gd name="connsiteY337" fmla="*/ 5526619 h 6858000"/>
              <a:gd name="connsiteX338" fmla="*/ 3572817 w 4302125"/>
              <a:gd name="connsiteY338" fmla="*/ 5202386 h 6858000"/>
              <a:gd name="connsiteX339" fmla="*/ 3572859 w 4302125"/>
              <a:gd name="connsiteY339" fmla="*/ 5202386 h 6858000"/>
              <a:gd name="connsiteX340" fmla="*/ 3638809 w 4302125"/>
              <a:gd name="connsiteY340" fmla="*/ 5083385 h 6858000"/>
              <a:gd name="connsiteX341" fmla="*/ 3638809 w 4302125"/>
              <a:gd name="connsiteY341" fmla="*/ 5083284 h 6858000"/>
              <a:gd name="connsiteX342" fmla="*/ 3328932 w 4302125"/>
              <a:gd name="connsiteY342" fmla="*/ 4755730 h 6858000"/>
              <a:gd name="connsiteX343" fmla="*/ 3334921 w 4302125"/>
              <a:gd name="connsiteY343" fmla="*/ 4759051 h 6858000"/>
              <a:gd name="connsiteX344" fmla="*/ 3147308 w 4302125"/>
              <a:gd name="connsiteY344" fmla="*/ 5097386 h 6858000"/>
              <a:gd name="connsiteX345" fmla="*/ 3147308 w 4302125"/>
              <a:gd name="connsiteY345" fmla="*/ 5097457 h 6858000"/>
              <a:gd name="connsiteX346" fmla="*/ 3089140 w 4302125"/>
              <a:gd name="connsiteY346" fmla="*/ 5202386 h 6858000"/>
              <a:gd name="connsiteX347" fmla="*/ 3089099 w 4302125"/>
              <a:gd name="connsiteY347" fmla="*/ 5202386 h 6858000"/>
              <a:gd name="connsiteX348" fmla="*/ 2907562 w 4302125"/>
              <a:gd name="connsiteY348" fmla="*/ 5529939 h 6858000"/>
              <a:gd name="connsiteX349" fmla="*/ 2901573 w 4302125"/>
              <a:gd name="connsiteY349" fmla="*/ 5526619 h 6858000"/>
              <a:gd name="connsiteX350" fmla="*/ 3081310 w 4302125"/>
              <a:gd name="connsiteY350" fmla="*/ 5202386 h 6858000"/>
              <a:gd name="connsiteX351" fmla="*/ 3081349 w 4302125"/>
              <a:gd name="connsiteY351" fmla="*/ 5202386 h 6858000"/>
              <a:gd name="connsiteX352" fmla="*/ 3147308 w 4302125"/>
              <a:gd name="connsiteY352" fmla="*/ 5083355 h 6858000"/>
              <a:gd name="connsiteX353" fmla="*/ 3147308 w 4302125"/>
              <a:gd name="connsiteY353" fmla="*/ 5083284 h 6858000"/>
              <a:gd name="connsiteX354" fmla="*/ 2837393 w 4302125"/>
              <a:gd name="connsiteY354" fmla="*/ 4755730 h 6858000"/>
              <a:gd name="connsiteX355" fmla="*/ 2843384 w 4302125"/>
              <a:gd name="connsiteY355" fmla="*/ 4759051 h 6858000"/>
              <a:gd name="connsiteX356" fmla="*/ 2655854 w 4302125"/>
              <a:gd name="connsiteY356" fmla="*/ 5097386 h 6858000"/>
              <a:gd name="connsiteX357" fmla="*/ 2655854 w 4302125"/>
              <a:gd name="connsiteY357" fmla="*/ 5097457 h 6858000"/>
              <a:gd name="connsiteX358" fmla="*/ 2597723 w 4302125"/>
              <a:gd name="connsiteY358" fmla="*/ 5202386 h 6858000"/>
              <a:gd name="connsiteX359" fmla="*/ 2597649 w 4302125"/>
              <a:gd name="connsiteY359" fmla="*/ 5202386 h 6858000"/>
              <a:gd name="connsiteX360" fmla="*/ 2416084 w 4302125"/>
              <a:gd name="connsiteY360" fmla="*/ 5529939 h 6858000"/>
              <a:gd name="connsiteX361" fmla="*/ 2410094 w 4302125"/>
              <a:gd name="connsiteY361" fmla="*/ 5526619 h 6858000"/>
              <a:gd name="connsiteX362" fmla="*/ 2589842 w 4302125"/>
              <a:gd name="connsiteY362" fmla="*/ 5202386 h 6858000"/>
              <a:gd name="connsiteX363" fmla="*/ 2589883 w 4302125"/>
              <a:gd name="connsiteY363" fmla="*/ 5202386 h 6858000"/>
              <a:gd name="connsiteX364" fmla="*/ 2655853 w 4302125"/>
              <a:gd name="connsiteY364" fmla="*/ 5083354 h 6858000"/>
              <a:gd name="connsiteX365" fmla="*/ 2655853 w 4302125"/>
              <a:gd name="connsiteY365" fmla="*/ 5083284 h 6858000"/>
              <a:gd name="connsiteX366" fmla="*/ 2345915 w 4302125"/>
              <a:gd name="connsiteY366" fmla="*/ 4755730 h 6858000"/>
              <a:gd name="connsiteX367" fmla="*/ 2351904 w 4302125"/>
              <a:gd name="connsiteY367" fmla="*/ 4759051 h 6858000"/>
              <a:gd name="connsiteX368" fmla="*/ 2164315 w 4302125"/>
              <a:gd name="connsiteY368" fmla="*/ 5097386 h 6858000"/>
              <a:gd name="connsiteX369" fmla="*/ 2164315 w 4302125"/>
              <a:gd name="connsiteY369" fmla="*/ 5097457 h 6858000"/>
              <a:gd name="connsiteX370" fmla="*/ 2106195 w 4302125"/>
              <a:gd name="connsiteY370" fmla="*/ 5202386 h 6858000"/>
              <a:gd name="connsiteX371" fmla="*/ 2106124 w 4302125"/>
              <a:gd name="connsiteY371" fmla="*/ 5202386 h 6858000"/>
              <a:gd name="connsiteX372" fmla="*/ 1924511 w 4302125"/>
              <a:gd name="connsiteY372" fmla="*/ 5529939 h 6858000"/>
              <a:gd name="connsiteX373" fmla="*/ 1918521 w 4302125"/>
              <a:gd name="connsiteY373" fmla="*/ 5526619 h 6858000"/>
              <a:gd name="connsiteX374" fmla="*/ 2098316 w 4302125"/>
              <a:gd name="connsiteY374" fmla="*/ 5202386 h 6858000"/>
              <a:gd name="connsiteX375" fmla="*/ 2098345 w 4302125"/>
              <a:gd name="connsiteY375" fmla="*/ 5202386 h 6858000"/>
              <a:gd name="connsiteX376" fmla="*/ 2164311 w 4302125"/>
              <a:gd name="connsiteY376" fmla="*/ 5083355 h 6858000"/>
              <a:gd name="connsiteX377" fmla="*/ 2164311 w 4302125"/>
              <a:gd name="connsiteY377" fmla="*/ 5083284 h 6858000"/>
              <a:gd name="connsiteX378" fmla="*/ 1854338 w 4302125"/>
              <a:gd name="connsiteY378" fmla="*/ 4755730 h 6858000"/>
              <a:gd name="connsiteX379" fmla="*/ 1860329 w 4302125"/>
              <a:gd name="connsiteY379" fmla="*/ 4759051 h 6858000"/>
              <a:gd name="connsiteX380" fmla="*/ 1672799 w 4302125"/>
              <a:gd name="connsiteY380" fmla="*/ 5097325 h 6858000"/>
              <a:gd name="connsiteX381" fmla="*/ 1672799 w 4302125"/>
              <a:gd name="connsiteY381" fmla="*/ 5097457 h 6858000"/>
              <a:gd name="connsiteX382" fmla="*/ 1614636 w 4302125"/>
              <a:gd name="connsiteY382" fmla="*/ 5202386 h 6858000"/>
              <a:gd name="connsiteX383" fmla="*/ 1614597 w 4302125"/>
              <a:gd name="connsiteY383" fmla="*/ 5202386 h 6858000"/>
              <a:gd name="connsiteX384" fmla="*/ 1433024 w 4302125"/>
              <a:gd name="connsiteY384" fmla="*/ 5529939 h 6858000"/>
              <a:gd name="connsiteX385" fmla="*/ 1427033 w 4302125"/>
              <a:gd name="connsiteY385" fmla="*/ 5526619 h 6858000"/>
              <a:gd name="connsiteX386" fmla="*/ 1606758 w 4302125"/>
              <a:gd name="connsiteY386" fmla="*/ 5202386 h 6858000"/>
              <a:gd name="connsiteX387" fmla="*/ 1606796 w 4302125"/>
              <a:gd name="connsiteY387" fmla="*/ 5202386 h 6858000"/>
              <a:gd name="connsiteX388" fmla="*/ 1672764 w 4302125"/>
              <a:gd name="connsiteY388" fmla="*/ 5083416 h 6858000"/>
              <a:gd name="connsiteX389" fmla="*/ 1672764 w 4302125"/>
              <a:gd name="connsiteY389" fmla="*/ 5083284 h 6858000"/>
              <a:gd name="connsiteX390" fmla="*/ 1362849 w 4302125"/>
              <a:gd name="connsiteY390" fmla="*/ 4755730 h 6858000"/>
              <a:gd name="connsiteX391" fmla="*/ 1368840 w 4302125"/>
              <a:gd name="connsiteY391" fmla="*/ 4759051 h 6858000"/>
              <a:gd name="connsiteX392" fmla="*/ 1181326 w 4302125"/>
              <a:gd name="connsiteY392" fmla="*/ 5097357 h 6858000"/>
              <a:gd name="connsiteX393" fmla="*/ 1181326 w 4302125"/>
              <a:gd name="connsiteY393" fmla="*/ 5097457 h 6858000"/>
              <a:gd name="connsiteX394" fmla="*/ 1123164 w 4302125"/>
              <a:gd name="connsiteY394" fmla="*/ 5202386 h 6858000"/>
              <a:gd name="connsiteX395" fmla="*/ 1123125 w 4302125"/>
              <a:gd name="connsiteY395" fmla="*/ 5202386 h 6858000"/>
              <a:gd name="connsiteX396" fmla="*/ 941552 w 4302125"/>
              <a:gd name="connsiteY396" fmla="*/ 5529939 h 6858000"/>
              <a:gd name="connsiteX397" fmla="*/ 935561 w 4302125"/>
              <a:gd name="connsiteY397" fmla="*/ 5526619 h 6858000"/>
              <a:gd name="connsiteX398" fmla="*/ 1115286 w 4302125"/>
              <a:gd name="connsiteY398" fmla="*/ 5202386 h 6858000"/>
              <a:gd name="connsiteX399" fmla="*/ 1115324 w 4302125"/>
              <a:gd name="connsiteY399" fmla="*/ 5202386 h 6858000"/>
              <a:gd name="connsiteX400" fmla="*/ 1181310 w 4302125"/>
              <a:gd name="connsiteY400" fmla="*/ 5083383 h 6858000"/>
              <a:gd name="connsiteX401" fmla="*/ 1181310 w 4302125"/>
              <a:gd name="connsiteY401" fmla="*/ 5083284 h 6858000"/>
              <a:gd name="connsiteX402" fmla="*/ 871378 w 4302125"/>
              <a:gd name="connsiteY402" fmla="*/ 4755730 h 6858000"/>
              <a:gd name="connsiteX403" fmla="*/ 877369 w 4302125"/>
              <a:gd name="connsiteY403" fmla="*/ 4759051 h 6858000"/>
              <a:gd name="connsiteX404" fmla="*/ 689840 w 4302125"/>
              <a:gd name="connsiteY404" fmla="*/ 5097386 h 6858000"/>
              <a:gd name="connsiteX405" fmla="*/ 689840 w 4302125"/>
              <a:gd name="connsiteY405" fmla="*/ 5097457 h 6858000"/>
              <a:gd name="connsiteX406" fmla="*/ 631677 w 4302125"/>
              <a:gd name="connsiteY406" fmla="*/ 5202386 h 6858000"/>
              <a:gd name="connsiteX407" fmla="*/ 631639 w 4302125"/>
              <a:gd name="connsiteY407" fmla="*/ 5202386 h 6858000"/>
              <a:gd name="connsiteX408" fmla="*/ 450064 w 4302125"/>
              <a:gd name="connsiteY408" fmla="*/ 5529939 h 6858000"/>
              <a:gd name="connsiteX409" fmla="*/ 444073 w 4302125"/>
              <a:gd name="connsiteY409" fmla="*/ 5526619 h 6858000"/>
              <a:gd name="connsiteX410" fmla="*/ 623799 w 4302125"/>
              <a:gd name="connsiteY410" fmla="*/ 5202386 h 6858000"/>
              <a:gd name="connsiteX411" fmla="*/ 623838 w 4302125"/>
              <a:gd name="connsiteY411" fmla="*/ 5202386 h 6858000"/>
              <a:gd name="connsiteX412" fmla="*/ 689839 w 4302125"/>
              <a:gd name="connsiteY412" fmla="*/ 5083354 h 6858000"/>
              <a:gd name="connsiteX413" fmla="*/ 689839 w 4302125"/>
              <a:gd name="connsiteY413" fmla="*/ 5083284 h 6858000"/>
              <a:gd name="connsiteX414" fmla="*/ 379891 w 4302125"/>
              <a:gd name="connsiteY414" fmla="*/ 4755730 h 6858000"/>
              <a:gd name="connsiteX415" fmla="*/ 385882 w 4302125"/>
              <a:gd name="connsiteY415" fmla="*/ 4759051 h 6858000"/>
              <a:gd name="connsiteX416" fmla="*/ 198354 w 4302125"/>
              <a:gd name="connsiteY416" fmla="*/ 5097386 h 6858000"/>
              <a:gd name="connsiteX417" fmla="*/ 198354 w 4302125"/>
              <a:gd name="connsiteY417" fmla="*/ 5097457 h 6858000"/>
              <a:gd name="connsiteX418" fmla="*/ 140192 w 4302125"/>
              <a:gd name="connsiteY418" fmla="*/ 5202386 h 6858000"/>
              <a:gd name="connsiteX419" fmla="*/ 140153 w 4302125"/>
              <a:gd name="connsiteY419" fmla="*/ 5202386 h 6858000"/>
              <a:gd name="connsiteX420" fmla="*/ 0 w 4302125"/>
              <a:gd name="connsiteY420" fmla="*/ 5455217 h 6858000"/>
              <a:gd name="connsiteX421" fmla="*/ 0 w 4302125"/>
              <a:gd name="connsiteY421" fmla="*/ 5441086 h 6858000"/>
              <a:gd name="connsiteX422" fmla="*/ 132314 w 4302125"/>
              <a:gd name="connsiteY422" fmla="*/ 5202386 h 6858000"/>
              <a:gd name="connsiteX423" fmla="*/ 132352 w 4302125"/>
              <a:gd name="connsiteY423" fmla="*/ 5202386 h 6858000"/>
              <a:gd name="connsiteX424" fmla="*/ 198353 w 4302125"/>
              <a:gd name="connsiteY424" fmla="*/ 5083354 h 6858000"/>
              <a:gd name="connsiteX425" fmla="*/ 198353 w 4302125"/>
              <a:gd name="connsiteY425" fmla="*/ 5083284 h 6858000"/>
              <a:gd name="connsiteX426" fmla="*/ 4136269 w 4302125"/>
              <a:gd name="connsiteY426" fmla="*/ 4312397 h 6858000"/>
              <a:gd name="connsiteX427" fmla="*/ 4138115 w 4302125"/>
              <a:gd name="connsiteY427" fmla="*/ 4315684 h 6858000"/>
              <a:gd name="connsiteX428" fmla="*/ 4138145 w 4302125"/>
              <a:gd name="connsiteY428" fmla="*/ 4315684 h 6858000"/>
              <a:gd name="connsiteX429" fmla="*/ 4302125 w 4302125"/>
              <a:gd name="connsiteY429" fmla="*/ 4611510 h 6858000"/>
              <a:gd name="connsiteX430" fmla="*/ 4302125 w 4302125"/>
              <a:gd name="connsiteY430" fmla="*/ 4625656 h 6858000"/>
              <a:gd name="connsiteX431" fmla="*/ 4130299 w 4302125"/>
              <a:gd name="connsiteY431" fmla="*/ 4315684 h 6858000"/>
              <a:gd name="connsiteX432" fmla="*/ 4130302 w 4302125"/>
              <a:gd name="connsiteY432" fmla="*/ 4315684 h 6858000"/>
              <a:gd name="connsiteX433" fmla="*/ 3644771 w 4302125"/>
              <a:gd name="connsiteY433" fmla="*/ 4312397 h 6858000"/>
              <a:gd name="connsiteX434" fmla="*/ 3646614 w 4302125"/>
              <a:gd name="connsiteY434" fmla="*/ 4315684 h 6858000"/>
              <a:gd name="connsiteX435" fmla="*/ 3646647 w 4302125"/>
              <a:gd name="connsiteY435" fmla="*/ 4315684 h 6858000"/>
              <a:gd name="connsiteX436" fmla="*/ 4072106 w 4302125"/>
              <a:gd name="connsiteY436" fmla="*/ 5083250 h 6858000"/>
              <a:gd name="connsiteX437" fmla="*/ 4066116 w 4302125"/>
              <a:gd name="connsiteY437" fmla="*/ 5086571 h 6858000"/>
              <a:gd name="connsiteX438" fmla="*/ 3638807 w 4302125"/>
              <a:gd name="connsiteY438" fmla="*/ 4315684 h 6858000"/>
              <a:gd name="connsiteX439" fmla="*/ 3638814 w 4302125"/>
              <a:gd name="connsiteY439" fmla="*/ 4315684 h 6858000"/>
              <a:gd name="connsiteX440" fmla="*/ 3153269 w 4302125"/>
              <a:gd name="connsiteY440" fmla="*/ 4312397 h 6858000"/>
              <a:gd name="connsiteX441" fmla="*/ 3155124 w 4302125"/>
              <a:gd name="connsiteY441" fmla="*/ 4315684 h 6858000"/>
              <a:gd name="connsiteX442" fmla="*/ 3155147 w 4302125"/>
              <a:gd name="connsiteY442" fmla="*/ 4315684 h 6858000"/>
              <a:gd name="connsiteX443" fmla="*/ 3580627 w 4302125"/>
              <a:gd name="connsiteY443" fmla="*/ 5083250 h 6858000"/>
              <a:gd name="connsiteX444" fmla="*/ 3574638 w 4302125"/>
              <a:gd name="connsiteY444" fmla="*/ 5086571 h 6858000"/>
              <a:gd name="connsiteX445" fmla="*/ 3147302 w 4302125"/>
              <a:gd name="connsiteY445" fmla="*/ 4315684 h 6858000"/>
              <a:gd name="connsiteX446" fmla="*/ 3147308 w 4302125"/>
              <a:gd name="connsiteY446" fmla="*/ 4315684 h 6858000"/>
              <a:gd name="connsiteX447" fmla="*/ 2661814 w 4302125"/>
              <a:gd name="connsiteY447" fmla="*/ 4312397 h 6858000"/>
              <a:gd name="connsiteX448" fmla="*/ 2663662 w 4302125"/>
              <a:gd name="connsiteY448" fmla="*/ 4315684 h 6858000"/>
              <a:gd name="connsiteX449" fmla="*/ 2663690 w 4302125"/>
              <a:gd name="connsiteY449" fmla="*/ 4315684 h 6858000"/>
              <a:gd name="connsiteX450" fmla="*/ 3089106 w 4302125"/>
              <a:gd name="connsiteY450" fmla="*/ 5083250 h 6858000"/>
              <a:gd name="connsiteX451" fmla="*/ 3083128 w 4302125"/>
              <a:gd name="connsiteY451" fmla="*/ 5086571 h 6858000"/>
              <a:gd name="connsiteX452" fmla="*/ 2655853 w 4302125"/>
              <a:gd name="connsiteY452" fmla="*/ 4315684 h 6858000"/>
              <a:gd name="connsiteX453" fmla="*/ 2655859 w 4302125"/>
              <a:gd name="connsiteY453" fmla="*/ 4315684 h 6858000"/>
              <a:gd name="connsiteX454" fmla="*/ 2170274 w 4302125"/>
              <a:gd name="connsiteY454" fmla="*/ 4312397 h 6858000"/>
              <a:gd name="connsiteX455" fmla="*/ 2172123 w 4302125"/>
              <a:gd name="connsiteY455" fmla="*/ 4315684 h 6858000"/>
              <a:gd name="connsiteX456" fmla="*/ 2172153 w 4302125"/>
              <a:gd name="connsiteY456" fmla="*/ 4315684 h 6858000"/>
              <a:gd name="connsiteX457" fmla="*/ 2597655 w 4302125"/>
              <a:gd name="connsiteY457" fmla="*/ 5083250 h 6858000"/>
              <a:gd name="connsiteX458" fmla="*/ 2591662 w 4302125"/>
              <a:gd name="connsiteY458" fmla="*/ 5086571 h 6858000"/>
              <a:gd name="connsiteX459" fmla="*/ 2164311 w 4302125"/>
              <a:gd name="connsiteY459" fmla="*/ 4315684 h 6858000"/>
              <a:gd name="connsiteX460" fmla="*/ 2164319 w 4302125"/>
              <a:gd name="connsiteY460" fmla="*/ 4315684 h 6858000"/>
              <a:gd name="connsiteX461" fmla="*/ 1678725 w 4302125"/>
              <a:gd name="connsiteY461" fmla="*/ 4312397 h 6858000"/>
              <a:gd name="connsiteX462" fmla="*/ 1680574 w 4302125"/>
              <a:gd name="connsiteY462" fmla="*/ 4315684 h 6858000"/>
              <a:gd name="connsiteX463" fmla="*/ 1680604 w 4302125"/>
              <a:gd name="connsiteY463" fmla="*/ 4315684 h 6858000"/>
              <a:gd name="connsiteX464" fmla="*/ 2106129 w 4302125"/>
              <a:gd name="connsiteY464" fmla="*/ 5083250 h 6858000"/>
              <a:gd name="connsiteX465" fmla="*/ 2100138 w 4302125"/>
              <a:gd name="connsiteY465" fmla="*/ 5086571 h 6858000"/>
              <a:gd name="connsiteX466" fmla="*/ 1672764 w 4302125"/>
              <a:gd name="connsiteY466" fmla="*/ 4315684 h 6858000"/>
              <a:gd name="connsiteX467" fmla="*/ 1672768 w 4302125"/>
              <a:gd name="connsiteY467" fmla="*/ 4315684 h 6858000"/>
              <a:gd name="connsiteX468" fmla="*/ 1187271 w 4302125"/>
              <a:gd name="connsiteY468" fmla="*/ 4312397 h 6858000"/>
              <a:gd name="connsiteX469" fmla="*/ 1189085 w 4302125"/>
              <a:gd name="connsiteY469" fmla="*/ 4315684 h 6858000"/>
              <a:gd name="connsiteX470" fmla="*/ 1189115 w 4302125"/>
              <a:gd name="connsiteY470" fmla="*/ 4315684 h 6858000"/>
              <a:gd name="connsiteX471" fmla="*/ 1614567 w 4302125"/>
              <a:gd name="connsiteY471" fmla="*/ 5083250 h 6858000"/>
              <a:gd name="connsiteX472" fmla="*/ 1608576 w 4302125"/>
              <a:gd name="connsiteY472" fmla="*/ 5086571 h 6858000"/>
              <a:gd name="connsiteX473" fmla="*/ 1181309 w 4302125"/>
              <a:gd name="connsiteY473" fmla="*/ 4315684 h 6858000"/>
              <a:gd name="connsiteX474" fmla="*/ 1181314 w 4302125"/>
              <a:gd name="connsiteY474" fmla="*/ 4315684 h 6858000"/>
              <a:gd name="connsiteX475" fmla="*/ 695800 w 4302125"/>
              <a:gd name="connsiteY475" fmla="*/ 4312397 h 6858000"/>
              <a:gd name="connsiteX476" fmla="*/ 697615 w 4302125"/>
              <a:gd name="connsiteY476" fmla="*/ 4315684 h 6858000"/>
              <a:gd name="connsiteX477" fmla="*/ 697643 w 4302125"/>
              <a:gd name="connsiteY477" fmla="*/ 4315684 h 6858000"/>
              <a:gd name="connsiteX478" fmla="*/ 1123095 w 4302125"/>
              <a:gd name="connsiteY478" fmla="*/ 5083250 h 6858000"/>
              <a:gd name="connsiteX479" fmla="*/ 1117104 w 4302125"/>
              <a:gd name="connsiteY479" fmla="*/ 5086571 h 6858000"/>
              <a:gd name="connsiteX480" fmla="*/ 689838 w 4302125"/>
              <a:gd name="connsiteY480" fmla="*/ 4315684 h 6858000"/>
              <a:gd name="connsiteX481" fmla="*/ 689843 w 4302125"/>
              <a:gd name="connsiteY481" fmla="*/ 4315684 h 6858000"/>
              <a:gd name="connsiteX482" fmla="*/ 204315 w 4302125"/>
              <a:gd name="connsiteY482" fmla="*/ 4312397 h 6858000"/>
              <a:gd name="connsiteX483" fmla="*/ 206129 w 4302125"/>
              <a:gd name="connsiteY483" fmla="*/ 4315684 h 6858000"/>
              <a:gd name="connsiteX484" fmla="*/ 206158 w 4302125"/>
              <a:gd name="connsiteY484" fmla="*/ 4315684 h 6858000"/>
              <a:gd name="connsiteX485" fmla="*/ 631643 w 4302125"/>
              <a:gd name="connsiteY485" fmla="*/ 5083250 h 6858000"/>
              <a:gd name="connsiteX486" fmla="*/ 625652 w 4302125"/>
              <a:gd name="connsiteY486" fmla="*/ 5086571 h 6858000"/>
              <a:gd name="connsiteX487" fmla="*/ 198353 w 4302125"/>
              <a:gd name="connsiteY487" fmla="*/ 4315684 h 6858000"/>
              <a:gd name="connsiteX488" fmla="*/ 198358 w 4302125"/>
              <a:gd name="connsiteY488" fmla="*/ 4315684 h 6858000"/>
              <a:gd name="connsiteX489" fmla="*/ 0 w 4302125"/>
              <a:gd name="connsiteY489" fmla="*/ 3943732 h 6858000"/>
              <a:gd name="connsiteX490" fmla="*/ 140163 w 4302125"/>
              <a:gd name="connsiteY490" fmla="*/ 4196582 h 6858000"/>
              <a:gd name="connsiteX491" fmla="*/ 134172 w 4302125"/>
              <a:gd name="connsiteY491" fmla="*/ 4199869 h 6858000"/>
              <a:gd name="connsiteX492" fmla="*/ 0 w 4302125"/>
              <a:gd name="connsiteY492" fmla="*/ 3957822 h 6858000"/>
              <a:gd name="connsiteX493" fmla="*/ 4302125 w 4302125"/>
              <a:gd name="connsiteY493" fmla="*/ 3886598 h 6858000"/>
              <a:gd name="connsiteX494" fmla="*/ 4302125 w 4302125"/>
              <a:gd name="connsiteY494" fmla="*/ 3900697 h 6858000"/>
              <a:gd name="connsiteX495" fmla="*/ 4130305 w 4302125"/>
              <a:gd name="connsiteY495" fmla="*/ 4210720 h 6858000"/>
              <a:gd name="connsiteX496" fmla="*/ 4130305 w 4302125"/>
              <a:gd name="connsiteY496" fmla="*/ 4210789 h 6858000"/>
              <a:gd name="connsiteX497" fmla="*/ 4072147 w 4302125"/>
              <a:gd name="connsiteY497" fmla="*/ 4315684 h 6858000"/>
              <a:gd name="connsiteX498" fmla="*/ 4072106 w 4302125"/>
              <a:gd name="connsiteY498" fmla="*/ 4315684 h 6858000"/>
              <a:gd name="connsiteX499" fmla="*/ 3890574 w 4302125"/>
              <a:gd name="connsiteY499" fmla="*/ 4643237 h 6858000"/>
              <a:gd name="connsiteX500" fmla="*/ 3884581 w 4302125"/>
              <a:gd name="connsiteY500" fmla="*/ 4639917 h 6858000"/>
              <a:gd name="connsiteX501" fmla="*/ 4064269 w 4302125"/>
              <a:gd name="connsiteY501" fmla="*/ 4315684 h 6858000"/>
              <a:gd name="connsiteX502" fmla="*/ 4064342 w 4302125"/>
              <a:gd name="connsiteY502" fmla="*/ 4315684 h 6858000"/>
              <a:gd name="connsiteX503" fmla="*/ 4130305 w 4302125"/>
              <a:gd name="connsiteY503" fmla="*/ 4196652 h 6858000"/>
              <a:gd name="connsiteX504" fmla="*/ 4130305 w 4302125"/>
              <a:gd name="connsiteY504" fmla="*/ 4196583 h 6858000"/>
              <a:gd name="connsiteX505" fmla="*/ 3820393 w 4302125"/>
              <a:gd name="connsiteY505" fmla="*/ 3869063 h 6858000"/>
              <a:gd name="connsiteX506" fmla="*/ 3826350 w 4302125"/>
              <a:gd name="connsiteY506" fmla="*/ 3872350 h 6858000"/>
              <a:gd name="connsiteX507" fmla="*/ 3638833 w 4302125"/>
              <a:gd name="connsiteY507" fmla="*/ 4210688 h 6858000"/>
              <a:gd name="connsiteX508" fmla="*/ 3638833 w 4302125"/>
              <a:gd name="connsiteY508" fmla="*/ 4210789 h 6858000"/>
              <a:gd name="connsiteX509" fmla="*/ 3580665 w 4302125"/>
              <a:gd name="connsiteY509" fmla="*/ 4315684 h 6858000"/>
              <a:gd name="connsiteX510" fmla="*/ 3580627 w 4302125"/>
              <a:gd name="connsiteY510" fmla="*/ 4315684 h 6858000"/>
              <a:gd name="connsiteX511" fmla="*/ 3399100 w 4302125"/>
              <a:gd name="connsiteY511" fmla="*/ 4643237 h 6858000"/>
              <a:gd name="connsiteX512" fmla="*/ 3393111 w 4302125"/>
              <a:gd name="connsiteY512" fmla="*/ 4639917 h 6858000"/>
              <a:gd name="connsiteX513" fmla="*/ 3572822 w 4302125"/>
              <a:gd name="connsiteY513" fmla="*/ 4315684 h 6858000"/>
              <a:gd name="connsiteX514" fmla="*/ 3572863 w 4302125"/>
              <a:gd name="connsiteY514" fmla="*/ 4315684 h 6858000"/>
              <a:gd name="connsiteX515" fmla="*/ 3638814 w 4302125"/>
              <a:gd name="connsiteY515" fmla="*/ 4196684 h 6858000"/>
              <a:gd name="connsiteX516" fmla="*/ 3638814 w 4302125"/>
              <a:gd name="connsiteY516" fmla="*/ 4196583 h 6858000"/>
              <a:gd name="connsiteX517" fmla="*/ 3328939 w 4302125"/>
              <a:gd name="connsiteY517" fmla="*/ 3869063 h 6858000"/>
              <a:gd name="connsiteX518" fmla="*/ 3334927 w 4302125"/>
              <a:gd name="connsiteY518" fmla="*/ 3872350 h 6858000"/>
              <a:gd name="connsiteX519" fmla="*/ 3147315 w 4302125"/>
              <a:gd name="connsiteY519" fmla="*/ 4210719 h 6858000"/>
              <a:gd name="connsiteX520" fmla="*/ 3147315 w 4302125"/>
              <a:gd name="connsiteY520" fmla="*/ 4210789 h 6858000"/>
              <a:gd name="connsiteX521" fmla="*/ 3089145 w 4302125"/>
              <a:gd name="connsiteY521" fmla="*/ 4315684 h 6858000"/>
              <a:gd name="connsiteX522" fmla="*/ 3089106 w 4302125"/>
              <a:gd name="connsiteY522" fmla="*/ 4315684 h 6858000"/>
              <a:gd name="connsiteX523" fmla="*/ 2907567 w 4302125"/>
              <a:gd name="connsiteY523" fmla="*/ 4643237 h 6858000"/>
              <a:gd name="connsiteX524" fmla="*/ 2901580 w 4302125"/>
              <a:gd name="connsiteY524" fmla="*/ 4639917 h 6858000"/>
              <a:gd name="connsiteX525" fmla="*/ 3081315 w 4302125"/>
              <a:gd name="connsiteY525" fmla="*/ 4315684 h 6858000"/>
              <a:gd name="connsiteX526" fmla="*/ 3081354 w 4302125"/>
              <a:gd name="connsiteY526" fmla="*/ 4315684 h 6858000"/>
              <a:gd name="connsiteX527" fmla="*/ 3147315 w 4302125"/>
              <a:gd name="connsiteY527" fmla="*/ 4196653 h 6858000"/>
              <a:gd name="connsiteX528" fmla="*/ 3147315 w 4302125"/>
              <a:gd name="connsiteY528" fmla="*/ 4196583 h 6858000"/>
              <a:gd name="connsiteX529" fmla="*/ 2837398 w 4302125"/>
              <a:gd name="connsiteY529" fmla="*/ 3869063 h 6858000"/>
              <a:gd name="connsiteX530" fmla="*/ 2843389 w 4302125"/>
              <a:gd name="connsiteY530" fmla="*/ 3872350 h 6858000"/>
              <a:gd name="connsiteX531" fmla="*/ 2655860 w 4302125"/>
              <a:gd name="connsiteY531" fmla="*/ 4210720 h 6858000"/>
              <a:gd name="connsiteX532" fmla="*/ 2655860 w 4302125"/>
              <a:gd name="connsiteY532" fmla="*/ 4210789 h 6858000"/>
              <a:gd name="connsiteX533" fmla="*/ 2597729 w 4302125"/>
              <a:gd name="connsiteY533" fmla="*/ 4315684 h 6858000"/>
              <a:gd name="connsiteX534" fmla="*/ 2597655 w 4302125"/>
              <a:gd name="connsiteY534" fmla="*/ 4315684 h 6858000"/>
              <a:gd name="connsiteX535" fmla="*/ 2416090 w 4302125"/>
              <a:gd name="connsiteY535" fmla="*/ 4643237 h 6858000"/>
              <a:gd name="connsiteX536" fmla="*/ 2410100 w 4302125"/>
              <a:gd name="connsiteY536" fmla="*/ 4639917 h 6858000"/>
              <a:gd name="connsiteX537" fmla="*/ 2589849 w 4302125"/>
              <a:gd name="connsiteY537" fmla="*/ 4315684 h 6858000"/>
              <a:gd name="connsiteX538" fmla="*/ 2589889 w 4302125"/>
              <a:gd name="connsiteY538" fmla="*/ 4315684 h 6858000"/>
              <a:gd name="connsiteX539" fmla="*/ 2655859 w 4302125"/>
              <a:gd name="connsiteY539" fmla="*/ 4196652 h 6858000"/>
              <a:gd name="connsiteX540" fmla="*/ 2655859 w 4302125"/>
              <a:gd name="connsiteY540" fmla="*/ 4196583 h 6858000"/>
              <a:gd name="connsiteX541" fmla="*/ 2345915 w 4302125"/>
              <a:gd name="connsiteY541" fmla="*/ 3869063 h 6858000"/>
              <a:gd name="connsiteX542" fmla="*/ 2351910 w 4302125"/>
              <a:gd name="connsiteY542" fmla="*/ 3872350 h 6858000"/>
              <a:gd name="connsiteX543" fmla="*/ 2164319 w 4302125"/>
              <a:gd name="connsiteY543" fmla="*/ 4210719 h 6858000"/>
              <a:gd name="connsiteX544" fmla="*/ 2164319 w 4302125"/>
              <a:gd name="connsiteY544" fmla="*/ 4210789 h 6858000"/>
              <a:gd name="connsiteX545" fmla="*/ 2106204 w 4302125"/>
              <a:gd name="connsiteY545" fmla="*/ 4315684 h 6858000"/>
              <a:gd name="connsiteX546" fmla="*/ 2106129 w 4302125"/>
              <a:gd name="connsiteY546" fmla="*/ 4315684 h 6858000"/>
              <a:gd name="connsiteX547" fmla="*/ 1924516 w 4302125"/>
              <a:gd name="connsiteY547" fmla="*/ 4643237 h 6858000"/>
              <a:gd name="connsiteX548" fmla="*/ 1918526 w 4302125"/>
              <a:gd name="connsiteY548" fmla="*/ 4639917 h 6858000"/>
              <a:gd name="connsiteX549" fmla="*/ 2098323 w 4302125"/>
              <a:gd name="connsiteY549" fmla="*/ 4315684 h 6858000"/>
              <a:gd name="connsiteX550" fmla="*/ 2098363 w 4302125"/>
              <a:gd name="connsiteY550" fmla="*/ 4315684 h 6858000"/>
              <a:gd name="connsiteX551" fmla="*/ 2164319 w 4302125"/>
              <a:gd name="connsiteY551" fmla="*/ 4196653 h 6858000"/>
              <a:gd name="connsiteX552" fmla="*/ 2164319 w 4302125"/>
              <a:gd name="connsiteY552" fmla="*/ 4196583 h 6858000"/>
              <a:gd name="connsiteX553" fmla="*/ 1854342 w 4302125"/>
              <a:gd name="connsiteY553" fmla="*/ 3869063 h 6858000"/>
              <a:gd name="connsiteX554" fmla="*/ 1860333 w 4302125"/>
              <a:gd name="connsiteY554" fmla="*/ 3872350 h 6858000"/>
              <a:gd name="connsiteX555" fmla="*/ 1672803 w 4302125"/>
              <a:gd name="connsiteY555" fmla="*/ 4210658 h 6858000"/>
              <a:gd name="connsiteX556" fmla="*/ 1672803 w 4302125"/>
              <a:gd name="connsiteY556" fmla="*/ 4210789 h 6858000"/>
              <a:gd name="connsiteX557" fmla="*/ 1614641 w 4302125"/>
              <a:gd name="connsiteY557" fmla="*/ 4315684 h 6858000"/>
              <a:gd name="connsiteX558" fmla="*/ 1614601 w 4302125"/>
              <a:gd name="connsiteY558" fmla="*/ 4315684 h 6858000"/>
              <a:gd name="connsiteX559" fmla="*/ 1433029 w 4302125"/>
              <a:gd name="connsiteY559" fmla="*/ 4643237 h 6858000"/>
              <a:gd name="connsiteX560" fmla="*/ 1427038 w 4302125"/>
              <a:gd name="connsiteY560" fmla="*/ 4639917 h 6858000"/>
              <a:gd name="connsiteX561" fmla="*/ 1606763 w 4302125"/>
              <a:gd name="connsiteY561" fmla="*/ 4315684 h 6858000"/>
              <a:gd name="connsiteX562" fmla="*/ 1606801 w 4302125"/>
              <a:gd name="connsiteY562" fmla="*/ 4315684 h 6858000"/>
              <a:gd name="connsiteX563" fmla="*/ 1672769 w 4302125"/>
              <a:gd name="connsiteY563" fmla="*/ 4196714 h 6858000"/>
              <a:gd name="connsiteX564" fmla="*/ 1672769 w 4302125"/>
              <a:gd name="connsiteY564" fmla="*/ 4196583 h 6858000"/>
              <a:gd name="connsiteX565" fmla="*/ 1362854 w 4302125"/>
              <a:gd name="connsiteY565" fmla="*/ 3869063 h 6858000"/>
              <a:gd name="connsiteX566" fmla="*/ 1368845 w 4302125"/>
              <a:gd name="connsiteY566" fmla="*/ 3872350 h 6858000"/>
              <a:gd name="connsiteX567" fmla="*/ 1181331 w 4302125"/>
              <a:gd name="connsiteY567" fmla="*/ 4210690 h 6858000"/>
              <a:gd name="connsiteX568" fmla="*/ 1181331 w 4302125"/>
              <a:gd name="connsiteY568" fmla="*/ 4210789 h 6858000"/>
              <a:gd name="connsiteX569" fmla="*/ 1123169 w 4302125"/>
              <a:gd name="connsiteY569" fmla="*/ 4315684 h 6858000"/>
              <a:gd name="connsiteX570" fmla="*/ 1123130 w 4302125"/>
              <a:gd name="connsiteY570" fmla="*/ 4315684 h 6858000"/>
              <a:gd name="connsiteX571" fmla="*/ 941557 w 4302125"/>
              <a:gd name="connsiteY571" fmla="*/ 4643237 h 6858000"/>
              <a:gd name="connsiteX572" fmla="*/ 935567 w 4302125"/>
              <a:gd name="connsiteY572" fmla="*/ 4639917 h 6858000"/>
              <a:gd name="connsiteX573" fmla="*/ 1115291 w 4302125"/>
              <a:gd name="connsiteY573" fmla="*/ 4315684 h 6858000"/>
              <a:gd name="connsiteX574" fmla="*/ 1115329 w 4302125"/>
              <a:gd name="connsiteY574" fmla="*/ 4315684 h 6858000"/>
              <a:gd name="connsiteX575" fmla="*/ 1181315 w 4302125"/>
              <a:gd name="connsiteY575" fmla="*/ 4196681 h 6858000"/>
              <a:gd name="connsiteX576" fmla="*/ 1181315 w 4302125"/>
              <a:gd name="connsiteY576" fmla="*/ 4196583 h 6858000"/>
              <a:gd name="connsiteX577" fmla="*/ 871384 w 4302125"/>
              <a:gd name="connsiteY577" fmla="*/ 3869063 h 6858000"/>
              <a:gd name="connsiteX578" fmla="*/ 877374 w 4302125"/>
              <a:gd name="connsiteY578" fmla="*/ 3872350 h 6858000"/>
              <a:gd name="connsiteX579" fmla="*/ 689845 w 4302125"/>
              <a:gd name="connsiteY579" fmla="*/ 4210719 h 6858000"/>
              <a:gd name="connsiteX580" fmla="*/ 689845 w 4302125"/>
              <a:gd name="connsiteY580" fmla="*/ 4210789 h 6858000"/>
              <a:gd name="connsiteX581" fmla="*/ 631683 w 4302125"/>
              <a:gd name="connsiteY581" fmla="*/ 4315684 h 6858000"/>
              <a:gd name="connsiteX582" fmla="*/ 631644 w 4302125"/>
              <a:gd name="connsiteY582" fmla="*/ 4315684 h 6858000"/>
              <a:gd name="connsiteX583" fmla="*/ 450070 w 4302125"/>
              <a:gd name="connsiteY583" fmla="*/ 4643237 h 6858000"/>
              <a:gd name="connsiteX584" fmla="*/ 444079 w 4302125"/>
              <a:gd name="connsiteY584" fmla="*/ 4639917 h 6858000"/>
              <a:gd name="connsiteX585" fmla="*/ 623804 w 4302125"/>
              <a:gd name="connsiteY585" fmla="*/ 4315684 h 6858000"/>
              <a:gd name="connsiteX586" fmla="*/ 623843 w 4302125"/>
              <a:gd name="connsiteY586" fmla="*/ 4315684 h 6858000"/>
              <a:gd name="connsiteX587" fmla="*/ 689844 w 4302125"/>
              <a:gd name="connsiteY587" fmla="*/ 4196652 h 6858000"/>
              <a:gd name="connsiteX588" fmla="*/ 689844 w 4302125"/>
              <a:gd name="connsiteY588" fmla="*/ 4196583 h 6858000"/>
              <a:gd name="connsiteX589" fmla="*/ 379896 w 4302125"/>
              <a:gd name="connsiteY589" fmla="*/ 3869063 h 6858000"/>
              <a:gd name="connsiteX590" fmla="*/ 385887 w 4302125"/>
              <a:gd name="connsiteY590" fmla="*/ 3872350 h 6858000"/>
              <a:gd name="connsiteX591" fmla="*/ 198359 w 4302125"/>
              <a:gd name="connsiteY591" fmla="*/ 4210719 h 6858000"/>
              <a:gd name="connsiteX592" fmla="*/ 198359 w 4302125"/>
              <a:gd name="connsiteY592" fmla="*/ 4210789 h 6858000"/>
              <a:gd name="connsiteX593" fmla="*/ 140197 w 4302125"/>
              <a:gd name="connsiteY593" fmla="*/ 4315684 h 6858000"/>
              <a:gd name="connsiteX594" fmla="*/ 140158 w 4302125"/>
              <a:gd name="connsiteY594" fmla="*/ 4315684 h 6858000"/>
              <a:gd name="connsiteX595" fmla="*/ 0 w 4302125"/>
              <a:gd name="connsiteY595" fmla="*/ 4568526 h 6858000"/>
              <a:gd name="connsiteX596" fmla="*/ 0 w 4302125"/>
              <a:gd name="connsiteY596" fmla="*/ 4554395 h 6858000"/>
              <a:gd name="connsiteX597" fmla="*/ 132319 w 4302125"/>
              <a:gd name="connsiteY597" fmla="*/ 4315684 h 6858000"/>
              <a:gd name="connsiteX598" fmla="*/ 132357 w 4302125"/>
              <a:gd name="connsiteY598" fmla="*/ 4315684 h 6858000"/>
              <a:gd name="connsiteX599" fmla="*/ 198358 w 4302125"/>
              <a:gd name="connsiteY599" fmla="*/ 4196652 h 6858000"/>
              <a:gd name="connsiteX600" fmla="*/ 198358 w 4302125"/>
              <a:gd name="connsiteY600" fmla="*/ 4196583 h 6858000"/>
              <a:gd name="connsiteX601" fmla="*/ 204429 w 4302125"/>
              <a:gd name="connsiteY601" fmla="*/ 3426428 h 6858000"/>
              <a:gd name="connsiteX602" fmla="*/ 206243 w 4302125"/>
              <a:gd name="connsiteY602" fmla="*/ 3429017 h 6858000"/>
              <a:gd name="connsiteX603" fmla="*/ 206164 w 4302125"/>
              <a:gd name="connsiteY603" fmla="*/ 3429017 h 6858000"/>
              <a:gd name="connsiteX604" fmla="*/ 631648 w 4302125"/>
              <a:gd name="connsiteY604" fmla="*/ 4196582 h 6858000"/>
              <a:gd name="connsiteX605" fmla="*/ 625658 w 4302125"/>
              <a:gd name="connsiteY605" fmla="*/ 4199869 h 6858000"/>
              <a:gd name="connsiteX606" fmla="*/ 198358 w 4302125"/>
              <a:gd name="connsiteY606" fmla="*/ 3429016 h 6858000"/>
              <a:gd name="connsiteX607" fmla="*/ 198472 w 4302125"/>
              <a:gd name="connsiteY607" fmla="*/ 3429016 h 6858000"/>
              <a:gd name="connsiteX608" fmla="*/ 198472 w 4302125"/>
              <a:gd name="connsiteY608" fmla="*/ 3428999 h 6858000"/>
              <a:gd name="connsiteX609" fmla="*/ 695910 w 4302125"/>
              <a:gd name="connsiteY609" fmla="*/ 3426425 h 6858000"/>
              <a:gd name="connsiteX610" fmla="*/ 697724 w 4302125"/>
              <a:gd name="connsiteY610" fmla="*/ 3429017 h 6858000"/>
              <a:gd name="connsiteX611" fmla="*/ 697649 w 4302125"/>
              <a:gd name="connsiteY611" fmla="*/ 3429017 h 6858000"/>
              <a:gd name="connsiteX612" fmla="*/ 1123100 w 4302125"/>
              <a:gd name="connsiteY612" fmla="*/ 4196582 h 6858000"/>
              <a:gd name="connsiteX613" fmla="*/ 1117109 w 4302125"/>
              <a:gd name="connsiteY613" fmla="*/ 4199869 h 6858000"/>
              <a:gd name="connsiteX614" fmla="*/ 689844 w 4302125"/>
              <a:gd name="connsiteY614" fmla="*/ 3429016 h 6858000"/>
              <a:gd name="connsiteX615" fmla="*/ 689953 w 4302125"/>
              <a:gd name="connsiteY615" fmla="*/ 3429016 h 6858000"/>
              <a:gd name="connsiteX616" fmla="*/ 689953 w 4302125"/>
              <a:gd name="connsiteY616" fmla="*/ 3428999 h 6858000"/>
              <a:gd name="connsiteX617" fmla="*/ 1187376 w 4302125"/>
              <a:gd name="connsiteY617" fmla="*/ 3426401 h 6858000"/>
              <a:gd name="connsiteX618" fmla="*/ 1189190 w 4302125"/>
              <a:gd name="connsiteY618" fmla="*/ 3429017 h 6858000"/>
              <a:gd name="connsiteX619" fmla="*/ 1189121 w 4302125"/>
              <a:gd name="connsiteY619" fmla="*/ 3429017 h 6858000"/>
              <a:gd name="connsiteX620" fmla="*/ 1614572 w 4302125"/>
              <a:gd name="connsiteY620" fmla="*/ 4196582 h 6858000"/>
              <a:gd name="connsiteX621" fmla="*/ 1608581 w 4302125"/>
              <a:gd name="connsiteY621" fmla="*/ 4199869 h 6858000"/>
              <a:gd name="connsiteX622" fmla="*/ 1181314 w 4302125"/>
              <a:gd name="connsiteY622" fmla="*/ 3429016 h 6858000"/>
              <a:gd name="connsiteX623" fmla="*/ 1181419 w 4302125"/>
              <a:gd name="connsiteY623" fmla="*/ 3429016 h 6858000"/>
              <a:gd name="connsiteX624" fmla="*/ 1181419 w 4302125"/>
              <a:gd name="connsiteY624" fmla="*/ 3428999 h 6858000"/>
              <a:gd name="connsiteX625" fmla="*/ 1678826 w 4302125"/>
              <a:gd name="connsiteY625" fmla="*/ 3426398 h 6858000"/>
              <a:gd name="connsiteX626" fmla="*/ 1680675 w 4302125"/>
              <a:gd name="connsiteY626" fmla="*/ 3429017 h 6858000"/>
              <a:gd name="connsiteX627" fmla="*/ 1680608 w 4302125"/>
              <a:gd name="connsiteY627" fmla="*/ 3429017 h 6858000"/>
              <a:gd name="connsiteX628" fmla="*/ 2106133 w 4302125"/>
              <a:gd name="connsiteY628" fmla="*/ 4196582 h 6858000"/>
              <a:gd name="connsiteX629" fmla="*/ 2100142 w 4302125"/>
              <a:gd name="connsiteY629" fmla="*/ 4199869 h 6858000"/>
              <a:gd name="connsiteX630" fmla="*/ 1672768 w 4302125"/>
              <a:gd name="connsiteY630" fmla="*/ 3429016 h 6858000"/>
              <a:gd name="connsiteX631" fmla="*/ 1672869 w 4302125"/>
              <a:gd name="connsiteY631" fmla="*/ 3429016 h 6858000"/>
              <a:gd name="connsiteX632" fmla="*/ 1672869 w 4302125"/>
              <a:gd name="connsiteY632" fmla="*/ 3428999 h 6858000"/>
              <a:gd name="connsiteX633" fmla="*/ 2170391 w 4302125"/>
              <a:gd name="connsiteY633" fmla="*/ 3426397 h 6858000"/>
              <a:gd name="connsiteX634" fmla="*/ 2172241 w 4302125"/>
              <a:gd name="connsiteY634" fmla="*/ 3429017 h 6858000"/>
              <a:gd name="connsiteX635" fmla="*/ 2172158 w 4302125"/>
              <a:gd name="connsiteY635" fmla="*/ 3429017 h 6858000"/>
              <a:gd name="connsiteX636" fmla="*/ 2597661 w 4302125"/>
              <a:gd name="connsiteY636" fmla="*/ 4196582 h 6858000"/>
              <a:gd name="connsiteX637" fmla="*/ 2591669 w 4302125"/>
              <a:gd name="connsiteY637" fmla="*/ 4199869 h 6858000"/>
              <a:gd name="connsiteX638" fmla="*/ 2164319 w 4302125"/>
              <a:gd name="connsiteY638" fmla="*/ 3429016 h 6858000"/>
              <a:gd name="connsiteX639" fmla="*/ 2164437 w 4302125"/>
              <a:gd name="connsiteY639" fmla="*/ 3429016 h 6858000"/>
              <a:gd name="connsiteX640" fmla="*/ 2164437 w 4302125"/>
              <a:gd name="connsiteY640" fmla="*/ 3428999 h 6858000"/>
              <a:gd name="connsiteX641" fmla="*/ 2661943 w 4302125"/>
              <a:gd name="connsiteY641" fmla="*/ 3426395 h 6858000"/>
              <a:gd name="connsiteX642" fmla="*/ 2663790 w 4302125"/>
              <a:gd name="connsiteY642" fmla="*/ 3429017 h 6858000"/>
              <a:gd name="connsiteX643" fmla="*/ 2663696 w 4302125"/>
              <a:gd name="connsiteY643" fmla="*/ 3429017 h 6858000"/>
              <a:gd name="connsiteX644" fmla="*/ 3089111 w 4302125"/>
              <a:gd name="connsiteY644" fmla="*/ 4196582 h 6858000"/>
              <a:gd name="connsiteX645" fmla="*/ 3083133 w 4302125"/>
              <a:gd name="connsiteY645" fmla="*/ 4199869 h 6858000"/>
              <a:gd name="connsiteX646" fmla="*/ 2655859 w 4302125"/>
              <a:gd name="connsiteY646" fmla="*/ 3429016 h 6858000"/>
              <a:gd name="connsiteX647" fmla="*/ 2655987 w 4302125"/>
              <a:gd name="connsiteY647" fmla="*/ 3429016 h 6858000"/>
              <a:gd name="connsiteX648" fmla="*/ 2655987 w 4302125"/>
              <a:gd name="connsiteY648" fmla="*/ 3428999 h 6858000"/>
              <a:gd name="connsiteX649" fmla="*/ 3153379 w 4302125"/>
              <a:gd name="connsiteY649" fmla="*/ 3426394 h 6858000"/>
              <a:gd name="connsiteX650" fmla="*/ 3155238 w 4302125"/>
              <a:gd name="connsiteY650" fmla="*/ 3429017 h 6858000"/>
              <a:gd name="connsiteX651" fmla="*/ 3155154 w 4302125"/>
              <a:gd name="connsiteY651" fmla="*/ 3429017 h 6858000"/>
              <a:gd name="connsiteX652" fmla="*/ 3580633 w 4302125"/>
              <a:gd name="connsiteY652" fmla="*/ 4196582 h 6858000"/>
              <a:gd name="connsiteX653" fmla="*/ 3574645 w 4302125"/>
              <a:gd name="connsiteY653" fmla="*/ 4199869 h 6858000"/>
              <a:gd name="connsiteX654" fmla="*/ 3147308 w 4302125"/>
              <a:gd name="connsiteY654" fmla="*/ 3429016 h 6858000"/>
              <a:gd name="connsiteX655" fmla="*/ 3147425 w 4302125"/>
              <a:gd name="connsiteY655" fmla="*/ 3429016 h 6858000"/>
              <a:gd name="connsiteX656" fmla="*/ 3147425 w 4302125"/>
              <a:gd name="connsiteY656" fmla="*/ 3428999 h 6858000"/>
              <a:gd name="connsiteX657" fmla="*/ 3644893 w 4302125"/>
              <a:gd name="connsiteY657" fmla="*/ 3426369 h 6858000"/>
              <a:gd name="connsiteX658" fmla="*/ 3646736 w 4302125"/>
              <a:gd name="connsiteY658" fmla="*/ 3429017 h 6858000"/>
              <a:gd name="connsiteX659" fmla="*/ 3646654 w 4302125"/>
              <a:gd name="connsiteY659" fmla="*/ 3429017 h 6858000"/>
              <a:gd name="connsiteX660" fmla="*/ 4072112 w 4302125"/>
              <a:gd name="connsiteY660" fmla="*/ 4196582 h 6858000"/>
              <a:gd name="connsiteX661" fmla="*/ 4066120 w 4302125"/>
              <a:gd name="connsiteY661" fmla="*/ 4199869 h 6858000"/>
              <a:gd name="connsiteX662" fmla="*/ 3638814 w 4302125"/>
              <a:gd name="connsiteY662" fmla="*/ 3429016 h 6858000"/>
              <a:gd name="connsiteX663" fmla="*/ 3638934 w 4302125"/>
              <a:gd name="connsiteY663" fmla="*/ 3429016 h 6858000"/>
              <a:gd name="connsiteX664" fmla="*/ 3638934 w 4302125"/>
              <a:gd name="connsiteY664" fmla="*/ 3428999 h 6858000"/>
              <a:gd name="connsiteX665" fmla="*/ 4136388 w 4302125"/>
              <a:gd name="connsiteY665" fmla="*/ 3426366 h 6858000"/>
              <a:gd name="connsiteX666" fmla="*/ 4138238 w 4302125"/>
              <a:gd name="connsiteY666" fmla="*/ 3429017 h 6858000"/>
              <a:gd name="connsiteX667" fmla="*/ 4138147 w 4302125"/>
              <a:gd name="connsiteY667" fmla="*/ 3429017 h 6858000"/>
              <a:gd name="connsiteX668" fmla="*/ 4302125 w 4302125"/>
              <a:gd name="connsiteY668" fmla="*/ 3724837 h 6858000"/>
              <a:gd name="connsiteX669" fmla="*/ 4302125 w 4302125"/>
              <a:gd name="connsiteY669" fmla="*/ 3738964 h 6858000"/>
              <a:gd name="connsiteX670" fmla="*/ 4130305 w 4302125"/>
              <a:gd name="connsiteY670" fmla="*/ 3429016 h 6858000"/>
              <a:gd name="connsiteX671" fmla="*/ 4130421 w 4302125"/>
              <a:gd name="connsiteY671" fmla="*/ 3429016 h 6858000"/>
              <a:gd name="connsiteX672" fmla="*/ 4130421 w 4302125"/>
              <a:gd name="connsiteY672" fmla="*/ 3428999 h 6858000"/>
              <a:gd name="connsiteX673" fmla="*/ 0 w 4302125"/>
              <a:gd name="connsiteY673" fmla="*/ 3057557 h 6858000"/>
              <a:gd name="connsiteX674" fmla="*/ 140277 w 4302125"/>
              <a:gd name="connsiteY674" fmla="*/ 3310615 h 6858000"/>
              <a:gd name="connsiteX675" fmla="*/ 134286 w 4302125"/>
              <a:gd name="connsiteY675" fmla="*/ 3313936 h 6858000"/>
              <a:gd name="connsiteX676" fmla="*/ 0 w 4302125"/>
              <a:gd name="connsiteY676" fmla="*/ 3071670 h 6858000"/>
              <a:gd name="connsiteX677" fmla="*/ 4302125 w 4302125"/>
              <a:gd name="connsiteY677" fmla="*/ 3000778 h 6858000"/>
              <a:gd name="connsiteX678" fmla="*/ 4302125 w 4302125"/>
              <a:gd name="connsiteY678" fmla="*/ 3014907 h 6858000"/>
              <a:gd name="connsiteX679" fmla="*/ 4130421 w 4302125"/>
              <a:gd name="connsiteY679" fmla="*/ 3324690 h 6858000"/>
              <a:gd name="connsiteX680" fmla="*/ 4130421 w 4302125"/>
              <a:gd name="connsiteY680" fmla="*/ 3324762 h 6858000"/>
              <a:gd name="connsiteX681" fmla="*/ 4072261 w 4302125"/>
              <a:gd name="connsiteY681" fmla="*/ 3429017 h 6858000"/>
              <a:gd name="connsiteX682" fmla="*/ 4072112 w 4302125"/>
              <a:gd name="connsiteY682" fmla="*/ 3429017 h 6858000"/>
              <a:gd name="connsiteX683" fmla="*/ 3890580 w 4302125"/>
              <a:gd name="connsiteY683" fmla="*/ 3756569 h 6858000"/>
              <a:gd name="connsiteX684" fmla="*/ 3884587 w 4302125"/>
              <a:gd name="connsiteY684" fmla="*/ 3753249 h 6858000"/>
              <a:gd name="connsiteX685" fmla="*/ 4064270 w 4302125"/>
              <a:gd name="connsiteY685" fmla="*/ 3429016 h 6858000"/>
              <a:gd name="connsiteX686" fmla="*/ 4064455 w 4302125"/>
              <a:gd name="connsiteY686" fmla="*/ 3429016 h 6858000"/>
              <a:gd name="connsiteX687" fmla="*/ 4130421 w 4302125"/>
              <a:gd name="connsiteY687" fmla="*/ 3310624 h 6858000"/>
              <a:gd name="connsiteX688" fmla="*/ 4130421 w 4302125"/>
              <a:gd name="connsiteY688" fmla="*/ 3310553 h 6858000"/>
              <a:gd name="connsiteX689" fmla="*/ 380008 w 4302125"/>
              <a:gd name="connsiteY689" fmla="*/ 2983094 h 6858000"/>
              <a:gd name="connsiteX690" fmla="*/ 385999 w 4302125"/>
              <a:gd name="connsiteY690" fmla="*/ 2986416 h 6858000"/>
              <a:gd name="connsiteX691" fmla="*/ 198473 w 4302125"/>
              <a:gd name="connsiteY691" fmla="*/ 3324749 h 6858000"/>
              <a:gd name="connsiteX692" fmla="*/ 198473 w 4302125"/>
              <a:gd name="connsiteY692" fmla="*/ 3324821 h 6858000"/>
              <a:gd name="connsiteX693" fmla="*/ 140312 w 4302125"/>
              <a:gd name="connsiteY693" fmla="*/ 3429017 h 6858000"/>
              <a:gd name="connsiteX694" fmla="*/ 140163 w 4302125"/>
              <a:gd name="connsiteY694" fmla="*/ 3429017 h 6858000"/>
              <a:gd name="connsiteX695" fmla="*/ 0 w 4302125"/>
              <a:gd name="connsiteY695" fmla="*/ 3681867 h 6858000"/>
              <a:gd name="connsiteX696" fmla="*/ 0 w 4302125"/>
              <a:gd name="connsiteY696" fmla="*/ 3667736 h 6858000"/>
              <a:gd name="connsiteX697" fmla="*/ 132325 w 4302125"/>
              <a:gd name="connsiteY697" fmla="*/ 3429016 h 6858000"/>
              <a:gd name="connsiteX698" fmla="*/ 132472 w 4302125"/>
              <a:gd name="connsiteY698" fmla="*/ 3429016 h 6858000"/>
              <a:gd name="connsiteX699" fmla="*/ 198472 w 4302125"/>
              <a:gd name="connsiteY699" fmla="*/ 3310686 h 6858000"/>
              <a:gd name="connsiteX700" fmla="*/ 198472 w 4302125"/>
              <a:gd name="connsiteY700" fmla="*/ 3310614 h 6858000"/>
              <a:gd name="connsiteX701" fmla="*/ 871491 w 4302125"/>
              <a:gd name="connsiteY701" fmla="*/ 2983093 h 6858000"/>
              <a:gd name="connsiteX702" fmla="*/ 877482 w 4302125"/>
              <a:gd name="connsiteY702" fmla="*/ 2986413 h 6858000"/>
              <a:gd name="connsiteX703" fmla="*/ 689954 w 4302125"/>
              <a:gd name="connsiteY703" fmla="*/ 3324748 h 6858000"/>
              <a:gd name="connsiteX704" fmla="*/ 689954 w 4302125"/>
              <a:gd name="connsiteY704" fmla="*/ 3324820 h 6858000"/>
              <a:gd name="connsiteX705" fmla="*/ 631792 w 4302125"/>
              <a:gd name="connsiteY705" fmla="*/ 3429017 h 6858000"/>
              <a:gd name="connsiteX706" fmla="*/ 631648 w 4302125"/>
              <a:gd name="connsiteY706" fmla="*/ 3429017 h 6858000"/>
              <a:gd name="connsiteX707" fmla="*/ 450075 w 4302125"/>
              <a:gd name="connsiteY707" fmla="*/ 3756569 h 6858000"/>
              <a:gd name="connsiteX708" fmla="*/ 444084 w 4302125"/>
              <a:gd name="connsiteY708" fmla="*/ 3753249 h 6858000"/>
              <a:gd name="connsiteX709" fmla="*/ 623809 w 4302125"/>
              <a:gd name="connsiteY709" fmla="*/ 3429016 h 6858000"/>
              <a:gd name="connsiteX710" fmla="*/ 623953 w 4302125"/>
              <a:gd name="connsiteY710" fmla="*/ 3429016 h 6858000"/>
              <a:gd name="connsiteX711" fmla="*/ 689954 w 4302125"/>
              <a:gd name="connsiteY711" fmla="*/ 3310683 h 6858000"/>
              <a:gd name="connsiteX712" fmla="*/ 689954 w 4302125"/>
              <a:gd name="connsiteY712" fmla="*/ 3310611 h 6858000"/>
              <a:gd name="connsiteX713" fmla="*/ 1362958 w 4302125"/>
              <a:gd name="connsiteY713" fmla="*/ 2983068 h 6858000"/>
              <a:gd name="connsiteX714" fmla="*/ 1368949 w 4302125"/>
              <a:gd name="connsiteY714" fmla="*/ 2986389 h 6858000"/>
              <a:gd name="connsiteX715" fmla="*/ 1181437 w 4302125"/>
              <a:gd name="connsiteY715" fmla="*/ 3324694 h 6858000"/>
              <a:gd name="connsiteX716" fmla="*/ 1181437 w 4302125"/>
              <a:gd name="connsiteY716" fmla="*/ 3324818 h 6858000"/>
              <a:gd name="connsiteX717" fmla="*/ 1123276 w 4302125"/>
              <a:gd name="connsiteY717" fmla="*/ 3429017 h 6858000"/>
              <a:gd name="connsiteX718" fmla="*/ 1123134 w 4302125"/>
              <a:gd name="connsiteY718" fmla="*/ 3429017 h 6858000"/>
              <a:gd name="connsiteX719" fmla="*/ 941562 w 4302125"/>
              <a:gd name="connsiteY719" fmla="*/ 3756569 h 6858000"/>
              <a:gd name="connsiteX720" fmla="*/ 935572 w 4302125"/>
              <a:gd name="connsiteY720" fmla="*/ 3753249 h 6858000"/>
              <a:gd name="connsiteX721" fmla="*/ 1115296 w 4302125"/>
              <a:gd name="connsiteY721" fmla="*/ 3429016 h 6858000"/>
              <a:gd name="connsiteX722" fmla="*/ 1115436 w 4302125"/>
              <a:gd name="connsiteY722" fmla="*/ 3429016 h 6858000"/>
              <a:gd name="connsiteX723" fmla="*/ 1181420 w 4302125"/>
              <a:gd name="connsiteY723" fmla="*/ 3310711 h 6858000"/>
              <a:gd name="connsiteX724" fmla="*/ 1181420 w 4302125"/>
              <a:gd name="connsiteY724" fmla="*/ 3310586 h 6858000"/>
              <a:gd name="connsiteX725" fmla="*/ 1854442 w 4302125"/>
              <a:gd name="connsiteY725" fmla="*/ 2983065 h 6858000"/>
              <a:gd name="connsiteX726" fmla="*/ 1860433 w 4302125"/>
              <a:gd name="connsiteY726" fmla="*/ 2986386 h 6858000"/>
              <a:gd name="connsiteX727" fmla="*/ 1672905 w 4302125"/>
              <a:gd name="connsiteY727" fmla="*/ 3324659 h 6858000"/>
              <a:gd name="connsiteX728" fmla="*/ 1672905 w 4302125"/>
              <a:gd name="connsiteY728" fmla="*/ 3324792 h 6858000"/>
              <a:gd name="connsiteX729" fmla="*/ 1614743 w 4302125"/>
              <a:gd name="connsiteY729" fmla="*/ 3429017 h 6858000"/>
              <a:gd name="connsiteX730" fmla="*/ 1614606 w 4302125"/>
              <a:gd name="connsiteY730" fmla="*/ 3429017 h 6858000"/>
              <a:gd name="connsiteX731" fmla="*/ 1433034 w 4302125"/>
              <a:gd name="connsiteY731" fmla="*/ 3756569 h 6858000"/>
              <a:gd name="connsiteX732" fmla="*/ 1427043 w 4302125"/>
              <a:gd name="connsiteY732" fmla="*/ 3753249 h 6858000"/>
              <a:gd name="connsiteX733" fmla="*/ 1606768 w 4302125"/>
              <a:gd name="connsiteY733" fmla="*/ 3429016 h 6858000"/>
              <a:gd name="connsiteX734" fmla="*/ 1606904 w 4302125"/>
              <a:gd name="connsiteY734" fmla="*/ 3429016 h 6858000"/>
              <a:gd name="connsiteX735" fmla="*/ 1672870 w 4302125"/>
              <a:gd name="connsiteY735" fmla="*/ 3310718 h 6858000"/>
              <a:gd name="connsiteX736" fmla="*/ 1672870 w 4302125"/>
              <a:gd name="connsiteY736" fmla="*/ 3310584 h 6858000"/>
              <a:gd name="connsiteX737" fmla="*/ 2346045 w 4302125"/>
              <a:gd name="connsiteY737" fmla="*/ 2983064 h 6858000"/>
              <a:gd name="connsiteX738" fmla="*/ 2352038 w 4302125"/>
              <a:gd name="connsiteY738" fmla="*/ 2986385 h 6858000"/>
              <a:gd name="connsiteX739" fmla="*/ 2164440 w 4302125"/>
              <a:gd name="connsiteY739" fmla="*/ 3324719 h 6858000"/>
              <a:gd name="connsiteX740" fmla="*/ 2164440 w 4302125"/>
              <a:gd name="connsiteY740" fmla="*/ 3324791 h 6858000"/>
              <a:gd name="connsiteX741" fmla="*/ 2106323 w 4302125"/>
              <a:gd name="connsiteY741" fmla="*/ 3429017 h 6858000"/>
              <a:gd name="connsiteX742" fmla="*/ 2106133 w 4302125"/>
              <a:gd name="connsiteY742" fmla="*/ 3429017 h 6858000"/>
              <a:gd name="connsiteX743" fmla="*/ 1924521 w 4302125"/>
              <a:gd name="connsiteY743" fmla="*/ 3756569 h 6858000"/>
              <a:gd name="connsiteX744" fmla="*/ 1918530 w 4302125"/>
              <a:gd name="connsiteY744" fmla="*/ 3753249 h 6858000"/>
              <a:gd name="connsiteX745" fmla="*/ 2098329 w 4302125"/>
              <a:gd name="connsiteY745" fmla="*/ 3429016 h 6858000"/>
              <a:gd name="connsiteX746" fmla="*/ 2098484 w 4302125"/>
              <a:gd name="connsiteY746" fmla="*/ 3429016 h 6858000"/>
              <a:gd name="connsiteX747" fmla="*/ 2164437 w 4302125"/>
              <a:gd name="connsiteY747" fmla="*/ 3310655 h 6858000"/>
              <a:gd name="connsiteX748" fmla="*/ 2164437 w 4302125"/>
              <a:gd name="connsiteY748" fmla="*/ 3310583 h 6858000"/>
              <a:gd name="connsiteX749" fmla="*/ 3329069 w 4302125"/>
              <a:gd name="connsiteY749" fmla="*/ 2983062 h 6858000"/>
              <a:gd name="connsiteX750" fmla="*/ 3335055 w 4302125"/>
              <a:gd name="connsiteY750" fmla="*/ 2986382 h 6858000"/>
              <a:gd name="connsiteX751" fmla="*/ 3147425 w 4302125"/>
              <a:gd name="connsiteY751" fmla="*/ 3324717 h 6858000"/>
              <a:gd name="connsiteX752" fmla="*/ 3147425 w 4302125"/>
              <a:gd name="connsiteY752" fmla="*/ 3324789 h 6858000"/>
              <a:gd name="connsiteX753" fmla="*/ 3089257 w 4302125"/>
              <a:gd name="connsiteY753" fmla="*/ 3429017 h 6858000"/>
              <a:gd name="connsiteX754" fmla="*/ 3089111 w 4302125"/>
              <a:gd name="connsiteY754" fmla="*/ 3429017 h 6858000"/>
              <a:gd name="connsiteX755" fmla="*/ 2907572 w 4302125"/>
              <a:gd name="connsiteY755" fmla="*/ 3756569 h 6858000"/>
              <a:gd name="connsiteX756" fmla="*/ 2901586 w 4302125"/>
              <a:gd name="connsiteY756" fmla="*/ 3753249 h 6858000"/>
              <a:gd name="connsiteX757" fmla="*/ 3081319 w 4302125"/>
              <a:gd name="connsiteY757" fmla="*/ 3429016 h 6858000"/>
              <a:gd name="connsiteX758" fmla="*/ 3081470 w 4302125"/>
              <a:gd name="connsiteY758" fmla="*/ 3429016 h 6858000"/>
              <a:gd name="connsiteX759" fmla="*/ 3147425 w 4302125"/>
              <a:gd name="connsiteY759" fmla="*/ 3310651 h 6858000"/>
              <a:gd name="connsiteX760" fmla="*/ 3147425 w 4302125"/>
              <a:gd name="connsiteY760" fmla="*/ 3310579 h 6858000"/>
              <a:gd name="connsiteX761" fmla="*/ 2837517 w 4302125"/>
              <a:gd name="connsiteY761" fmla="*/ 2983062 h 6858000"/>
              <a:gd name="connsiteX762" fmla="*/ 2843507 w 4302125"/>
              <a:gd name="connsiteY762" fmla="*/ 2986383 h 6858000"/>
              <a:gd name="connsiteX763" fmla="*/ 2655989 w 4302125"/>
              <a:gd name="connsiteY763" fmla="*/ 3324717 h 6858000"/>
              <a:gd name="connsiteX764" fmla="*/ 2655989 w 4302125"/>
              <a:gd name="connsiteY764" fmla="*/ 3324789 h 6858000"/>
              <a:gd name="connsiteX765" fmla="*/ 2597858 w 4302125"/>
              <a:gd name="connsiteY765" fmla="*/ 3429017 h 6858000"/>
              <a:gd name="connsiteX766" fmla="*/ 2597661 w 4302125"/>
              <a:gd name="connsiteY766" fmla="*/ 3429017 h 6858000"/>
              <a:gd name="connsiteX767" fmla="*/ 2416095 w 4302125"/>
              <a:gd name="connsiteY767" fmla="*/ 3756569 h 6858000"/>
              <a:gd name="connsiteX768" fmla="*/ 2410106 w 4302125"/>
              <a:gd name="connsiteY768" fmla="*/ 3753249 h 6858000"/>
              <a:gd name="connsiteX769" fmla="*/ 2589856 w 4302125"/>
              <a:gd name="connsiteY769" fmla="*/ 3429016 h 6858000"/>
              <a:gd name="connsiteX770" fmla="*/ 2590018 w 4302125"/>
              <a:gd name="connsiteY770" fmla="*/ 3429016 h 6858000"/>
              <a:gd name="connsiteX771" fmla="*/ 2655988 w 4302125"/>
              <a:gd name="connsiteY771" fmla="*/ 3310654 h 6858000"/>
              <a:gd name="connsiteX772" fmla="*/ 2655988 w 4302125"/>
              <a:gd name="connsiteY772" fmla="*/ 3310582 h 6858000"/>
              <a:gd name="connsiteX773" fmla="*/ 3820516 w 4302125"/>
              <a:gd name="connsiteY773" fmla="*/ 2983035 h 6858000"/>
              <a:gd name="connsiteX774" fmla="*/ 3826473 w 4302125"/>
              <a:gd name="connsiteY774" fmla="*/ 2986357 h 6858000"/>
              <a:gd name="connsiteX775" fmla="*/ 3638956 w 4302125"/>
              <a:gd name="connsiteY775" fmla="*/ 3324658 h 6858000"/>
              <a:gd name="connsiteX776" fmla="*/ 3638956 w 4302125"/>
              <a:gd name="connsiteY776" fmla="*/ 3324787 h 6858000"/>
              <a:gd name="connsiteX777" fmla="*/ 3580786 w 4302125"/>
              <a:gd name="connsiteY777" fmla="*/ 3429017 h 6858000"/>
              <a:gd name="connsiteX778" fmla="*/ 3580633 w 4302125"/>
              <a:gd name="connsiteY778" fmla="*/ 3429017 h 6858000"/>
              <a:gd name="connsiteX779" fmla="*/ 3399107 w 4302125"/>
              <a:gd name="connsiteY779" fmla="*/ 3756569 h 6858000"/>
              <a:gd name="connsiteX780" fmla="*/ 3393114 w 4302125"/>
              <a:gd name="connsiteY780" fmla="*/ 3753249 h 6858000"/>
              <a:gd name="connsiteX781" fmla="*/ 3572829 w 4302125"/>
              <a:gd name="connsiteY781" fmla="*/ 3429016 h 6858000"/>
              <a:gd name="connsiteX782" fmla="*/ 3572982 w 4302125"/>
              <a:gd name="connsiteY782" fmla="*/ 3429016 h 6858000"/>
              <a:gd name="connsiteX783" fmla="*/ 3638936 w 4302125"/>
              <a:gd name="connsiteY783" fmla="*/ 3310682 h 6858000"/>
              <a:gd name="connsiteX784" fmla="*/ 3638936 w 4302125"/>
              <a:gd name="connsiteY784" fmla="*/ 3310555 h 6858000"/>
              <a:gd name="connsiteX785" fmla="*/ 204434 w 4302125"/>
              <a:gd name="connsiteY785" fmla="*/ 2539734 h 6858000"/>
              <a:gd name="connsiteX786" fmla="*/ 206244 w 4302125"/>
              <a:gd name="connsiteY786" fmla="*/ 2543046 h 6858000"/>
              <a:gd name="connsiteX787" fmla="*/ 206277 w 4302125"/>
              <a:gd name="connsiteY787" fmla="*/ 2543046 h 6858000"/>
              <a:gd name="connsiteX788" fmla="*/ 631758 w 4302125"/>
              <a:gd name="connsiteY788" fmla="*/ 3310612 h 6858000"/>
              <a:gd name="connsiteX789" fmla="*/ 625768 w 4302125"/>
              <a:gd name="connsiteY789" fmla="*/ 3313933 h 6858000"/>
              <a:gd name="connsiteX790" fmla="*/ 198472 w 4302125"/>
              <a:gd name="connsiteY790" fmla="*/ 2543046 h 6858000"/>
              <a:gd name="connsiteX791" fmla="*/ 198491 w 4302125"/>
              <a:gd name="connsiteY791" fmla="*/ 2543046 h 6858000"/>
              <a:gd name="connsiteX792" fmla="*/ 695915 w 4302125"/>
              <a:gd name="connsiteY792" fmla="*/ 2539731 h 6858000"/>
              <a:gd name="connsiteX793" fmla="*/ 697725 w 4302125"/>
              <a:gd name="connsiteY793" fmla="*/ 2543045 h 6858000"/>
              <a:gd name="connsiteX794" fmla="*/ 697758 w 4302125"/>
              <a:gd name="connsiteY794" fmla="*/ 2543045 h 6858000"/>
              <a:gd name="connsiteX795" fmla="*/ 1123206 w 4302125"/>
              <a:gd name="connsiteY795" fmla="*/ 3310611 h 6858000"/>
              <a:gd name="connsiteX796" fmla="*/ 1117215 w 4302125"/>
              <a:gd name="connsiteY796" fmla="*/ 3313932 h 6858000"/>
              <a:gd name="connsiteX797" fmla="*/ 689953 w 4302125"/>
              <a:gd name="connsiteY797" fmla="*/ 2543045 h 6858000"/>
              <a:gd name="connsiteX798" fmla="*/ 689972 w 4302125"/>
              <a:gd name="connsiteY798" fmla="*/ 2543045 h 6858000"/>
              <a:gd name="connsiteX799" fmla="*/ 1187381 w 4302125"/>
              <a:gd name="connsiteY799" fmla="*/ 2539707 h 6858000"/>
              <a:gd name="connsiteX800" fmla="*/ 1189191 w 4302125"/>
              <a:gd name="connsiteY800" fmla="*/ 2543019 h 6858000"/>
              <a:gd name="connsiteX801" fmla="*/ 1189225 w 4302125"/>
              <a:gd name="connsiteY801" fmla="*/ 2543019 h 6858000"/>
              <a:gd name="connsiteX802" fmla="*/ 1614673 w 4302125"/>
              <a:gd name="connsiteY802" fmla="*/ 3310585 h 6858000"/>
              <a:gd name="connsiteX803" fmla="*/ 1608683 w 4302125"/>
              <a:gd name="connsiteY803" fmla="*/ 3313906 h 6858000"/>
              <a:gd name="connsiteX804" fmla="*/ 1181420 w 4302125"/>
              <a:gd name="connsiteY804" fmla="*/ 2543019 h 6858000"/>
              <a:gd name="connsiteX805" fmla="*/ 1181438 w 4302125"/>
              <a:gd name="connsiteY805" fmla="*/ 2543019 h 6858000"/>
              <a:gd name="connsiteX806" fmla="*/ 1678831 w 4302125"/>
              <a:gd name="connsiteY806" fmla="*/ 2539704 h 6858000"/>
              <a:gd name="connsiteX807" fmla="*/ 1680676 w 4302125"/>
              <a:gd name="connsiteY807" fmla="*/ 2543018 h 6858000"/>
              <a:gd name="connsiteX808" fmla="*/ 1680710 w 4302125"/>
              <a:gd name="connsiteY808" fmla="*/ 2543018 h 6858000"/>
              <a:gd name="connsiteX809" fmla="*/ 2106255 w 4302125"/>
              <a:gd name="connsiteY809" fmla="*/ 3310584 h 6858000"/>
              <a:gd name="connsiteX810" fmla="*/ 2100263 w 4302125"/>
              <a:gd name="connsiteY810" fmla="*/ 3313905 h 6858000"/>
              <a:gd name="connsiteX811" fmla="*/ 1672870 w 4302125"/>
              <a:gd name="connsiteY811" fmla="*/ 2543018 h 6858000"/>
              <a:gd name="connsiteX812" fmla="*/ 1672888 w 4302125"/>
              <a:gd name="connsiteY812" fmla="*/ 2543018 h 6858000"/>
              <a:gd name="connsiteX813" fmla="*/ 2170397 w 4302125"/>
              <a:gd name="connsiteY813" fmla="*/ 2539703 h 6858000"/>
              <a:gd name="connsiteX814" fmla="*/ 2172243 w 4302125"/>
              <a:gd name="connsiteY814" fmla="*/ 2543017 h 6858000"/>
              <a:gd name="connsiteX815" fmla="*/ 2172274 w 4302125"/>
              <a:gd name="connsiteY815" fmla="*/ 2543017 h 6858000"/>
              <a:gd name="connsiteX816" fmla="*/ 2597790 w 4302125"/>
              <a:gd name="connsiteY816" fmla="*/ 3310582 h 6858000"/>
              <a:gd name="connsiteX817" fmla="*/ 2591798 w 4302125"/>
              <a:gd name="connsiteY817" fmla="*/ 3313904 h 6858000"/>
              <a:gd name="connsiteX818" fmla="*/ 2164437 w 4302125"/>
              <a:gd name="connsiteY818" fmla="*/ 2543017 h 6858000"/>
              <a:gd name="connsiteX819" fmla="*/ 2164455 w 4302125"/>
              <a:gd name="connsiteY819" fmla="*/ 2543017 h 6858000"/>
              <a:gd name="connsiteX820" fmla="*/ 2661948 w 4302125"/>
              <a:gd name="connsiteY820" fmla="*/ 2539702 h 6858000"/>
              <a:gd name="connsiteX821" fmla="*/ 2663792 w 4302125"/>
              <a:gd name="connsiteY821" fmla="*/ 2543014 h 6858000"/>
              <a:gd name="connsiteX822" fmla="*/ 2663824 w 4302125"/>
              <a:gd name="connsiteY822" fmla="*/ 2543014 h 6858000"/>
              <a:gd name="connsiteX823" fmla="*/ 3089223 w 4302125"/>
              <a:gd name="connsiteY823" fmla="*/ 3310581 h 6858000"/>
              <a:gd name="connsiteX824" fmla="*/ 3083250 w 4302125"/>
              <a:gd name="connsiteY824" fmla="*/ 3313901 h 6858000"/>
              <a:gd name="connsiteX825" fmla="*/ 2655987 w 4302125"/>
              <a:gd name="connsiteY825" fmla="*/ 2543014 h 6858000"/>
              <a:gd name="connsiteX826" fmla="*/ 2656007 w 4302125"/>
              <a:gd name="connsiteY826" fmla="*/ 2543014 h 6858000"/>
              <a:gd name="connsiteX827" fmla="*/ 3153394 w 4302125"/>
              <a:gd name="connsiteY827" fmla="*/ 2539700 h 6858000"/>
              <a:gd name="connsiteX828" fmla="*/ 3155238 w 4302125"/>
              <a:gd name="connsiteY828" fmla="*/ 2543013 h 6858000"/>
              <a:gd name="connsiteX829" fmla="*/ 3155260 w 4302125"/>
              <a:gd name="connsiteY829" fmla="*/ 2543013 h 6858000"/>
              <a:gd name="connsiteX830" fmla="*/ 3580752 w 4302125"/>
              <a:gd name="connsiteY830" fmla="*/ 3310579 h 6858000"/>
              <a:gd name="connsiteX831" fmla="*/ 3574765 w 4302125"/>
              <a:gd name="connsiteY831" fmla="*/ 3313900 h 6858000"/>
              <a:gd name="connsiteX832" fmla="*/ 3147425 w 4302125"/>
              <a:gd name="connsiteY832" fmla="*/ 2543013 h 6858000"/>
              <a:gd name="connsiteX833" fmla="*/ 3147447 w 4302125"/>
              <a:gd name="connsiteY833" fmla="*/ 2543013 h 6858000"/>
              <a:gd name="connsiteX834" fmla="*/ 3644899 w 4302125"/>
              <a:gd name="connsiteY834" fmla="*/ 2539675 h 6858000"/>
              <a:gd name="connsiteX835" fmla="*/ 3646736 w 4302125"/>
              <a:gd name="connsiteY835" fmla="*/ 2542987 h 6858000"/>
              <a:gd name="connsiteX836" fmla="*/ 3646767 w 4302125"/>
              <a:gd name="connsiteY836" fmla="*/ 2542987 h 6858000"/>
              <a:gd name="connsiteX837" fmla="*/ 4072227 w 4302125"/>
              <a:gd name="connsiteY837" fmla="*/ 3310553 h 6858000"/>
              <a:gd name="connsiteX838" fmla="*/ 4066240 w 4302125"/>
              <a:gd name="connsiteY838" fmla="*/ 3313875 h 6858000"/>
              <a:gd name="connsiteX839" fmla="*/ 3638934 w 4302125"/>
              <a:gd name="connsiteY839" fmla="*/ 2542987 h 6858000"/>
              <a:gd name="connsiteX840" fmla="*/ 3638956 w 4302125"/>
              <a:gd name="connsiteY840" fmla="*/ 2542987 h 6858000"/>
              <a:gd name="connsiteX841" fmla="*/ 4136394 w 4302125"/>
              <a:gd name="connsiteY841" fmla="*/ 2539672 h 6858000"/>
              <a:gd name="connsiteX842" fmla="*/ 4138238 w 4302125"/>
              <a:gd name="connsiteY842" fmla="*/ 2542986 h 6858000"/>
              <a:gd name="connsiteX843" fmla="*/ 4138268 w 4302125"/>
              <a:gd name="connsiteY843" fmla="*/ 2542986 h 6858000"/>
              <a:gd name="connsiteX844" fmla="*/ 4302125 w 4302125"/>
              <a:gd name="connsiteY844" fmla="*/ 2838586 h 6858000"/>
              <a:gd name="connsiteX845" fmla="*/ 4302125 w 4302125"/>
              <a:gd name="connsiteY845" fmla="*/ 2852736 h 6858000"/>
              <a:gd name="connsiteX846" fmla="*/ 4130421 w 4302125"/>
              <a:gd name="connsiteY846" fmla="*/ 2542986 h 6858000"/>
              <a:gd name="connsiteX847" fmla="*/ 4130446 w 4302125"/>
              <a:gd name="connsiteY847" fmla="*/ 2542986 h 6858000"/>
              <a:gd name="connsiteX848" fmla="*/ 0 w 4302125"/>
              <a:gd name="connsiteY848" fmla="*/ 2170852 h 6858000"/>
              <a:gd name="connsiteX849" fmla="*/ 140283 w 4302125"/>
              <a:gd name="connsiteY849" fmla="*/ 2423921 h 6858000"/>
              <a:gd name="connsiteX850" fmla="*/ 134292 w 4302125"/>
              <a:gd name="connsiteY850" fmla="*/ 2427242 h 6858000"/>
              <a:gd name="connsiteX851" fmla="*/ 0 w 4302125"/>
              <a:gd name="connsiteY851" fmla="*/ 2184966 h 6858000"/>
              <a:gd name="connsiteX852" fmla="*/ 4302125 w 4302125"/>
              <a:gd name="connsiteY852" fmla="*/ 2114095 h 6858000"/>
              <a:gd name="connsiteX853" fmla="*/ 4302125 w 4302125"/>
              <a:gd name="connsiteY853" fmla="*/ 2128226 h 6858000"/>
              <a:gd name="connsiteX854" fmla="*/ 4130431 w 4302125"/>
              <a:gd name="connsiteY854" fmla="*/ 2437994 h 6858000"/>
              <a:gd name="connsiteX855" fmla="*/ 4130431 w 4302125"/>
              <a:gd name="connsiteY855" fmla="*/ 2438068 h 6858000"/>
              <a:gd name="connsiteX856" fmla="*/ 4072268 w 4302125"/>
              <a:gd name="connsiteY856" fmla="*/ 2542997 h 6858000"/>
              <a:gd name="connsiteX857" fmla="*/ 4072227 w 4302125"/>
              <a:gd name="connsiteY857" fmla="*/ 2542997 h 6858000"/>
              <a:gd name="connsiteX858" fmla="*/ 3890700 w 4302125"/>
              <a:gd name="connsiteY858" fmla="*/ 2870541 h 6858000"/>
              <a:gd name="connsiteX859" fmla="*/ 3884710 w 4302125"/>
              <a:gd name="connsiteY859" fmla="*/ 2867222 h 6858000"/>
              <a:gd name="connsiteX860" fmla="*/ 4064391 w 4302125"/>
              <a:gd name="connsiteY860" fmla="*/ 2542988 h 6858000"/>
              <a:gd name="connsiteX861" fmla="*/ 4064470 w 4302125"/>
              <a:gd name="connsiteY861" fmla="*/ 2542988 h 6858000"/>
              <a:gd name="connsiteX862" fmla="*/ 4130431 w 4302125"/>
              <a:gd name="connsiteY862" fmla="*/ 2423966 h 6858000"/>
              <a:gd name="connsiteX863" fmla="*/ 4130431 w 4302125"/>
              <a:gd name="connsiteY863" fmla="*/ 2423892 h 6858000"/>
              <a:gd name="connsiteX864" fmla="*/ 380013 w 4302125"/>
              <a:gd name="connsiteY864" fmla="*/ 2096400 h 6858000"/>
              <a:gd name="connsiteX865" fmla="*/ 386004 w 4302125"/>
              <a:gd name="connsiteY865" fmla="*/ 2099722 h 6858000"/>
              <a:gd name="connsiteX866" fmla="*/ 198478 w 4302125"/>
              <a:gd name="connsiteY866" fmla="*/ 2438056 h 6858000"/>
              <a:gd name="connsiteX867" fmla="*/ 198478 w 4302125"/>
              <a:gd name="connsiteY867" fmla="*/ 2438127 h 6858000"/>
              <a:gd name="connsiteX868" fmla="*/ 140317 w 4302125"/>
              <a:gd name="connsiteY868" fmla="*/ 2543056 h 6858000"/>
              <a:gd name="connsiteX869" fmla="*/ 140274 w 4302125"/>
              <a:gd name="connsiteY869" fmla="*/ 2543056 h 6858000"/>
              <a:gd name="connsiteX870" fmla="*/ 0 w 4302125"/>
              <a:gd name="connsiteY870" fmla="*/ 2796109 h 6858000"/>
              <a:gd name="connsiteX871" fmla="*/ 0 w 4302125"/>
              <a:gd name="connsiteY871" fmla="*/ 2781977 h 6858000"/>
              <a:gd name="connsiteX872" fmla="*/ 132439 w 4302125"/>
              <a:gd name="connsiteY872" fmla="*/ 2543050 h 6858000"/>
              <a:gd name="connsiteX873" fmla="*/ 132481 w 4302125"/>
              <a:gd name="connsiteY873" fmla="*/ 2543050 h 6858000"/>
              <a:gd name="connsiteX874" fmla="*/ 198478 w 4302125"/>
              <a:gd name="connsiteY874" fmla="*/ 2424025 h 6858000"/>
              <a:gd name="connsiteX875" fmla="*/ 198478 w 4302125"/>
              <a:gd name="connsiteY875" fmla="*/ 2423954 h 6858000"/>
              <a:gd name="connsiteX876" fmla="*/ 871497 w 4302125"/>
              <a:gd name="connsiteY876" fmla="*/ 2096399 h 6858000"/>
              <a:gd name="connsiteX877" fmla="*/ 877488 w 4302125"/>
              <a:gd name="connsiteY877" fmla="*/ 2099719 h 6858000"/>
              <a:gd name="connsiteX878" fmla="*/ 689960 w 4302125"/>
              <a:gd name="connsiteY878" fmla="*/ 2438053 h 6858000"/>
              <a:gd name="connsiteX879" fmla="*/ 689960 w 4302125"/>
              <a:gd name="connsiteY879" fmla="*/ 2438127 h 6858000"/>
              <a:gd name="connsiteX880" fmla="*/ 631798 w 4302125"/>
              <a:gd name="connsiteY880" fmla="*/ 2543056 h 6858000"/>
              <a:gd name="connsiteX881" fmla="*/ 631755 w 4302125"/>
              <a:gd name="connsiteY881" fmla="*/ 2543056 h 6858000"/>
              <a:gd name="connsiteX882" fmla="*/ 450186 w 4302125"/>
              <a:gd name="connsiteY882" fmla="*/ 2870600 h 6858000"/>
              <a:gd name="connsiteX883" fmla="*/ 444195 w 4302125"/>
              <a:gd name="connsiteY883" fmla="*/ 2867281 h 6858000"/>
              <a:gd name="connsiteX884" fmla="*/ 623919 w 4302125"/>
              <a:gd name="connsiteY884" fmla="*/ 2543047 h 6858000"/>
              <a:gd name="connsiteX885" fmla="*/ 623962 w 4302125"/>
              <a:gd name="connsiteY885" fmla="*/ 2543047 h 6858000"/>
              <a:gd name="connsiteX886" fmla="*/ 689959 w 4302125"/>
              <a:gd name="connsiteY886" fmla="*/ 2424024 h 6858000"/>
              <a:gd name="connsiteX887" fmla="*/ 689959 w 4302125"/>
              <a:gd name="connsiteY887" fmla="*/ 2423952 h 6858000"/>
              <a:gd name="connsiteX888" fmla="*/ 1362963 w 4302125"/>
              <a:gd name="connsiteY888" fmla="*/ 2096373 h 6858000"/>
              <a:gd name="connsiteX889" fmla="*/ 1368954 w 4302125"/>
              <a:gd name="connsiteY889" fmla="*/ 2099695 h 6858000"/>
              <a:gd name="connsiteX890" fmla="*/ 1181442 w 4302125"/>
              <a:gd name="connsiteY890" fmla="*/ 2438000 h 6858000"/>
              <a:gd name="connsiteX891" fmla="*/ 1181442 w 4302125"/>
              <a:gd name="connsiteY891" fmla="*/ 2438124 h 6858000"/>
              <a:gd name="connsiteX892" fmla="*/ 1123280 w 4302125"/>
              <a:gd name="connsiteY892" fmla="*/ 2543053 h 6858000"/>
              <a:gd name="connsiteX893" fmla="*/ 1123237 w 4302125"/>
              <a:gd name="connsiteY893" fmla="*/ 2543053 h 6858000"/>
              <a:gd name="connsiteX894" fmla="*/ 941669 w 4302125"/>
              <a:gd name="connsiteY894" fmla="*/ 2870599 h 6858000"/>
              <a:gd name="connsiteX895" fmla="*/ 935678 w 4302125"/>
              <a:gd name="connsiteY895" fmla="*/ 2867278 h 6858000"/>
              <a:gd name="connsiteX896" fmla="*/ 1115402 w 4302125"/>
              <a:gd name="connsiteY896" fmla="*/ 2543046 h 6858000"/>
              <a:gd name="connsiteX897" fmla="*/ 1115444 w 4302125"/>
              <a:gd name="connsiteY897" fmla="*/ 2543046 h 6858000"/>
              <a:gd name="connsiteX898" fmla="*/ 1181426 w 4302125"/>
              <a:gd name="connsiteY898" fmla="*/ 2424051 h 6858000"/>
              <a:gd name="connsiteX899" fmla="*/ 1181426 w 4302125"/>
              <a:gd name="connsiteY899" fmla="*/ 2423927 h 6858000"/>
              <a:gd name="connsiteX900" fmla="*/ 1854447 w 4302125"/>
              <a:gd name="connsiteY900" fmla="*/ 2096371 h 6858000"/>
              <a:gd name="connsiteX901" fmla="*/ 1860438 w 4302125"/>
              <a:gd name="connsiteY901" fmla="*/ 2099692 h 6858000"/>
              <a:gd name="connsiteX902" fmla="*/ 1672909 w 4302125"/>
              <a:gd name="connsiteY902" fmla="*/ 2437965 h 6858000"/>
              <a:gd name="connsiteX903" fmla="*/ 1672909 w 4302125"/>
              <a:gd name="connsiteY903" fmla="*/ 2438098 h 6858000"/>
              <a:gd name="connsiteX904" fmla="*/ 1614748 w 4302125"/>
              <a:gd name="connsiteY904" fmla="*/ 2543027 h 6858000"/>
              <a:gd name="connsiteX905" fmla="*/ 1614704 w 4302125"/>
              <a:gd name="connsiteY905" fmla="*/ 2543027 h 6858000"/>
              <a:gd name="connsiteX906" fmla="*/ 1433137 w 4302125"/>
              <a:gd name="connsiteY906" fmla="*/ 2870573 h 6858000"/>
              <a:gd name="connsiteX907" fmla="*/ 1427146 w 4302125"/>
              <a:gd name="connsiteY907" fmla="*/ 2867254 h 6858000"/>
              <a:gd name="connsiteX908" fmla="*/ 1606870 w 4302125"/>
              <a:gd name="connsiteY908" fmla="*/ 2543020 h 6858000"/>
              <a:gd name="connsiteX909" fmla="*/ 1606912 w 4302125"/>
              <a:gd name="connsiteY909" fmla="*/ 2543020 h 6858000"/>
              <a:gd name="connsiteX910" fmla="*/ 1672875 w 4302125"/>
              <a:gd name="connsiteY910" fmla="*/ 2424058 h 6858000"/>
              <a:gd name="connsiteX911" fmla="*/ 1672875 w 4302125"/>
              <a:gd name="connsiteY911" fmla="*/ 2423924 h 6858000"/>
              <a:gd name="connsiteX912" fmla="*/ 2346051 w 4302125"/>
              <a:gd name="connsiteY912" fmla="*/ 2096370 h 6858000"/>
              <a:gd name="connsiteX913" fmla="*/ 2352039 w 4302125"/>
              <a:gd name="connsiteY913" fmla="*/ 2099691 h 6858000"/>
              <a:gd name="connsiteX914" fmla="*/ 2164445 w 4302125"/>
              <a:gd name="connsiteY914" fmla="*/ 2438025 h 6858000"/>
              <a:gd name="connsiteX915" fmla="*/ 2164445 w 4302125"/>
              <a:gd name="connsiteY915" fmla="*/ 2438097 h 6858000"/>
              <a:gd name="connsiteX916" fmla="*/ 2106333 w 4302125"/>
              <a:gd name="connsiteY916" fmla="*/ 2543026 h 6858000"/>
              <a:gd name="connsiteX917" fmla="*/ 2106249 w 4302125"/>
              <a:gd name="connsiteY917" fmla="*/ 2543026 h 6858000"/>
              <a:gd name="connsiteX918" fmla="*/ 1924620 w 4302125"/>
              <a:gd name="connsiteY918" fmla="*/ 2870572 h 6858000"/>
              <a:gd name="connsiteX919" fmla="*/ 1918630 w 4302125"/>
              <a:gd name="connsiteY919" fmla="*/ 2867251 h 6858000"/>
              <a:gd name="connsiteX920" fmla="*/ 2098450 w 4302125"/>
              <a:gd name="connsiteY920" fmla="*/ 2543019 h 6858000"/>
              <a:gd name="connsiteX921" fmla="*/ 2098484 w 4302125"/>
              <a:gd name="connsiteY921" fmla="*/ 2543019 h 6858000"/>
              <a:gd name="connsiteX922" fmla="*/ 2164441 w 4302125"/>
              <a:gd name="connsiteY922" fmla="*/ 2423995 h 6858000"/>
              <a:gd name="connsiteX923" fmla="*/ 2164441 w 4302125"/>
              <a:gd name="connsiteY923" fmla="*/ 2423923 h 6858000"/>
              <a:gd name="connsiteX924" fmla="*/ 2837522 w 4302125"/>
              <a:gd name="connsiteY924" fmla="*/ 2096368 h 6858000"/>
              <a:gd name="connsiteX925" fmla="*/ 2843513 w 4302125"/>
              <a:gd name="connsiteY925" fmla="*/ 2099690 h 6858000"/>
              <a:gd name="connsiteX926" fmla="*/ 2655995 w 4302125"/>
              <a:gd name="connsiteY926" fmla="*/ 2438023 h 6858000"/>
              <a:gd name="connsiteX927" fmla="*/ 2655995 w 4302125"/>
              <a:gd name="connsiteY927" fmla="*/ 2438095 h 6858000"/>
              <a:gd name="connsiteX928" fmla="*/ 2597864 w 4302125"/>
              <a:gd name="connsiteY928" fmla="*/ 2543024 h 6858000"/>
              <a:gd name="connsiteX929" fmla="*/ 2597786 w 4302125"/>
              <a:gd name="connsiteY929" fmla="*/ 2543024 h 6858000"/>
              <a:gd name="connsiteX930" fmla="*/ 2416218 w 4302125"/>
              <a:gd name="connsiteY930" fmla="*/ 2870570 h 6858000"/>
              <a:gd name="connsiteX931" fmla="*/ 2410228 w 4302125"/>
              <a:gd name="connsiteY931" fmla="*/ 2867250 h 6858000"/>
              <a:gd name="connsiteX932" fmla="*/ 2589984 w 4302125"/>
              <a:gd name="connsiteY932" fmla="*/ 2543017 h 6858000"/>
              <a:gd name="connsiteX933" fmla="*/ 2590028 w 4302125"/>
              <a:gd name="connsiteY933" fmla="*/ 2543017 h 6858000"/>
              <a:gd name="connsiteX934" fmla="*/ 2655994 w 4302125"/>
              <a:gd name="connsiteY934" fmla="*/ 2423993 h 6858000"/>
              <a:gd name="connsiteX935" fmla="*/ 2655994 w 4302125"/>
              <a:gd name="connsiteY935" fmla="*/ 2423921 h 6858000"/>
              <a:gd name="connsiteX936" fmla="*/ 3329076 w 4302125"/>
              <a:gd name="connsiteY936" fmla="*/ 2096367 h 6858000"/>
              <a:gd name="connsiteX937" fmla="*/ 3335062 w 4302125"/>
              <a:gd name="connsiteY937" fmla="*/ 2099689 h 6858000"/>
              <a:gd name="connsiteX938" fmla="*/ 3147432 w 4302125"/>
              <a:gd name="connsiteY938" fmla="*/ 2438023 h 6858000"/>
              <a:gd name="connsiteX939" fmla="*/ 3147432 w 4302125"/>
              <a:gd name="connsiteY939" fmla="*/ 2438095 h 6858000"/>
              <a:gd name="connsiteX940" fmla="*/ 3089262 w 4302125"/>
              <a:gd name="connsiteY940" fmla="*/ 2543024 h 6858000"/>
              <a:gd name="connsiteX941" fmla="*/ 3089218 w 4302125"/>
              <a:gd name="connsiteY941" fmla="*/ 2543024 h 6858000"/>
              <a:gd name="connsiteX942" fmla="*/ 2907689 w 4302125"/>
              <a:gd name="connsiteY942" fmla="*/ 2870569 h 6858000"/>
              <a:gd name="connsiteX943" fmla="*/ 2901703 w 4302125"/>
              <a:gd name="connsiteY943" fmla="*/ 2867248 h 6858000"/>
              <a:gd name="connsiteX944" fmla="*/ 3081436 w 4302125"/>
              <a:gd name="connsiteY944" fmla="*/ 2543017 h 6858000"/>
              <a:gd name="connsiteX945" fmla="*/ 3081483 w 4302125"/>
              <a:gd name="connsiteY945" fmla="*/ 2543017 h 6858000"/>
              <a:gd name="connsiteX946" fmla="*/ 3147432 w 4302125"/>
              <a:gd name="connsiteY946" fmla="*/ 2423992 h 6858000"/>
              <a:gd name="connsiteX947" fmla="*/ 3147432 w 4302125"/>
              <a:gd name="connsiteY947" fmla="*/ 2423921 h 6858000"/>
              <a:gd name="connsiteX948" fmla="*/ 3820518 w 4302125"/>
              <a:gd name="connsiteY948" fmla="*/ 2096341 h 6858000"/>
              <a:gd name="connsiteX949" fmla="*/ 3826477 w 4302125"/>
              <a:gd name="connsiteY949" fmla="*/ 2099663 h 6858000"/>
              <a:gd name="connsiteX950" fmla="*/ 3638960 w 4302125"/>
              <a:gd name="connsiteY950" fmla="*/ 2437965 h 6858000"/>
              <a:gd name="connsiteX951" fmla="*/ 3638960 w 4302125"/>
              <a:gd name="connsiteY951" fmla="*/ 2438092 h 6858000"/>
              <a:gd name="connsiteX952" fmla="*/ 3580790 w 4302125"/>
              <a:gd name="connsiteY952" fmla="*/ 2543022 h 6858000"/>
              <a:gd name="connsiteX953" fmla="*/ 3580749 w 4302125"/>
              <a:gd name="connsiteY953" fmla="*/ 2543022 h 6858000"/>
              <a:gd name="connsiteX954" fmla="*/ 3399229 w 4302125"/>
              <a:gd name="connsiteY954" fmla="*/ 2870567 h 6858000"/>
              <a:gd name="connsiteX955" fmla="*/ 3393241 w 4302125"/>
              <a:gd name="connsiteY955" fmla="*/ 2867248 h 6858000"/>
              <a:gd name="connsiteX956" fmla="*/ 3572949 w 4302125"/>
              <a:gd name="connsiteY956" fmla="*/ 2543014 h 6858000"/>
              <a:gd name="connsiteX957" fmla="*/ 3572995 w 4302125"/>
              <a:gd name="connsiteY957" fmla="*/ 2543014 h 6858000"/>
              <a:gd name="connsiteX958" fmla="*/ 3638942 w 4302125"/>
              <a:gd name="connsiteY958" fmla="*/ 2424021 h 6858000"/>
              <a:gd name="connsiteX959" fmla="*/ 3638942 w 4302125"/>
              <a:gd name="connsiteY959" fmla="*/ 2423895 h 6858000"/>
              <a:gd name="connsiteX960" fmla="*/ 204440 w 4302125"/>
              <a:gd name="connsiteY960" fmla="*/ 1653039 h 6858000"/>
              <a:gd name="connsiteX961" fmla="*/ 206249 w 4302125"/>
              <a:gd name="connsiteY961" fmla="*/ 1656352 h 6858000"/>
              <a:gd name="connsiteX962" fmla="*/ 206282 w 4302125"/>
              <a:gd name="connsiteY962" fmla="*/ 1656352 h 6858000"/>
              <a:gd name="connsiteX963" fmla="*/ 631763 w 4302125"/>
              <a:gd name="connsiteY963" fmla="*/ 2423918 h 6858000"/>
              <a:gd name="connsiteX964" fmla="*/ 625773 w 4302125"/>
              <a:gd name="connsiteY964" fmla="*/ 2427239 h 6858000"/>
              <a:gd name="connsiteX965" fmla="*/ 198477 w 4302125"/>
              <a:gd name="connsiteY965" fmla="*/ 1656352 h 6858000"/>
              <a:gd name="connsiteX966" fmla="*/ 198496 w 4302125"/>
              <a:gd name="connsiteY966" fmla="*/ 1656352 h 6858000"/>
              <a:gd name="connsiteX967" fmla="*/ 695920 w 4302125"/>
              <a:gd name="connsiteY967" fmla="*/ 1653037 h 6858000"/>
              <a:gd name="connsiteX968" fmla="*/ 697730 w 4302125"/>
              <a:gd name="connsiteY968" fmla="*/ 1656351 h 6858000"/>
              <a:gd name="connsiteX969" fmla="*/ 697763 w 4302125"/>
              <a:gd name="connsiteY969" fmla="*/ 1656351 h 6858000"/>
              <a:gd name="connsiteX970" fmla="*/ 1123211 w 4302125"/>
              <a:gd name="connsiteY970" fmla="*/ 2423917 h 6858000"/>
              <a:gd name="connsiteX971" fmla="*/ 1117220 w 4302125"/>
              <a:gd name="connsiteY971" fmla="*/ 2427238 h 6858000"/>
              <a:gd name="connsiteX972" fmla="*/ 689958 w 4302125"/>
              <a:gd name="connsiteY972" fmla="*/ 1656351 h 6858000"/>
              <a:gd name="connsiteX973" fmla="*/ 689977 w 4302125"/>
              <a:gd name="connsiteY973" fmla="*/ 1656351 h 6858000"/>
              <a:gd name="connsiteX974" fmla="*/ 1187386 w 4302125"/>
              <a:gd name="connsiteY974" fmla="*/ 1653013 h 6858000"/>
              <a:gd name="connsiteX975" fmla="*/ 1189196 w 4302125"/>
              <a:gd name="connsiteY975" fmla="*/ 1656325 h 6858000"/>
              <a:gd name="connsiteX976" fmla="*/ 1189230 w 4302125"/>
              <a:gd name="connsiteY976" fmla="*/ 1656325 h 6858000"/>
              <a:gd name="connsiteX977" fmla="*/ 1614679 w 4302125"/>
              <a:gd name="connsiteY977" fmla="*/ 2423891 h 6858000"/>
              <a:gd name="connsiteX978" fmla="*/ 1608688 w 4302125"/>
              <a:gd name="connsiteY978" fmla="*/ 2427212 h 6858000"/>
              <a:gd name="connsiteX979" fmla="*/ 1181425 w 4302125"/>
              <a:gd name="connsiteY979" fmla="*/ 1656325 h 6858000"/>
              <a:gd name="connsiteX980" fmla="*/ 1181443 w 4302125"/>
              <a:gd name="connsiteY980" fmla="*/ 1656325 h 6858000"/>
              <a:gd name="connsiteX981" fmla="*/ 1678836 w 4302125"/>
              <a:gd name="connsiteY981" fmla="*/ 1653010 h 6858000"/>
              <a:gd name="connsiteX982" fmla="*/ 1680681 w 4302125"/>
              <a:gd name="connsiteY982" fmla="*/ 1656324 h 6858000"/>
              <a:gd name="connsiteX983" fmla="*/ 1680714 w 4302125"/>
              <a:gd name="connsiteY983" fmla="*/ 1656324 h 6858000"/>
              <a:gd name="connsiteX984" fmla="*/ 2106263 w 4302125"/>
              <a:gd name="connsiteY984" fmla="*/ 2423890 h 6858000"/>
              <a:gd name="connsiteX985" fmla="*/ 2100272 w 4302125"/>
              <a:gd name="connsiteY985" fmla="*/ 2427211 h 6858000"/>
              <a:gd name="connsiteX986" fmla="*/ 1672875 w 4302125"/>
              <a:gd name="connsiteY986" fmla="*/ 1656324 h 6858000"/>
              <a:gd name="connsiteX987" fmla="*/ 1672892 w 4302125"/>
              <a:gd name="connsiteY987" fmla="*/ 1656324 h 6858000"/>
              <a:gd name="connsiteX988" fmla="*/ 2170402 w 4302125"/>
              <a:gd name="connsiteY988" fmla="*/ 1653009 h 6858000"/>
              <a:gd name="connsiteX989" fmla="*/ 2172251 w 4302125"/>
              <a:gd name="connsiteY989" fmla="*/ 1656322 h 6858000"/>
              <a:gd name="connsiteX990" fmla="*/ 2172279 w 4302125"/>
              <a:gd name="connsiteY990" fmla="*/ 1656322 h 6858000"/>
              <a:gd name="connsiteX991" fmla="*/ 2597796 w 4302125"/>
              <a:gd name="connsiteY991" fmla="*/ 2423888 h 6858000"/>
              <a:gd name="connsiteX992" fmla="*/ 2591804 w 4302125"/>
              <a:gd name="connsiteY992" fmla="*/ 2427210 h 6858000"/>
              <a:gd name="connsiteX993" fmla="*/ 2164441 w 4302125"/>
              <a:gd name="connsiteY993" fmla="*/ 1656322 h 6858000"/>
              <a:gd name="connsiteX994" fmla="*/ 2164460 w 4302125"/>
              <a:gd name="connsiteY994" fmla="*/ 1656322 h 6858000"/>
              <a:gd name="connsiteX995" fmla="*/ 2661956 w 4302125"/>
              <a:gd name="connsiteY995" fmla="*/ 1653007 h 6858000"/>
              <a:gd name="connsiteX996" fmla="*/ 2663798 w 4302125"/>
              <a:gd name="connsiteY996" fmla="*/ 1656322 h 6858000"/>
              <a:gd name="connsiteX997" fmla="*/ 2663831 w 4302125"/>
              <a:gd name="connsiteY997" fmla="*/ 1656322 h 6858000"/>
              <a:gd name="connsiteX998" fmla="*/ 3089228 w 4302125"/>
              <a:gd name="connsiteY998" fmla="*/ 2423888 h 6858000"/>
              <a:gd name="connsiteX999" fmla="*/ 3083257 w 4302125"/>
              <a:gd name="connsiteY999" fmla="*/ 2427207 h 6858000"/>
              <a:gd name="connsiteX1000" fmla="*/ 2655994 w 4302125"/>
              <a:gd name="connsiteY1000" fmla="*/ 1656322 h 6858000"/>
              <a:gd name="connsiteX1001" fmla="*/ 2656013 w 4302125"/>
              <a:gd name="connsiteY1001" fmla="*/ 1656322 h 6858000"/>
              <a:gd name="connsiteX1002" fmla="*/ 3153394 w 4302125"/>
              <a:gd name="connsiteY1002" fmla="*/ 1653006 h 6858000"/>
              <a:gd name="connsiteX1003" fmla="*/ 3155238 w 4302125"/>
              <a:gd name="connsiteY1003" fmla="*/ 1656319 h 6858000"/>
              <a:gd name="connsiteX1004" fmla="*/ 3155270 w 4302125"/>
              <a:gd name="connsiteY1004" fmla="*/ 1656319 h 6858000"/>
              <a:gd name="connsiteX1005" fmla="*/ 3580757 w 4302125"/>
              <a:gd name="connsiteY1005" fmla="*/ 2423885 h 6858000"/>
              <a:gd name="connsiteX1006" fmla="*/ 3574769 w 4302125"/>
              <a:gd name="connsiteY1006" fmla="*/ 2427206 h 6858000"/>
              <a:gd name="connsiteX1007" fmla="*/ 3147432 w 4302125"/>
              <a:gd name="connsiteY1007" fmla="*/ 1656319 h 6858000"/>
              <a:gd name="connsiteX1008" fmla="*/ 3147454 w 4302125"/>
              <a:gd name="connsiteY1008" fmla="*/ 1656319 h 6858000"/>
              <a:gd name="connsiteX1009" fmla="*/ 3644899 w 4302125"/>
              <a:gd name="connsiteY1009" fmla="*/ 1652980 h 6858000"/>
              <a:gd name="connsiteX1010" fmla="*/ 3646744 w 4302125"/>
              <a:gd name="connsiteY1010" fmla="*/ 1656294 h 6858000"/>
              <a:gd name="connsiteX1011" fmla="*/ 3646775 w 4302125"/>
              <a:gd name="connsiteY1011" fmla="*/ 1656294 h 6858000"/>
              <a:gd name="connsiteX1012" fmla="*/ 4072234 w 4302125"/>
              <a:gd name="connsiteY1012" fmla="*/ 2423859 h 6858000"/>
              <a:gd name="connsiteX1013" fmla="*/ 4066244 w 4302125"/>
              <a:gd name="connsiteY1013" fmla="*/ 2427181 h 6858000"/>
              <a:gd name="connsiteX1014" fmla="*/ 3638940 w 4302125"/>
              <a:gd name="connsiteY1014" fmla="*/ 1656294 h 6858000"/>
              <a:gd name="connsiteX1015" fmla="*/ 3638960 w 4302125"/>
              <a:gd name="connsiteY1015" fmla="*/ 1656294 h 6858000"/>
              <a:gd name="connsiteX1016" fmla="*/ 4136401 w 4302125"/>
              <a:gd name="connsiteY1016" fmla="*/ 1652979 h 6858000"/>
              <a:gd name="connsiteX1017" fmla="*/ 4138242 w 4302125"/>
              <a:gd name="connsiteY1017" fmla="*/ 1656292 h 6858000"/>
              <a:gd name="connsiteX1018" fmla="*/ 4138276 w 4302125"/>
              <a:gd name="connsiteY1018" fmla="*/ 1656292 h 6858000"/>
              <a:gd name="connsiteX1019" fmla="*/ 4302125 w 4302125"/>
              <a:gd name="connsiteY1019" fmla="*/ 1951881 h 6858000"/>
              <a:gd name="connsiteX1020" fmla="*/ 4302125 w 4302125"/>
              <a:gd name="connsiteY1020" fmla="*/ 1966026 h 6858000"/>
              <a:gd name="connsiteX1021" fmla="*/ 4130431 w 4302125"/>
              <a:gd name="connsiteY1021" fmla="*/ 1656292 h 6858000"/>
              <a:gd name="connsiteX1022" fmla="*/ 4130450 w 4302125"/>
              <a:gd name="connsiteY1022" fmla="*/ 1656292 h 6858000"/>
              <a:gd name="connsiteX1023" fmla="*/ 0 w 4302125"/>
              <a:gd name="connsiteY1023" fmla="*/ 1284160 h 6858000"/>
              <a:gd name="connsiteX1024" fmla="*/ 140288 w 4302125"/>
              <a:gd name="connsiteY1024" fmla="*/ 1537226 h 6858000"/>
              <a:gd name="connsiteX1025" fmla="*/ 134297 w 4302125"/>
              <a:gd name="connsiteY1025" fmla="*/ 1540548 h 6858000"/>
              <a:gd name="connsiteX1026" fmla="*/ 0 w 4302125"/>
              <a:gd name="connsiteY1026" fmla="*/ 1298273 h 6858000"/>
              <a:gd name="connsiteX1027" fmla="*/ 4302125 w 4302125"/>
              <a:gd name="connsiteY1027" fmla="*/ 1227413 h 6858000"/>
              <a:gd name="connsiteX1028" fmla="*/ 4302125 w 4302125"/>
              <a:gd name="connsiteY1028" fmla="*/ 1241542 h 6858000"/>
              <a:gd name="connsiteX1029" fmla="*/ 4130437 w 4302125"/>
              <a:gd name="connsiteY1029" fmla="*/ 1551302 h 6858000"/>
              <a:gd name="connsiteX1030" fmla="*/ 4130437 w 4302125"/>
              <a:gd name="connsiteY1030" fmla="*/ 1551374 h 6858000"/>
              <a:gd name="connsiteX1031" fmla="*/ 4072275 w 4302125"/>
              <a:gd name="connsiteY1031" fmla="*/ 1656302 h 6858000"/>
              <a:gd name="connsiteX1032" fmla="*/ 4072232 w 4302125"/>
              <a:gd name="connsiteY1032" fmla="*/ 1656302 h 6858000"/>
              <a:gd name="connsiteX1033" fmla="*/ 3890706 w 4302125"/>
              <a:gd name="connsiteY1033" fmla="*/ 1983847 h 6858000"/>
              <a:gd name="connsiteX1034" fmla="*/ 3884716 w 4302125"/>
              <a:gd name="connsiteY1034" fmla="*/ 1980528 h 6858000"/>
              <a:gd name="connsiteX1035" fmla="*/ 4064399 w 4302125"/>
              <a:gd name="connsiteY1035" fmla="*/ 1656296 h 6858000"/>
              <a:gd name="connsiteX1036" fmla="*/ 4064477 w 4302125"/>
              <a:gd name="connsiteY1036" fmla="*/ 1656296 h 6858000"/>
              <a:gd name="connsiteX1037" fmla="*/ 4130433 w 4302125"/>
              <a:gd name="connsiteY1037" fmla="*/ 1537271 h 6858000"/>
              <a:gd name="connsiteX1038" fmla="*/ 4130433 w 4302125"/>
              <a:gd name="connsiteY1038" fmla="*/ 1537200 h 6858000"/>
              <a:gd name="connsiteX1039" fmla="*/ 380019 w 4302125"/>
              <a:gd name="connsiteY1039" fmla="*/ 1209707 h 6858000"/>
              <a:gd name="connsiteX1040" fmla="*/ 386010 w 4302125"/>
              <a:gd name="connsiteY1040" fmla="*/ 1213028 h 6858000"/>
              <a:gd name="connsiteX1041" fmla="*/ 198484 w 4302125"/>
              <a:gd name="connsiteY1041" fmla="*/ 1551362 h 6858000"/>
              <a:gd name="connsiteX1042" fmla="*/ 198484 w 4302125"/>
              <a:gd name="connsiteY1042" fmla="*/ 1551433 h 6858000"/>
              <a:gd name="connsiteX1043" fmla="*/ 140323 w 4302125"/>
              <a:gd name="connsiteY1043" fmla="*/ 1656362 h 6858000"/>
              <a:gd name="connsiteX1044" fmla="*/ 140279 w 4302125"/>
              <a:gd name="connsiteY1044" fmla="*/ 1656362 h 6858000"/>
              <a:gd name="connsiteX1045" fmla="*/ 0 w 4302125"/>
              <a:gd name="connsiteY1045" fmla="*/ 1909425 h 6858000"/>
              <a:gd name="connsiteX1046" fmla="*/ 0 w 4302125"/>
              <a:gd name="connsiteY1046" fmla="*/ 1895294 h 6858000"/>
              <a:gd name="connsiteX1047" fmla="*/ 132444 w 4302125"/>
              <a:gd name="connsiteY1047" fmla="*/ 1656355 h 6858000"/>
              <a:gd name="connsiteX1048" fmla="*/ 132486 w 4302125"/>
              <a:gd name="connsiteY1048" fmla="*/ 1656355 h 6858000"/>
              <a:gd name="connsiteX1049" fmla="*/ 198483 w 4302125"/>
              <a:gd name="connsiteY1049" fmla="*/ 1537331 h 6858000"/>
              <a:gd name="connsiteX1050" fmla="*/ 198483 w 4302125"/>
              <a:gd name="connsiteY1050" fmla="*/ 1537260 h 6858000"/>
              <a:gd name="connsiteX1051" fmla="*/ 871502 w 4302125"/>
              <a:gd name="connsiteY1051" fmla="*/ 1209705 h 6858000"/>
              <a:gd name="connsiteX1052" fmla="*/ 877493 w 4302125"/>
              <a:gd name="connsiteY1052" fmla="*/ 1213027 h 6858000"/>
              <a:gd name="connsiteX1053" fmla="*/ 689965 w 4302125"/>
              <a:gd name="connsiteY1053" fmla="*/ 1551361 h 6858000"/>
              <a:gd name="connsiteX1054" fmla="*/ 689965 w 4302125"/>
              <a:gd name="connsiteY1054" fmla="*/ 1551432 h 6858000"/>
              <a:gd name="connsiteX1055" fmla="*/ 631803 w 4302125"/>
              <a:gd name="connsiteY1055" fmla="*/ 1656361 h 6858000"/>
              <a:gd name="connsiteX1056" fmla="*/ 631760 w 4302125"/>
              <a:gd name="connsiteY1056" fmla="*/ 1656361 h 6858000"/>
              <a:gd name="connsiteX1057" fmla="*/ 450192 w 4302125"/>
              <a:gd name="connsiteY1057" fmla="*/ 1983906 h 6858000"/>
              <a:gd name="connsiteX1058" fmla="*/ 444201 w 4302125"/>
              <a:gd name="connsiteY1058" fmla="*/ 1980586 h 6858000"/>
              <a:gd name="connsiteX1059" fmla="*/ 623925 w 4302125"/>
              <a:gd name="connsiteY1059" fmla="*/ 1656353 h 6858000"/>
              <a:gd name="connsiteX1060" fmla="*/ 623967 w 4302125"/>
              <a:gd name="connsiteY1060" fmla="*/ 1656353 h 6858000"/>
              <a:gd name="connsiteX1061" fmla="*/ 689964 w 4302125"/>
              <a:gd name="connsiteY1061" fmla="*/ 1537330 h 6858000"/>
              <a:gd name="connsiteX1062" fmla="*/ 689964 w 4302125"/>
              <a:gd name="connsiteY1062" fmla="*/ 1537258 h 6858000"/>
              <a:gd name="connsiteX1063" fmla="*/ 1362968 w 4302125"/>
              <a:gd name="connsiteY1063" fmla="*/ 1209680 h 6858000"/>
              <a:gd name="connsiteX1064" fmla="*/ 1368959 w 4302125"/>
              <a:gd name="connsiteY1064" fmla="*/ 1213001 h 6858000"/>
              <a:gd name="connsiteX1065" fmla="*/ 1181447 w 4302125"/>
              <a:gd name="connsiteY1065" fmla="*/ 1551306 h 6858000"/>
              <a:gd name="connsiteX1066" fmla="*/ 1181447 w 4302125"/>
              <a:gd name="connsiteY1066" fmla="*/ 1551430 h 6858000"/>
              <a:gd name="connsiteX1067" fmla="*/ 1123286 w 4302125"/>
              <a:gd name="connsiteY1067" fmla="*/ 1656359 h 6858000"/>
              <a:gd name="connsiteX1068" fmla="*/ 1123242 w 4302125"/>
              <a:gd name="connsiteY1068" fmla="*/ 1656359 h 6858000"/>
              <a:gd name="connsiteX1069" fmla="*/ 941675 w 4302125"/>
              <a:gd name="connsiteY1069" fmla="*/ 1983904 h 6858000"/>
              <a:gd name="connsiteX1070" fmla="*/ 935684 w 4302125"/>
              <a:gd name="connsiteY1070" fmla="*/ 1980586 h 6858000"/>
              <a:gd name="connsiteX1071" fmla="*/ 1115407 w 4302125"/>
              <a:gd name="connsiteY1071" fmla="*/ 1656352 h 6858000"/>
              <a:gd name="connsiteX1072" fmla="*/ 1115450 w 4302125"/>
              <a:gd name="connsiteY1072" fmla="*/ 1656352 h 6858000"/>
              <a:gd name="connsiteX1073" fmla="*/ 1181430 w 4302125"/>
              <a:gd name="connsiteY1073" fmla="*/ 1537356 h 6858000"/>
              <a:gd name="connsiteX1074" fmla="*/ 1181430 w 4302125"/>
              <a:gd name="connsiteY1074" fmla="*/ 1537233 h 6858000"/>
              <a:gd name="connsiteX1075" fmla="*/ 1854452 w 4302125"/>
              <a:gd name="connsiteY1075" fmla="*/ 1209679 h 6858000"/>
              <a:gd name="connsiteX1076" fmla="*/ 1860443 w 4302125"/>
              <a:gd name="connsiteY1076" fmla="*/ 1212999 h 6858000"/>
              <a:gd name="connsiteX1077" fmla="*/ 1672915 w 4302125"/>
              <a:gd name="connsiteY1077" fmla="*/ 1551272 h 6858000"/>
              <a:gd name="connsiteX1078" fmla="*/ 1672915 w 4302125"/>
              <a:gd name="connsiteY1078" fmla="*/ 1551406 h 6858000"/>
              <a:gd name="connsiteX1079" fmla="*/ 1614753 w 4302125"/>
              <a:gd name="connsiteY1079" fmla="*/ 1656335 h 6858000"/>
              <a:gd name="connsiteX1080" fmla="*/ 1614709 w 4302125"/>
              <a:gd name="connsiteY1080" fmla="*/ 1656335 h 6858000"/>
              <a:gd name="connsiteX1081" fmla="*/ 1433142 w 4302125"/>
              <a:gd name="connsiteY1081" fmla="*/ 1983879 h 6858000"/>
              <a:gd name="connsiteX1082" fmla="*/ 1427152 w 4302125"/>
              <a:gd name="connsiteY1082" fmla="*/ 1980560 h 6858000"/>
              <a:gd name="connsiteX1083" fmla="*/ 1606875 w 4302125"/>
              <a:gd name="connsiteY1083" fmla="*/ 1656326 h 6858000"/>
              <a:gd name="connsiteX1084" fmla="*/ 1606917 w 4302125"/>
              <a:gd name="connsiteY1084" fmla="*/ 1656326 h 6858000"/>
              <a:gd name="connsiteX1085" fmla="*/ 1672880 w 4302125"/>
              <a:gd name="connsiteY1085" fmla="*/ 1537364 h 6858000"/>
              <a:gd name="connsiteX1086" fmla="*/ 1672880 w 4302125"/>
              <a:gd name="connsiteY1086" fmla="*/ 1537231 h 6858000"/>
              <a:gd name="connsiteX1087" fmla="*/ 2346057 w 4302125"/>
              <a:gd name="connsiteY1087" fmla="*/ 1209677 h 6858000"/>
              <a:gd name="connsiteX1088" fmla="*/ 2352044 w 4302125"/>
              <a:gd name="connsiteY1088" fmla="*/ 1212998 h 6858000"/>
              <a:gd name="connsiteX1089" fmla="*/ 2164448 w 4302125"/>
              <a:gd name="connsiteY1089" fmla="*/ 1551332 h 6858000"/>
              <a:gd name="connsiteX1090" fmla="*/ 2164448 w 4302125"/>
              <a:gd name="connsiteY1090" fmla="*/ 1551403 h 6858000"/>
              <a:gd name="connsiteX1091" fmla="*/ 2106333 w 4302125"/>
              <a:gd name="connsiteY1091" fmla="*/ 1656332 h 6858000"/>
              <a:gd name="connsiteX1092" fmla="*/ 2106255 w 4302125"/>
              <a:gd name="connsiteY1092" fmla="*/ 1656332 h 6858000"/>
              <a:gd name="connsiteX1093" fmla="*/ 1924625 w 4302125"/>
              <a:gd name="connsiteY1093" fmla="*/ 1983877 h 6858000"/>
              <a:gd name="connsiteX1094" fmla="*/ 1918634 w 4302125"/>
              <a:gd name="connsiteY1094" fmla="*/ 1980558 h 6858000"/>
              <a:gd name="connsiteX1095" fmla="*/ 2098454 w 4302125"/>
              <a:gd name="connsiteY1095" fmla="*/ 1656325 h 6858000"/>
              <a:gd name="connsiteX1096" fmla="*/ 2098503 w 4302125"/>
              <a:gd name="connsiteY1096" fmla="*/ 1656325 h 6858000"/>
              <a:gd name="connsiteX1097" fmla="*/ 2164447 w 4302125"/>
              <a:gd name="connsiteY1097" fmla="*/ 1537301 h 6858000"/>
              <a:gd name="connsiteX1098" fmla="*/ 2164447 w 4302125"/>
              <a:gd name="connsiteY1098" fmla="*/ 1537230 h 6858000"/>
              <a:gd name="connsiteX1099" fmla="*/ 2837526 w 4302125"/>
              <a:gd name="connsiteY1099" fmla="*/ 1209675 h 6858000"/>
              <a:gd name="connsiteX1100" fmla="*/ 2843519 w 4302125"/>
              <a:gd name="connsiteY1100" fmla="*/ 1212996 h 6858000"/>
              <a:gd name="connsiteX1101" fmla="*/ 2656001 w 4302125"/>
              <a:gd name="connsiteY1101" fmla="*/ 1551330 h 6858000"/>
              <a:gd name="connsiteX1102" fmla="*/ 2656001 w 4302125"/>
              <a:gd name="connsiteY1102" fmla="*/ 1551401 h 6858000"/>
              <a:gd name="connsiteX1103" fmla="*/ 2597870 w 4302125"/>
              <a:gd name="connsiteY1103" fmla="*/ 1656330 h 6858000"/>
              <a:gd name="connsiteX1104" fmla="*/ 2597792 w 4302125"/>
              <a:gd name="connsiteY1104" fmla="*/ 1656330 h 6858000"/>
              <a:gd name="connsiteX1105" fmla="*/ 2416224 w 4302125"/>
              <a:gd name="connsiteY1105" fmla="*/ 1983876 h 6858000"/>
              <a:gd name="connsiteX1106" fmla="*/ 2410235 w 4302125"/>
              <a:gd name="connsiteY1106" fmla="*/ 1980556 h 6858000"/>
              <a:gd name="connsiteX1107" fmla="*/ 2589990 w 4302125"/>
              <a:gd name="connsiteY1107" fmla="*/ 1656323 h 6858000"/>
              <a:gd name="connsiteX1108" fmla="*/ 2590033 w 4302125"/>
              <a:gd name="connsiteY1108" fmla="*/ 1656323 h 6858000"/>
              <a:gd name="connsiteX1109" fmla="*/ 2656001 w 4302125"/>
              <a:gd name="connsiteY1109" fmla="*/ 1537299 h 6858000"/>
              <a:gd name="connsiteX1110" fmla="*/ 2656001 w 4302125"/>
              <a:gd name="connsiteY1110" fmla="*/ 1537228 h 6858000"/>
              <a:gd name="connsiteX1111" fmla="*/ 3329080 w 4302125"/>
              <a:gd name="connsiteY1111" fmla="*/ 1209673 h 6858000"/>
              <a:gd name="connsiteX1112" fmla="*/ 3335067 w 4302125"/>
              <a:gd name="connsiteY1112" fmla="*/ 1212995 h 6858000"/>
              <a:gd name="connsiteX1113" fmla="*/ 3147442 w 4302125"/>
              <a:gd name="connsiteY1113" fmla="*/ 1551329 h 6858000"/>
              <a:gd name="connsiteX1114" fmla="*/ 3147442 w 4302125"/>
              <a:gd name="connsiteY1114" fmla="*/ 1551400 h 6858000"/>
              <a:gd name="connsiteX1115" fmla="*/ 3089269 w 4302125"/>
              <a:gd name="connsiteY1115" fmla="*/ 1656329 h 6858000"/>
              <a:gd name="connsiteX1116" fmla="*/ 3089225 w 4302125"/>
              <a:gd name="connsiteY1116" fmla="*/ 1656329 h 6858000"/>
              <a:gd name="connsiteX1117" fmla="*/ 2907694 w 4302125"/>
              <a:gd name="connsiteY1117" fmla="*/ 1983875 h 6858000"/>
              <a:gd name="connsiteX1118" fmla="*/ 2901706 w 4302125"/>
              <a:gd name="connsiteY1118" fmla="*/ 1980555 h 6858000"/>
              <a:gd name="connsiteX1119" fmla="*/ 3081444 w 4302125"/>
              <a:gd name="connsiteY1119" fmla="*/ 1656322 h 6858000"/>
              <a:gd name="connsiteX1120" fmla="*/ 3081487 w 4302125"/>
              <a:gd name="connsiteY1120" fmla="*/ 1656322 h 6858000"/>
              <a:gd name="connsiteX1121" fmla="*/ 3147442 w 4302125"/>
              <a:gd name="connsiteY1121" fmla="*/ 1537298 h 6858000"/>
              <a:gd name="connsiteX1122" fmla="*/ 3147442 w 4302125"/>
              <a:gd name="connsiteY1122" fmla="*/ 1537227 h 6858000"/>
              <a:gd name="connsiteX1123" fmla="*/ 3820527 w 4302125"/>
              <a:gd name="connsiteY1123" fmla="*/ 1209648 h 6858000"/>
              <a:gd name="connsiteX1124" fmla="*/ 3826484 w 4302125"/>
              <a:gd name="connsiteY1124" fmla="*/ 1212969 h 6858000"/>
              <a:gd name="connsiteX1125" fmla="*/ 3638964 w 4302125"/>
              <a:gd name="connsiteY1125" fmla="*/ 1551273 h 6858000"/>
              <a:gd name="connsiteX1126" fmla="*/ 3638964 w 4302125"/>
              <a:gd name="connsiteY1126" fmla="*/ 1551398 h 6858000"/>
              <a:gd name="connsiteX1127" fmla="*/ 3580796 w 4302125"/>
              <a:gd name="connsiteY1127" fmla="*/ 1656327 h 6858000"/>
              <a:gd name="connsiteX1128" fmla="*/ 3580756 w 4302125"/>
              <a:gd name="connsiteY1128" fmla="*/ 1656327 h 6858000"/>
              <a:gd name="connsiteX1129" fmla="*/ 3399239 w 4302125"/>
              <a:gd name="connsiteY1129" fmla="*/ 1983873 h 6858000"/>
              <a:gd name="connsiteX1130" fmla="*/ 3393247 w 4302125"/>
              <a:gd name="connsiteY1130" fmla="*/ 1980553 h 6858000"/>
              <a:gd name="connsiteX1131" fmla="*/ 3572955 w 4302125"/>
              <a:gd name="connsiteY1131" fmla="*/ 1656320 h 6858000"/>
              <a:gd name="connsiteX1132" fmla="*/ 3573000 w 4302125"/>
              <a:gd name="connsiteY1132" fmla="*/ 1656320 h 6858000"/>
              <a:gd name="connsiteX1133" fmla="*/ 3638947 w 4302125"/>
              <a:gd name="connsiteY1133" fmla="*/ 1537326 h 6858000"/>
              <a:gd name="connsiteX1134" fmla="*/ 3638947 w 4302125"/>
              <a:gd name="connsiteY1134" fmla="*/ 1537201 h 6858000"/>
              <a:gd name="connsiteX1135" fmla="*/ 132450 w 4302125"/>
              <a:gd name="connsiteY1135" fmla="*/ 769695 h 6858000"/>
              <a:gd name="connsiteX1136" fmla="*/ 140289 w 4302125"/>
              <a:gd name="connsiteY1136" fmla="*/ 769695 h 6858000"/>
              <a:gd name="connsiteX1137" fmla="*/ 0 w 4302125"/>
              <a:gd name="connsiteY1137" fmla="*/ 1022748 h 6858000"/>
              <a:gd name="connsiteX1138" fmla="*/ 0 w 4302125"/>
              <a:gd name="connsiteY1138" fmla="*/ 1008643 h 6858000"/>
              <a:gd name="connsiteX1139" fmla="*/ 1115412 w 4302125"/>
              <a:gd name="connsiteY1139" fmla="*/ 769693 h 6858000"/>
              <a:gd name="connsiteX1140" fmla="*/ 1123251 w 4302125"/>
              <a:gd name="connsiteY1140" fmla="*/ 769693 h 6858000"/>
              <a:gd name="connsiteX1141" fmla="*/ 941680 w 4302125"/>
              <a:gd name="connsiteY1141" fmla="*/ 1097210 h 6858000"/>
              <a:gd name="connsiteX1142" fmla="*/ 935689 w 4302125"/>
              <a:gd name="connsiteY1142" fmla="*/ 1093925 h 6858000"/>
              <a:gd name="connsiteX1143" fmla="*/ 623930 w 4302125"/>
              <a:gd name="connsiteY1143" fmla="*/ 769693 h 6858000"/>
              <a:gd name="connsiteX1144" fmla="*/ 631770 w 4302125"/>
              <a:gd name="connsiteY1144" fmla="*/ 769693 h 6858000"/>
              <a:gd name="connsiteX1145" fmla="*/ 450197 w 4302125"/>
              <a:gd name="connsiteY1145" fmla="*/ 1097212 h 6858000"/>
              <a:gd name="connsiteX1146" fmla="*/ 444206 w 4302125"/>
              <a:gd name="connsiteY1146" fmla="*/ 1093926 h 6858000"/>
              <a:gd name="connsiteX1147" fmla="*/ 198483 w 4302125"/>
              <a:gd name="connsiteY1147" fmla="*/ 769693 h 6858000"/>
              <a:gd name="connsiteX1148" fmla="*/ 206288 w 4302125"/>
              <a:gd name="connsiteY1148" fmla="*/ 769693 h 6858000"/>
              <a:gd name="connsiteX1149" fmla="*/ 631769 w 4302125"/>
              <a:gd name="connsiteY1149" fmla="*/ 1537224 h 6858000"/>
              <a:gd name="connsiteX1150" fmla="*/ 625778 w 4302125"/>
              <a:gd name="connsiteY1150" fmla="*/ 1540545 h 6858000"/>
              <a:gd name="connsiteX1151" fmla="*/ 689964 w 4302125"/>
              <a:gd name="connsiteY1151" fmla="*/ 769691 h 6858000"/>
              <a:gd name="connsiteX1152" fmla="*/ 697769 w 4302125"/>
              <a:gd name="connsiteY1152" fmla="*/ 769691 h 6858000"/>
              <a:gd name="connsiteX1153" fmla="*/ 1123216 w 4302125"/>
              <a:gd name="connsiteY1153" fmla="*/ 1537222 h 6858000"/>
              <a:gd name="connsiteX1154" fmla="*/ 1117226 w 4302125"/>
              <a:gd name="connsiteY1154" fmla="*/ 1540543 h 6858000"/>
              <a:gd name="connsiteX1155" fmla="*/ 1606879 w 4302125"/>
              <a:gd name="connsiteY1155" fmla="*/ 769666 h 6858000"/>
              <a:gd name="connsiteX1156" fmla="*/ 1614718 w 4302125"/>
              <a:gd name="connsiteY1156" fmla="*/ 769666 h 6858000"/>
              <a:gd name="connsiteX1157" fmla="*/ 1433147 w 4302125"/>
              <a:gd name="connsiteY1157" fmla="*/ 1097185 h 6858000"/>
              <a:gd name="connsiteX1158" fmla="*/ 1427156 w 4302125"/>
              <a:gd name="connsiteY1158" fmla="*/ 1093899 h 6858000"/>
              <a:gd name="connsiteX1159" fmla="*/ 2098461 w 4302125"/>
              <a:gd name="connsiteY1159" fmla="*/ 769665 h 6858000"/>
              <a:gd name="connsiteX1160" fmla="*/ 2106269 w 4302125"/>
              <a:gd name="connsiteY1160" fmla="*/ 769665 h 6858000"/>
              <a:gd name="connsiteX1161" fmla="*/ 1924629 w 4302125"/>
              <a:gd name="connsiteY1161" fmla="*/ 1097183 h 6858000"/>
              <a:gd name="connsiteX1162" fmla="*/ 1918639 w 4302125"/>
              <a:gd name="connsiteY1162" fmla="*/ 1093898 h 6858000"/>
              <a:gd name="connsiteX1163" fmla="*/ 1181429 w 4302125"/>
              <a:gd name="connsiteY1163" fmla="*/ 769665 h 6858000"/>
              <a:gd name="connsiteX1164" fmla="*/ 1189236 w 4302125"/>
              <a:gd name="connsiteY1164" fmla="*/ 769665 h 6858000"/>
              <a:gd name="connsiteX1165" fmla="*/ 1614683 w 4302125"/>
              <a:gd name="connsiteY1165" fmla="*/ 1537197 h 6858000"/>
              <a:gd name="connsiteX1166" fmla="*/ 1608693 w 4302125"/>
              <a:gd name="connsiteY1166" fmla="*/ 1540518 h 6858000"/>
              <a:gd name="connsiteX1167" fmla="*/ 1672880 w 4302125"/>
              <a:gd name="connsiteY1167" fmla="*/ 769664 h 6858000"/>
              <a:gd name="connsiteX1168" fmla="*/ 1680719 w 4302125"/>
              <a:gd name="connsiteY1168" fmla="*/ 769664 h 6858000"/>
              <a:gd name="connsiteX1169" fmla="*/ 2106269 w 4302125"/>
              <a:gd name="connsiteY1169" fmla="*/ 1537195 h 6858000"/>
              <a:gd name="connsiteX1170" fmla="*/ 2100277 w 4302125"/>
              <a:gd name="connsiteY1170" fmla="*/ 1540516 h 6858000"/>
              <a:gd name="connsiteX1171" fmla="*/ 2589997 w 4302125"/>
              <a:gd name="connsiteY1171" fmla="*/ 769663 h 6858000"/>
              <a:gd name="connsiteX1172" fmla="*/ 2597803 w 4302125"/>
              <a:gd name="connsiteY1172" fmla="*/ 769663 h 6858000"/>
              <a:gd name="connsiteX1173" fmla="*/ 2416230 w 4302125"/>
              <a:gd name="connsiteY1173" fmla="*/ 1097182 h 6858000"/>
              <a:gd name="connsiteX1174" fmla="*/ 2410240 w 4302125"/>
              <a:gd name="connsiteY1174" fmla="*/ 1093896 h 6858000"/>
              <a:gd name="connsiteX1175" fmla="*/ 3081448 w 4302125"/>
              <a:gd name="connsiteY1175" fmla="*/ 769662 h 6858000"/>
              <a:gd name="connsiteX1176" fmla="*/ 3089235 w 4302125"/>
              <a:gd name="connsiteY1176" fmla="*/ 769662 h 6858000"/>
              <a:gd name="connsiteX1177" fmla="*/ 2907699 w 4302125"/>
              <a:gd name="connsiteY1177" fmla="*/ 1097180 h 6858000"/>
              <a:gd name="connsiteX1178" fmla="*/ 2901712 w 4302125"/>
              <a:gd name="connsiteY1178" fmla="*/ 1093894 h 6858000"/>
              <a:gd name="connsiteX1179" fmla="*/ 2164447 w 4302125"/>
              <a:gd name="connsiteY1179" fmla="*/ 769662 h 6858000"/>
              <a:gd name="connsiteX1180" fmla="*/ 2172286 w 4302125"/>
              <a:gd name="connsiteY1180" fmla="*/ 769662 h 6858000"/>
              <a:gd name="connsiteX1181" fmla="*/ 2597802 w 4302125"/>
              <a:gd name="connsiteY1181" fmla="*/ 1537194 h 6858000"/>
              <a:gd name="connsiteX1182" fmla="*/ 2591809 w 4302125"/>
              <a:gd name="connsiteY1182" fmla="*/ 1540515 h 6858000"/>
              <a:gd name="connsiteX1183" fmla="*/ 2656000 w 4302125"/>
              <a:gd name="connsiteY1183" fmla="*/ 769661 h 6858000"/>
              <a:gd name="connsiteX1184" fmla="*/ 2663837 w 4302125"/>
              <a:gd name="connsiteY1184" fmla="*/ 769661 h 6858000"/>
              <a:gd name="connsiteX1185" fmla="*/ 3089235 w 4302125"/>
              <a:gd name="connsiteY1185" fmla="*/ 1537193 h 6858000"/>
              <a:gd name="connsiteX1186" fmla="*/ 3083262 w 4302125"/>
              <a:gd name="connsiteY1186" fmla="*/ 1540513 h 6858000"/>
              <a:gd name="connsiteX1187" fmla="*/ 3572959 w 4302125"/>
              <a:gd name="connsiteY1187" fmla="*/ 769660 h 6858000"/>
              <a:gd name="connsiteX1188" fmla="*/ 3580764 w 4302125"/>
              <a:gd name="connsiteY1188" fmla="*/ 769660 h 6858000"/>
              <a:gd name="connsiteX1189" fmla="*/ 3399243 w 4302125"/>
              <a:gd name="connsiteY1189" fmla="*/ 1097179 h 6858000"/>
              <a:gd name="connsiteX1190" fmla="*/ 3393254 w 4302125"/>
              <a:gd name="connsiteY1190" fmla="*/ 1093893 h 6858000"/>
              <a:gd name="connsiteX1191" fmla="*/ 3147432 w 4302125"/>
              <a:gd name="connsiteY1191" fmla="*/ 769659 h 6858000"/>
              <a:gd name="connsiteX1192" fmla="*/ 3155277 w 4302125"/>
              <a:gd name="connsiteY1192" fmla="*/ 769659 h 6858000"/>
              <a:gd name="connsiteX1193" fmla="*/ 3580764 w 4302125"/>
              <a:gd name="connsiteY1193" fmla="*/ 1537191 h 6858000"/>
              <a:gd name="connsiteX1194" fmla="*/ 3574776 w 4302125"/>
              <a:gd name="connsiteY1194" fmla="*/ 1540512 h 6858000"/>
              <a:gd name="connsiteX1195" fmla="*/ 4064406 w 4302125"/>
              <a:gd name="connsiteY1195" fmla="*/ 769635 h 6858000"/>
              <a:gd name="connsiteX1196" fmla="*/ 4072239 w 4302125"/>
              <a:gd name="connsiteY1196" fmla="*/ 769635 h 6858000"/>
              <a:gd name="connsiteX1197" fmla="*/ 3890714 w 4302125"/>
              <a:gd name="connsiteY1197" fmla="*/ 1097153 h 6858000"/>
              <a:gd name="connsiteX1198" fmla="*/ 3884721 w 4302125"/>
              <a:gd name="connsiteY1198" fmla="*/ 1093867 h 6858000"/>
              <a:gd name="connsiteX1199" fmla="*/ 3638946 w 4302125"/>
              <a:gd name="connsiteY1199" fmla="*/ 769634 h 6858000"/>
              <a:gd name="connsiteX1200" fmla="*/ 3646782 w 4302125"/>
              <a:gd name="connsiteY1200" fmla="*/ 769634 h 6858000"/>
              <a:gd name="connsiteX1201" fmla="*/ 4072239 w 4302125"/>
              <a:gd name="connsiteY1201" fmla="*/ 1537165 h 6858000"/>
              <a:gd name="connsiteX1202" fmla="*/ 4066251 w 4302125"/>
              <a:gd name="connsiteY1202" fmla="*/ 1540486 h 6858000"/>
              <a:gd name="connsiteX1203" fmla="*/ 4130433 w 4302125"/>
              <a:gd name="connsiteY1203" fmla="*/ 769632 h 6858000"/>
              <a:gd name="connsiteX1204" fmla="*/ 4138281 w 4302125"/>
              <a:gd name="connsiteY1204" fmla="*/ 769632 h 6858000"/>
              <a:gd name="connsiteX1205" fmla="*/ 4302125 w 4302125"/>
              <a:gd name="connsiteY1205" fmla="*/ 1065196 h 6858000"/>
              <a:gd name="connsiteX1206" fmla="*/ 4302125 w 4302125"/>
              <a:gd name="connsiteY1206" fmla="*/ 1079346 h 6858000"/>
              <a:gd name="connsiteX1207" fmla="*/ 204445 w 4302125"/>
              <a:gd name="connsiteY1207" fmla="*/ 766380 h 6858000"/>
              <a:gd name="connsiteX1208" fmla="*/ 206259 w 4302125"/>
              <a:gd name="connsiteY1208" fmla="*/ 769666 h 6858000"/>
              <a:gd name="connsiteX1209" fmla="*/ 198488 w 4302125"/>
              <a:gd name="connsiteY1209" fmla="*/ 769666 h 6858000"/>
              <a:gd name="connsiteX1210" fmla="*/ 695926 w 4302125"/>
              <a:gd name="connsiteY1210" fmla="*/ 766378 h 6858000"/>
              <a:gd name="connsiteX1211" fmla="*/ 697740 w 4302125"/>
              <a:gd name="connsiteY1211" fmla="*/ 769664 h 6858000"/>
              <a:gd name="connsiteX1212" fmla="*/ 689969 w 4302125"/>
              <a:gd name="connsiteY1212" fmla="*/ 769664 h 6858000"/>
              <a:gd name="connsiteX1213" fmla="*/ 1187391 w 4302125"/>
              <a:gd name="connsiteY1213" fmla="*/ 766353 h 6858000"/>
              <a:gd name="connsiteX1214" fmla="*/ 1189205 w 4302125"/>
              <a:gd name="connsiteY1214" fmla="*/ 769639 h 6858000"/>
              <a:gd name="connsiteX1215" fmla="*/ 1181434 w 4302125"/>
              <a:gd name="connsiteY1215" fmla="*/ 769639 h 6858000"/>
              <a:gd name="connsiteX1216" fmla="*/ 1678841 w 4302125"/>
              <a:gd name="connsiteY1216" fmla="*/ 766351 h 6858000"/>
              <a:gd name="connsiteX1217" fmla="*/ 1680690 w 4302125"/>
              <a:gd name="connsiteY1217" fmla="*/ 769637 h 6858000"/>
              <a:gd name="connsiteX1218" fmla="*/ 1672884 w 4302125"/>
              <a:gd name="connsiteY1218" fmla="*/ 769637 h 6858000"/>
              <a:gd name="connsiteX1219" fmla="*/ 2170407 w 4302125"/>
              <a:gd name="connsiteY1219" fmla="*/ 766350 h 6858000"/>
              <a:gd name="connsiteX1220" fmla="*/ 2172258 w 4302125"/>
              <a:gd name="connsiteY1220" fmla="*/ 769636 h 6858000"/>
              <a:gd name="connsiteX1221" fmla="*/ 2164455 w 4302125"/>
              <a:gd name="connsiteY1221" fmla="*/ 769636 h 6858000"/>
              <a:gd name="connsiteX1222" fmla="*/ 2661962 w 4302125"/>
              <a:gd name="connsiteY1222" fmla="*/ 766348 h 6858000"/>
              <a:gd name="connsiteX1223" fmla="*/ 2663809 w 4302125"/>
              <a:gd name="connsiteY1223" fmla="*/ 769634 h 6858000"/>
              <a:gd name="connsiteX1224" fmla="*/ 2656006 w 4302125"/>
              <a:gd name="connsiteY1224" fmla="*/ 769634 h 6858000"/>
              <a:gd name="connsiteX1225" fmla="*/ 3153399 w 4302125"/>
              <a:gd name="connsiteY1225" fmla="*/ 766346 h 6858000"/>
              <a:gd name="connsiteX1226" fmla="*/ 3155254 w 4302125"/>
              <a:gd name="connsiteY1226" fmla="*/ 769632 h 6858000"/>
              <a:gd name="connsiteX1227" fmla="*/ 3147442 w 4302125"/>
              <a:gd name="connsiteY1227" fmla="*/ 769632 h 6858000"/>
              <a:gd name="connsiteX1228" fmla="*/ 3644908 w 4302125"/>
              <a:gd name="connsiteY1228" fmla="*/ 766321 h 6858000"/>
              <a:gd name="connsiteX1229" fmla="*/ 3646751 w 4302125"/>
              <a:gd name="connsiteY1229" fmla="*/ 769607 h 6858000"/>
              <a:gd name="connsiteX1230" fmla="*/ 3638952 w 4302125"/>
              <a:gd name="connsiteY1230" fmla="*/ 769607 h 6858000"/>
              <a:gd name="connsiteX1231" fmla="*/ 4136408 w 4302125"/>
              <a:gd name="connsiteY1231" fmla="*/ 766320 h 6858000"/>
              <a:gd name="connsiteX1232" fmla="*/ 4138251 w 4302125"/>
              <a:gd name="connsiteY1232" fmla="*/ 769605 h 6858000"/>
              <a:gd name="connsiteX1233" fmla="*/ 4130437 w 4302125"/>
              <a:gd name="connsiteY1233" fmla="*/ 769605 h 6858000"/>
              <a:gd name="connsiteX1234" fmla="*/ 0 w 4302125"/>
              <a:gd name="connsiteY1234" fmla="*/ 397480 h 6858000"/>
              <a:gd name="connsiteX1235" fmla="*/ 140294 w 4302125"/>
              <a:gd name="connsiteY1235" fmla="*/ 650568 h 6858000"/>
              <a:gd name="connsiteX1236" fmla="*/ 134303 w 4302125"/>
              <a:gd name="connsiteY1236" fmla="*/ 653889 h 6858000"/>
              <a:gd name="connsiteX1237" fmla="*/ 0 w 4302125"/>
              <a:gd name="connsiteY1237" fmla="*/ 411593 h 6858000"/>
              <a:gd name="connsiteX1238" fmla="*/ 4302125 w 4302125"/>
              <a:gd name="connsiteY1238" fmla="*/ 340759 h 6858000"/>
              <a:gd name="connsiteX1239" fmla="*/ 4302125 w 4302125"/>
              <a:gd name="connsiteY1239" fmla="*/ 354861 h 6858000"/>
              <a:gd name="connsiteX1240" fmla="*/ 4130440 w 4302125"/>
              <a:gd name="connsiteY1240" fmla="*/ 664642 h 6858000"/>
              <a:gd name="connsiteX1241" fmla="*/ 4130440 w 4302125"/>
              <a:gd name="connsiteY1241" fmla="*/ 664714 h 6858000"/>
              <a:gd name="connsiteX1242" fmla="*/ 4072282 w 4302125"/>
              <a:gd name="connsiteY1242" fmla="*/ 769609 h 6858000"/>
              <a:gd name="connsiteX1243" fmla="*/ 4064477 w 4302125"/>
              <a:gd name="connsiteY1243" fmla="*/ 769609 h 6858000"/>
              <a:gd name="connsiteX1244" fmla="*/ 4130440 w 4302125"/>
              <a:gd name="connsiteY1244" fmla="*/ 650577 h 6858000"/>
              <a:gd name="connsiteX1245" fmla="*/ 4130440 w 4302125"/>
              <a:gd name="connsiteY1245" fmla="*/ 650506 h 6858000"/>
              <a:gd name="connsiteX1246" fmla="*/ 380024 w 4302125"/>
              <a:gd name="connsiteY1246" fmla="*/ 323047 h 6858000"/>
              <a:gd name="connsiteX1247" fmla="*/ 386015 w 4302125"/>
              <a:gd name="connsiteY1247" fmla="*/ 326333 h 6858000"/>
              <a:gd name="connsiteX1248" fmla="*/ 198489 w 4302125"/>
              <a:gd name="connsiteY1248" fmla="*/ 664702 h 6858000"/>
              <a:gd name="connsiteX1249" fmla="*/ 198489 w 4302125"/>
              <a:gd name="connsiteY1249" fmla="*/ 664774 h 6858000"/>
              <a:gd name="connsiteX1250" fmla="*/ 140328 w 4302125"/>
              <a:gd name="connsiteY1250" fmla="*/ 769669 h 6858000"/>
              <a:gd name="connsiteX1251" fmla="*/ 132488 w 4302125"/>
              <a:gd name="connsiteY1251" fmla="*/ 769669 h 6858000"/>
              <a:gd name="connsiteX1252" fmla="*/ 198489 w 4302125"/>
              <a:gd name="connsiteY1252" fmla="*/ 650637 h 6858000"/>
              <a:gd name="connsiteX1253" fmla="*/ 198489 w 4302125"/>
              <a:gd name="connsiteY1253" fmla="*/ 650566 h 6858000"/>
              <a:gd name="connsiteX1254" fmla="*/ 871507 w 4302125"/>
              <a:gd name="connsiteY1254" fmla="*/ 323045 h 6858000"/>
              <a:gd name="connsiteX1255" fmla="*/ 877498 w 4302125"/>
              <a:gd name="connsiteY1255" fmla="*/ 326331 h 6858000"/>
              <a:gd name="connsiteX1256" fmla="*/ 689970 w 4302125"/>
              <a:gd name="connsiteY1256" fmla="*/ 664700 h 6858000"/>
              <a:gd name="connsiteX1257" fmla="*/ 689970 w 4302125"/>
              <a:gd name="connsiteY1257" fmla="*/ 664772 h 6858000"/>
              <a:gd name="connsiteX1258" fmla="*/ 631809 w 4302125"/>
              <a:gd name="connsiteY1258" fmla="*/ 769667 h 6858000"/>
              <a:gd name="connsiteX1259" fmla="*/ 623969 w 4302125"/>
              <a:gd name="connsiteY1259" fmla="*/ 769667 h 6858000"/>
              <a:gd name="connsiteX1260" fmla="*/ 689969 w 4302125"/>
              <a:gd name="connsiteY1260" fmla="*/ 650636 h 6858000"/>
              <a:gd name="connsiteX1261" fmla="*/ 689969 w 4302125"/>
              <a:gd name="connsiteY1261" fmla="*/ 650564 h 6858000"/>
              <a:gd name="connsiteX1262" fmla="*/ 1362973 w 4302125"/>
              <a:gd name="connsiteY1262" fmla="*/ 323020 h 6858000"/>
              <a:gd name="connsiteX1263" fmla="*/ 1368964 w 4302125"/>
              <a:gd name="connsiteY1263" fmla="*/ 326306 h 6858000"/>
              <a:gd name="connsiteX1264" fmla="*/ 1181452 w 4302125"/>
              <a:gd name="connsiteY1264" fmla="*/ 664646 h 6858000"/>
              <a:gd name="connsiteX1265" fmla="*/ 1181452 w 4302125"/>
              <a:gd name="connsiteY1265" fmla="*/ 664771 h 6858000"/>
              <a:gd name="connsiteX1266" fmla="*/ 1123290 w 4302125"/>
              <a:gd name="connsiteY1266" fmla="*/ 769666 h 6858000"/>
              <a:gd name="connsiteX1267" fmla="*/ 1115450 w 4302125"/>
              <a:gd name="connsiteY1267" fmla="*/ 769666 h 6858000"/>
              <a:gd name="connsiteX1268" fmla="*/ 1181435 w 4302125"/>
              <a:gd name="connsiteY1268" fmla="*/ 650663 h 6858000"/>
              <a:gd name="connsiteX1269" fmla="*/ 1181435 w 4302125"/>
              <a:gd name="connsiteY1269" fmla="*/ 650539 h 6858000"/>
              <a:gd name="connsiteX1270" fmla="*/ 1854456 w 4302125"/>
              <a:gd name="connsiteY1270" fmla="*/ 323018 h 6858000"/>
              <a:gd name="connsiteX1271" fmla="*/ 1860447 w 4302125"/>
              <a:gd name="connsiteY1271" fmla="*/ 326304 h 6858000"/>
              <a:gd name="connsiteX1272" fmla="*/ 1672919 w 4302125"/>
              <a:gd name="connsiteY1272" fmla="*/ 664612 h 6858000"/>
              <a:gd name="connsiteX1273" fmla="*/ 1672919 w 4302125"/>
              <a:gd name="connsiteY1273" fmla="*/ 664746 h 6858000"/>
              <a:gd name="connsiteX1274" fmla="*/ 1614757 w 4302125"/>
              <a:gd name="connsiteY1274" fmla="*/ 769640 h 6858000"/>
              <a:gd name="connsiteX1275" fmla="*/ 1606918 w 4302125"/>
              <a:gd name="connsiteY1275" fmla="*/ 769640 h 6858000"/>
              <a:gd name="connsiteX1276" fmla="*/ 1672885 w 4302125"/>
              <a:gd name="connsiteY1276" fmla="*/ 650670 h 6858000"/>
              <a:gd name="connsiteX1277" fmla="*/ 1672885 w 4302125"/>
              <a:gd name="connsiteY1277" fmla="*/ 650537 h 6858000"/>
              <a:gd name="connsiteX1278" fmla="*/ 2346057 w 4302125"/>
              <a:gd name="connsiteY1278" fmla="*/ 323017 h 6858000"/>
              <a:gd name="connsiteX1279" fmla="*/ 2352052 w 4302125"/>
              <a:gd name="connsiteY1279" fmla="*/ 326302 h 6858000"/>
              <a:gd name="connsiteX1280" fmla="*/ 2164455 w 4302125"/>
              <a:gd name="connsiteY1280" fmla="*/ 664673 h 6858000"/>
              <a:gd name="connsiteX1281" fmla="*/ 2164455 w 4302125"/>
              <a:gd name="connsiteY1281" fmla="*/ 664744 h 6858000"/>
              <a:gd name="connsiteX1282" fmla="*/ 2106343 w 4302125"/>
              <a:gd name="connsiteY1282" fmla="*/ 769639 h 6858000"/>
              <a:gd name="connsiteX1283" fmla="*/ 2098503 w 4302125"/>
              <a:gd name="connsiteY1283" fmla="*/ 769639 h 6858000"/>
              <a:gd name="connsiteX1284" fmla="*/ 2164455 w 4302125"/>
              <a:gd name="connsiteY1284" fmla="*/ 650608 h 6858000"/>
              <a:gd name="connsiteX1285" fmla="*/ 2164455 w 4302125"/>
              <a:gd name="connsiteY1285" fmla="*/ 650536 h 6858000"/>
              <a:gd name="connsiteX1286" fmla="*/ 2837531 w 4302125"/>
              <a:gd name="connsiteY1286" fmla="*/ 323015 h 6858000"/>
              <a:gd name="connsiteX1287" fmla="*/ 2843522 w 4302125"/>
              <a:gd name="connsiteY1287" fmla="*/ 326301 h 6858000"/>
              <a:gd name="connsiteX1288" fmla="*/ 2656007 w 4302125"/>
              <a:gd name="connsiteY1288" fmla="*/ 664671 h 6858000"/>
              <a:gd name="connsiteX1289" fmla="*/ 2656007 w 4302125"/>
              <a:gd name="connsiteY1289" fmla="*/ 664742 h 6858000"/>
              <a:gd name="connsiteX1290" fmla="*/ 2597877 w 4302125"/>
              <a:gd name="connsiteY1290" fmla="*/ 769637 h 6858000"/>
              <a:gd name="connsiteX1291" fmla="*/ 2590037 w 4302125"/>
              <a:gd name="connsiteY1291" fmla="*/ 769637 h 6858000"/>
              <a:gd name="connsiteX1292" fmla="*/ 2656007 w 4302125"/>
              <a:gd name="connsiteY1292" fmla="*/ 650605 h 6858000"/>
              <a:gd name="connsiteX1293" fmla="*/ 2656007 w 4302125"/>
              <a:gd name="connsiteY1293" fmla="*/ 650534 h 6858000"/>
              <a:gd name="connsiteX1294" fmla="*/ 3329087 w 4302125"/>
              <a:gd name="connsiteY1294" fmla="*/ 323013 h 6858000"/>
              <a:gd name="connsiteX1295" fmla="*/ 3335074 w 4302125"/>
              <a:gd name="connsiteY1295" fmla="*/ 326299 h 6858000"/>
              <a:gd name="connsiteX1296" fmla="*/ 3147447 w 4302125"/>
              <a:gd name="connsiteY1296" fmla="*/ 664668 h 6858000"/>
              <a:gd name="connsiteX1297" fmla="*/ 3147447 w 4302125"/>
              <a:gd name="connsiteY1297" fmla="*/ 664741 h 6858000"/>
              <a:gd name="connsiteX1298" fmla="*/ 3089274 w 4302125"/>
              <a:gd name="connsiteY1298" fmla="*/ 769636 h 6858000"/>
              <a:gd name="connsiteX1299" fmla="*/ 3081487 w 4302125"/>
              <a:gd name="connsiteY1299" fmla="*/ 769636 h 6858000"/>
              <a:gd name="connsiteX1300" fmla="*/ 3147447 w 4302125"/>
              <a:gd name="connsiteY1300" fmla="*/ 650604 h 6858000"/>
              <a:gd name="connsiteX1301" fmla="*/ 3147447 w 4302125"/>
              <a:gd name="connsiteY1301" fmla="*/ 650533 h 6858000"/>
              <a:gd name="connsiteX1302" fmla="*/ 3820530 w 4302125"/>
              <a:gd name="connsiteY1302" fmla="*/ 322988 h 6858000"/>
              <a:gd name="connsiteX1303" fmla="*/ 3826489 w 4302125"/>
              <a:gd name="connsiteY1303" fmla="*/ 326274 h 6858000"/>
              <a:gd name="connsiteX1304" fmla="*/ 3638971 w 4302125"/>
              <a:gd name="connsiteY1304" fmla="*/ 664612 h 6858000"/>
              <a:gd name="connsiteX1305" fmla="*/ 3638971 w 4302125"/>
              <a:gd name="connsiteY1305" fmla="*/ 664739 h 6858000"/>
              <a:gd name="connsiteX1306" fmla="*/ 3580803 w 4302125"/>
              <a:gd name="connsiteY1306" fmla="*/ 769634 h 6858000"/>
              <a:gd name="connsiteX1307" fmla="*/ 3573000 w 4302125"/>
              <a:gd name="connsiteY1307" fmla="*/ 769634 h 6858000"/>
              <a:gd name="connsiteX1308" fmla="*/ 3638952 w 4302125"/>
              <a:gd name="connsiteY1308" fmla="*/ 650634 h 6858000"/>
              <a:gd name="connsiteX1309" fmla="*/ 3638952 w 4302125"/>
              <a:gd name="connsiteY1309" fmla="*/ 650507 h 6858000"/>
              <a:gd name="connsiteX1310" fmla="*/ 4195330 w 4302125"/>
              <a:gd name="connsiteY1310" fmla="*/ 0 h 6858000"/>
              <a:gd name="connsiteX1311" fmla="*/ 4203172 w 4302125"/>
              <a:gd name="connsiteY1311" fmla="*/ 0 h 6858000"/>
              <a:gd name="connsiteX1312" fmla="*/ 4302125 w 4302125"/>
              <a:gd name="connsiteY1312" fmla="*/ 178512 h 6858000"/>
              <a:gd name="connsiteX1313" fmla="*/ 4302125 w 4302125"/>
              <a:gd name="connsiteY1313" fmla="*/ 192656 h 6858000"/>
              <a:gd name="connsiteX1314" fmla="*/ 3999536 w 4302125"/>
              <a:gd name="connsiteY1314" fmla="*/ 0 h 6858000"/>
              <a:gd name="connsiteX1315" fmla="*/ 4007376 w 4302125"/>
              <a:gd name="connsiteY1315" fmla="*/ 0 h 6858000"/>
              <a:gd name="connsiteX1316" fmla="*/ 3890719 w 4302125"/>
              <a:gd name="connsiteY1316" fmla="*/ 210495 h 6858000"/>
              <a:gd name="connsiteX1317" fmla="*/ 3884726 w 4302125"/>
              <a:gd name="connsiteY1317" fmla="*/ 207175 h 6858000"/>
              <a:gd name="connsiteX1318" fmla="*/ 3703838 w 4302125"/>
              <a:gd name="connsiteY1318" fmla="*/ 0 h 6858000"/>
              <a:gd name="connsiteX1319" fmla="*/ 3711672 w 4302125"/>
              <a:gd name="connsiteY1319" fmla="*/ 0 h 6858000"/>
              <a:gd name="connsiteX1320" fmla="*/ 4072246 w 4302125"/>
              <a:gd name="connsiteY1320" fmla="*/ 650507 h 6858000"/>
              <a:gd name="connsiteX1321" fmla="*/ 4066256 w 4302125"/>
              <a:gd name="connsiteY1321" fmla="*/ 653829 h 6858000"/>
              <a:gd name="connsiteX1322" fmla="*/ 3508101 w 4302125"/>
              <a:gd name="connsiteY1322" fmla="*/ 0 h 6858000"/>
              <a:gd name="connsiteX1323" fmla="*/ 3515915 w 4302125"/>
              <a:gd name="connsiteY1323" fmla="*/ 0 h 6858000"/>
              <a:gd name="connsiteX1324" fmla="*/ 3399249 w 4302125"/>
              <a:gd name="connsiteY1324" fmla="*/ 210521 h 6858000"/>
              <a:gd name="connsiteX1325" fmla="*/ 3393258 w 4302125"/>
              <a:gd name="connsiteY1325" fmla="*/ 207201 h 6858000"/>
              <a:gd name="connsiteX1326" fmla="*/ 3212320 w 4302125"/>
              <a:gd name="connsiteY1326" fmla="*/ 0 h 6858000"/>
              <a:gd name="connsiteX1327" fmla="*/ 3220161 w 4302125"/>
              <a:gd name="connsiteY1327" fmla="*/ 0 h 6858000"/>
              <a:gd name="connsiteX1328" fmla="*/ 3580770 w 4302125"/>
              <a:gd name="connsiteY1328" fmla="*/ 650533 h 6858000"/>
              <a:gd name="connsiteX1329" fmla="*/ 3574783 w 4302125"/>
              <a:gd name="connsiteY1329" fmla="*/ 653854 h 6858000"/>
              <a:gd name="connsiteX1330" fmla="*/ 3016580 w 4302125"/>
              <a:gd name="connsiteY1330" fmla="*/ 0 h 6858000"/>
              <a:gd name="connsiteX1331" fmla="*/ 3024380 w 4302125"/>
              <a:gd name="connsiteY1331" fmla="*/ 0 h 6858000"/>
              <a:gd name="connsiteX1332" fmla="*/ 2907704 w 4302125"/>
              <a:gd name="connsiteY1332" fmla="*/ 210522 h 6858000"/>
              <a:gd name="connsiteX1333" fmla="*/ 2901721 w 4302125"/>
              <a:gd name="connsiteY1333" fmla="*/ 207202 h 6858000"/>
              <a:gd name="connsiteX1334" fmla="*/ 2720871 w 4302125"/>
              <a:gd name="connsiteY1334" fmla="*/ 0 h 6858000"/>
              <a:gd name="connsiteX1335" fmla="*/ 2728704 w 4302125"/>
              <a:gd name="connsiteY1335" fmla="*/ 0 h 6858000"/>
              <a:gd name="connsiteX1336" fmla="*/ 3089240 w 4302125"/>
              <a:gd name="connsiteY1336" fmla="*/ 650534 h 6858000"/>
              <a:gd name="connsiteX1337" fmla="*/ 3083267 w 4302125"/>
              <a:gd name="connsiteY1337" fmla="*/ 653855 h 6858000"/>
              <a:gd name="connsiteX1338" fmla="*/ 2525123 w 4302125"/>
              <a:gd name="connsiteY1338" fmla="*/ 0 h 6858000"/>
              <a:gd name="connsiteX1339" fmla="*/ 2532937 w 4302125"/>
              <a:gd name="connsiteY1339" fmla="*/ 0 h 6858000"/>
              <a:gd name="connsiteX1340" fmla="*/ 2416236 w 4302125"/>
              <a:gd name="connsiteY1340" fmla="*/ 210524 h 6858000"/>
              <a:gd name="connsiteX1341" fmla="*/ 2410247 w 4302125"/>
              <a:gd name="connsiteY1341" fmla="*/ 207204 h 6858000"/>
              <a:gd name="connsiteX1342" fmla="*/ 2229334 w 4302125"/>
              <a:gd name="connsiteY1342" fmla="*/ 0 h 6858000"/>
              <a:gd name="connsiteX1343" fmla="*/ 2237170 w 4302125"/>
              <a:gd name="connsiteY1343" fmla="*/ 0 h 6858000"/>
              <a:gd name="connsiteX1344" fmla="*/ 2597808 w 4302125"/>
              <a:gd name="connsiteY1344" fmla="*/ 650536 h 6858000"/>
              <a:gd name="connsiteX1345" fmla="*/ 2591817 w 4302125"/>
              <a:gd name="connsiteY1345" fmla="*/ 653857 h 6858000"/>
              <a:gd name="connsiteX1346" fmla="*/ 2033563 w 4302125"/>
              <a:gd name="connsiteY1346" fmla="*/ 0 h 6858000"/>
              <a:gd name="connsiteX1347" fmla="*/ 2041378 w 4302125"/>
              <a:gd name="connsiteY1347" fmla="*/ 0 h 6858000"/>
              <a:gd name="connsiteX1348" fmla="*/ 1924634 w 4302125"/>
              <a:gd name="connsiteY1348" fmla="*/ 210526 h 6858000"/>
              <a:gd name="connsiteX1349" fmla="*/ 1918644 w 4302125"/>
              <a:gd name="connsiteY1349" fmla="*/ 207205 h 6858000"/>
              <a:gd name="connsiteX1350" fmla="*/ 1737767 w 4302125"/>
              <a:gd name="connsiteY1350" fmla="*/ 0 h 6858000"/>
              <a:gd name="connsiteX1351" fmla="*/ 1745606 w 4302125"/>
              <a:gd name="connsiteY1351" fmla="*/ 0 h 6858000"/>
              <a:gd name="connsiteX1352" fmla="*/ 2106272 w 4302125"/>
              <a:gd name="connsiteY1352" fmla="*/ 650538 h 6858000"/>
              <a:gd name="connsiteX1353" fmla="*/ 2100281 w 4302125"/>
              <a:gd name="connsiteY1353" fmla="*/ 653859 h 6858000"/>
              <a:gd name="connsiteX1354" fmla="*/ 1542017 w 4302125"/>
              <a:gd name="connsiteY1354" fmla="*/ 0 h 6858000"/>
              <a:gd name="connsiteX1355" fmla="*/ 1549853 w 4302125"/>
              <a:gd name="connsiteY1355" fmla="*/ 0 h 6858000"/>
              <a:gd name="connsiteX1356" fmla="*/ 1433152 w 4302125"/>
              <a:gd name="connsiteY1356" fmla="*/ 210527 h 6858000"/>
              <a:gd name="connsiteX1357" fmla="*/ 1427161 w 4302125"/>
              <a:gd name="connsiteY1357" fmla="*/ 207207 h 6858000"/>
              <a:gd name="connsiteX1358" fmla="*/ 1246297 w 4302125"/>
              <a:gd name="connsiteY1358" fmla="*/ 0 h 6858000"/>
              <a:gd name="connsiteX1359" fmla="*/ 1254107 w 4302125"/>
              <a:gd name="connsiteY1359" fmla="*/ 0 h 6858000"/>
              <a:gd name="connsiteX1360" fmla="*/ 1614688 w 4302125"/>
              <a:gd name="connsiteY1360" fmla="*/ 650539 h 6858000"/>
              <a:gd name="connsiteX1361" fmla="*/ 1608698 w 4302125"/>
              <a:gd name="connsiteY1361" fmla="*/ 653860 h 6858000"/>
              <a:gd name="connsiteX1362" fmla="*/ 1050564 w 4302125"/>
              <a:gd name="connsiteY1362" fmla="*/ 0 h 6858000"/>
              <a:gd name="connsiteX1363" fmla="*/ 1058400 w 4302125"/>
              <a:gd name="connsiteY1363" fmla="*/ 0 h 6858000"/>
              <a:gd name="connsiteX1364" fmla="*/ 941685 w 4302125"/>
              <a:gd name="connsiteY1364" fmla="*/ 210553 h 6858000"/>
              <a:gd name="connsiteX1365" fmla="*/ 935694 w 4302125"/>
              <a:gd name="connsiteY1365" fmla="*/ 207232 h 6858000"/>
              <a:gd name="connsiteX1366" fmla="*/ 754817 w 4302125"/>
              <a:gd name="connsiteY1366" fmla="*/ 0 h 6858000"/>
              <a:gd name="connsiteX1367" fmla="*/ 762626 w 4302125"/>
              <a:gd name="connsiteY1367" fmla="*/ 0 h 6858000"/>
              <a:gd name="connsiteX1368" fmla="*/ 1123221 w 4302125"/>
              <a:gd name="connsiteY1368" fmla="*/ 650565 h 6858000"/>
              <a:gd name="connsiteX1369" fmla="*/ 1117231 w 4302125"/>
              <a:gd name="connsiteY1369" fmla="*/ 653886 h 6858000"/>
              <a:gd name="connsiteX1370" fmla="*/ 559082 w 4302125"/>
              <a:gd name="connsiteY1370" fmla="*/ 0 h 6858000"/>
              <a:gd name="connsiteX1371" fmla="*/ 566919 w 4302125"/>
              <a:gd name="connsiteY1371" fmla="*/ 0 h 6858000"/>
              <a:gd name="connsiteX1372" fmla="*/ 450202 w 4302125"/>
              <a:gd name="connsiteY1372" fmla="*/ 210554 h 6858000"/>
              <a:gd name="connsiteX1373" fmla="*/ 444211 w 4302125"/>
              <a:gd name="connsiteY1373" fmla="*/ 207234 h 6858000"/>
              <a:gd name="connsiteX1374" fmla="*/ 263340 w 4302125"/>
              <a:gd name="connsiteY1374" fmla="*/ 0 h 6858000"/>
              <a:gd name="connsiteX1375" fmla="*/ 271149 w 4302125"/>
              <a:gd name="connsiteY1375" fmla="*/ 0 h 6858000"/>
              <a:gd name="connsiteX1376" fmla="*/ 631774 w 4302125"/>
              <a:gd name="connsiteY1376" fmla="*/ 650566 h 6858000"/>
              <a:gd name="connsiteX1377" fmla="*/ 625784 w 4302125"/>
              <a:gd name="connsiteY1377" fmla="*/ 653887 h 6858000"/>
              <a:gd name="connsiteX1378" fmla="*/ 67604 w 4302125"/>
              <a:gd name="connsiteY1378" fmla="*/ 0 h 6858000"/>
              <a:gd name="connsiteX1379" fmla="*/ 75440 w 4302125"/>
              <a:gd name="connsiteY1379" fmla="*/ 0 h 6858000"/>
              <a:gd name="connsiteX1380" fmla="*/ 0 w 4302125"/>
              <a:gd name="connsiteY1380" fmla="*/ 136093 h 6858000"/>
              <a:gd name="connsiteX1381" fmla="*/ 0 w 4302125"/>
              <a:gd name="connsiteY1381" fmla="*/ 1219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Lst>
            <a:rect l="l" t="t" r="r" b="b"/>
            <a:pathLst>
              <a:path w="4302125" h="6858000">
                <a:moveTo>
                  <a:pt x="0" y="6603833"/>
                </a:moveTo>
                <a:lnTo>
                  <a:pt x="140147" y="6856653"/>
                </a:lnTo>
                <a:lnTo>
                  <a:pt x="137717" y="6858000"/>
                </a:lnTo>
                <a:lnTo>
                  <a:pt x="133062" y="6858000"/>
                </a:lnTo>
                <a:lnTo>
                  <a:pt x="0" y="6617946"/>
                </a:lnTo>
                <a:close/>
                <a:moveTo>
                  <a:pt x="4302125" y="6546640"/>
                </a:moveTo>
                <a:lnTo>
                  <a:pt x="4302125" y="6560768"/>
                </a:lnTo>
                <a:lnTo>
                  <a:pt x="4137377" y="6858000"/>
                </a:lnTo>
                <a:lnTo>
                  <a:pt x="4129579" y="6858000"/>
                </a:lnTo>
                <a:lnTo>
                  <a:pt x="4130287" y="6856722"/>
                </a:lnTo>
                <a:lnTo>
                  <a:pt x="4130287" y="6856653"/>
                </a:lnTo>
                <a:close/>
                <a:moveTo>
                  <a:pt x="3820376" y="6529134"/>
                </a:moveTo>
                <a:lnTo>
                  <a:pt x="3826334" y="6532455"/>
                </a:lnTo>
                <a:lnTo>
                  <a:pt x="3645889" y="6858000"/>
                </a:lnTo>
                <a:lnTo>
                  <a:pt x="3638108" y="6858000"/>
                </a:lnTo>
                <a:lnTo>
                  <a:pt x="3638798" y="6856754"/>
                </a:lnTo>
                <a:lnTo>
                  <a:pt x="3638798" y="6856653"/>
                </a:lnTo>
                <a:close/>
                <a:moveTo>
                  <a:pt x="3328921" y="6529134"/>
                </a:moveTo>
                <a:lnTo>
                  <a:pt x="3334910" y="6532455"/>
                </a:lnTo>
                <a:lnTo>
                  <a:pt x="3154388" y="6858000"/>
                </a:lnTo>
                <a:lnTo>
                  <a:pt x="3146587" y="6858000"/>
                </a:lnTo>
                <a:lnTo>
                  <a:pt x="3147295" y="6856722"/>
                </a:lnTo>
                <a:lnTo>
                  <a:pt x="3147295" y="6856653"/>
                </a:lnTo>
                <a:close/>
                <a:moveTo>
                  <a:pt x="2837382" y="6529134"/>
                </a:moveTo>
                <a:lnTo>
                  <a:pt x="2843374" y="6532455"/>
                </a:lnTo>
                <a:lnTo>
                  <a:pt x="2662932" y="6858000"/>
                </a:lnTo>
                <a:lnTo>
                  <a:pt x="2655132" y="6858000"/>
                </a:lnTo>
                <a:lnTo>
                  <a:pt x="2655840" y="6856723"/>
                </a:lnTo>
                <a:lnTo>
                  <a:pt x="2655840" y="6856653"/>
                </a:lnTo>
                <a:close/>
                <a:moveTo>
                  <a:pt x="2345902" y="6529134"/>
                </a:moveTo>
                <a:lnTo>
                  <a:pt x="2351895" y="6532455"/>
                </a:lnTo>
                <a:lnTo>
                  <a:pt x="2171396" y="6858000"/>
                </a:lnTo>
                <a:lnTo>
                  <a:pt x="2163596" y="6858000"/>
                </a:lnTo>
                <a:lnTo>
                  <a:pt x="2164303" y="6856723"/>
                </a:lnTo>
                <a:lnTo>
                  <a:pt x="2164303" y="6856653"/>
                </a:lnTo>
                <a:close/>
                <a:moveTo>
                  <a:pt x="1854328" y="6529134"/>
                </a:moveTo>
                <a:lnTo>
                  <a:pt x="1860319" y="6532455"/>
                </a:lnTo>
                <a:lnTo>
                  <a:pt x="1679846" y="6858000"/>
                </a:lnTo>
                <a:lnTo>
                  <a:pt x="1672079" y="6858000"/>
                </a:lnTo>
                <a:lnTo>
                  <a:pt x="1672754" y="6856783"/>
                </a:lnTo>
                <a:lnTo>
                  <a:pt x="1672754" y="6856653"/>
                </a:lnTo>
                <a:close/>
                <a:moveTo>
                  <a:pt x="1362839" y="6529134"/>
                </a:moveTo>
                <a:lnTo>
                  <a:pt x="1368830" y="6532455"/>
                </a:lnTo>
                <a:lnTo>
                  <a:pt x="1188390" y="6858000"/>
                </a:lnTo>
                <a:lnTo>
                  <a:pt x="1180608" y="6858000"/>
                </a:lnTo>
                <a:lnTo>
                  <a:pt x="1181300" y="6856751"/>
                </a:lnTo>
                <a:lnTo>
                  <a:pt x="1181300" y="6856653"/>
                </a:lnTo>
                <a:close/>
                <a:moveTo>
                  <a:pt x="871368" y="6529134"/>
                </a:moveTo>
                <a:lnTo>
                  <a:pt x="877359" y="6532455"/>
                </a:lnTo>
                <a:lnTo>
                  <a:pt x="696919" y="6858000"/>
                </a:lnTo>
                <a:lnTo>
                  <a:pt x="689119" y="6858000"/>
                </a:lnTo>
                <a:lnTo>
                  <a:pt x="689828" y="6856722"/>
                </a:lnTo>
                <a:lnTo>
                  <a:pt x="689828" y="6856653"/>
                </a:lnTo>
                <a:close/>
                <a:moveTo>
                  <a:pt x="379880" y="6529134"/>
                </a:moveTo>
                <a:lnTo>
                  <a:pt x="385871" y="6532455"/>
                </a:lnTo>
                <a:lnTo>
                  <a:pt x="205433" y="6858000"/>
                </a:lnTo>
                <a:lnTo>
                  <a:pt x="197634" y="6858000"/>
                </a:lnTo>
                <a:lnTo>
                  <a:pt x="198342" y="6856722"/>
                </a:lnTo>
                <a:lnTo>
                  <a:pt x="198342" y="6856653"/>
                </a:lnTo>
                <a:close/>
                <a:moveTo>
                  <a:pt x="4136256" y="6085766"/>
                </a:moveTo>
                <a:lnTo>
                  <a:pt x="4138106" y="6089087"/>
                </a:lnTo>
                <a:lnTo>
                  <a:pt x="4138131" y="6089087"/>
                </a:lnTo>
                <a:lnTo>
                  <a:pt x="4302125" y="6384936"/>
                </a:lnTo>
                <a:lnTo>
                  <a:pt x="4302125" y="6399081"/>
                </a:lnTo>
                <a:lnTo>
                  <a:pt x="4130287" y="6089087"/>
                </a:lnTo>
                <a:lnTo>
                  <a:pt x="4130294" y="6089087"/>
                </a:lnTo>
                <a:lnTo>
                  <a:pt x="4130294" y="6089053"/>
                </a:lnTo>
                <a:close/>
                <a:moveTo>
                  <a:pt x="3644760" y="6085766"/>
                </a:moveTo>
                <a:lnTo>
                  <a:pt x="3646607" y="6089087"/>
                </a:lnTo>
                <a:lnTo>
                  <a:pt x="3646632" y="6089087"/>
                </a:lnTo>
                <a:lnTo>
                  <a:pt x="4072092" y="6856653"/>
                </a:lnTo>
                <a:lnTo>
                  <a:pt x="4069664" y="6858000"/>
                </a:lnTo>
                <a:lnTo>
                  <a:pt x="4065011" y="6858000"/>
                </a:lnTo>
                <a:lnTo>
                  <a:pt x="3638796" y="6089087"/>
                </a:lnTo>
                <a:lnTo>
                  <a:pt x="3638802" y="6089087"/>
                </a:lnTo>
                <a:lnTo>
                  <a:pt x="3638802" y="6089053"/>
                </a:lnTo>
                <a:close/>
                <a:moveTo>
                  <a:pt x="3153262" y="6085766"/>
                </a:moveTo>
                <a:lnTo>
                  <a:pt x="3155106" y="6089087"/>
                </a:lnTo>
                <a:lnTo>
                  <a:pt x="3155129" y="6089087"/>
                </a:lnTo>
                <a:lnTo>
                  <a:pt x="3580615" y="6856653"/>
                </a:lnTo>
                <a:lnTo>
                  <a:pt x="3578186" y="6858000"/>
                </a:lnTo>
                <a:lnTo>
                  <a:pt x="3573533" y="6858000"/>
                </a:lnTo>
                <a:lnTo>
                  <a:pt x="3147295" y="6089087"/>
                </a:lnTo>
                <a:lnTo>
                  <a:pt x="3147302" y="6089087"/>
                </a:lnTo>
                <a:lnTo>
                  <a:pt x="3147302" y="6089053"/>
                </a:lnTo>
                <a:close/>
                <a:moveTo>
                  <a:pt x="2661802" y="6085766"/>
                </a:moveTo>
                <a:lnTo>
                  <a:pt x="2663650" y="6089087"/>
                </a:lnTo>
                <a:lnTo>
                  <a:pt x="2663678" y="6089087"/>
                </a:lnTo>
                <a:lnTo>
                  <a:pt x="3089094" y="6856653"/>
                </a:lnTo>
                <a:lnTo>
                  <a:pt x="3086669" y="6858000"/>
                </a:lnTo>
                <a:lnTo>
                  <a:pt x="3082022" y="6858000"/>
                </a:lnTo>
                <a:lnTo>
                  <a:pt x="2655840" y="6089087"/>
                </a:lnTo>
                <a:lnTo>
                  <a:pt x="2655846" y="6089087"/>
                </a:lnTo>
                <a:lnTo>
                  <a:pt x="2655846" y="6089053"/>
                </a:lnTo>
                <a:close/>
                <a:moveTo>
                  <a:pt x="2170263" y="6085766"/>
                </a:moveTo>
                <a:lnTo>
                  <a:pt x="2172110" y="6089087"/>
                </a:lnTo>
                <a:lnTo>
                  <a:pt x="2172141" y="6089087"/>
                </a:lnTo>
                <a:lnTo>
                  <a:pt x="2597643" y="6856653"/>
                </a:lnTo>
                <a:lnTo>
                  <a:pt x="2595213" y="6858000"/>
                </a:lnTo>
                <a:lnTo>
                  <a:pt x="2590557" y="6858000"/>
                </a:lnTo>
                <a:lnTo>
                  <a:pt x="2164303" y="6089087"/>
                </a:lnTo>
                <a:lnTo>
                  <a:pt x="2164308" y="6089087"/>
                </a:lnTo>
                <a:lnTo>
                  <a:pt x="2164308" y="6089053"/>
                </a:lnTo>
                <a:close/>
                <a:moveTo>
                  <a:pt x="1678715" y="6085766"/>
                </a:moveTo>
                <a:lnTo>
                  <a:pt x="1680564" y="6089087"/>
                </a:lnTo>
                <a:lnTo>
                  <a:pt x="1680594" y="6089087"/>
                </a:lnTo>
                <a:lnTo>
                  <a:pt x="2106117" y="6856653"/>
                </a:lnTo>
                <a:lnTo>
                  <a:pt x="2103686" y="6858000"/>
                </a:lnTo>
                <a:lnTo>
                  <a:pt x="2099030" y="6858000"/>
                </a:lnTo>
                <a:lnTo>
                  <a:pt x="1672754" y="6089087"/>
                </a:lnTo>
                <a:lnTo>
                  <a:pt x="1672758" y="6089087"/>
                </a:lnTo>
                <a:lnTo>
                  <a:pt x="1672758" y="6089053"/>
                </a:lnTo>
                <a:close/>
                <a:moveTo>
                  <a:pt x="1187261" y="6085766"/>
                </a:moveTo>
                <a:lnTo>
                  <a:pt x="1189075" y="6089087"/>
                </a:lnTo>
                <a:lnTo>
                  <a:pt x="1189105" y="6089087"/>
                </a:lnTo>
                <a:lnTo>
                  <a:pt x="1614557" y="6856653"/>
                </a:lnTo>
                <a:lnTo>
                  <a:pt x="1612128" y="6858000"/>
                </a:lnTo>
                <a:lnTo>
                  <a:pt x="1607473" y="6858000"/>
                </a:lnTo>
                <a:lnTo>
                  <a:pt x="1181299" y="6089087"/>
                </a:lnTo>
                <a:lnTo>
                  <a:pt x="1181304" y="6089087"/>
                </a:lnTo>
                <a:lnTo>
                  <a:pt x="1181304" y="6089053"/>
                </a:lnTo>
                <a:close/>
                <a:moveTo>
                  <a:pt x="695790" y="6085766"/>
                </a:moveTo>
                <a:lnTo>
                  <a:pt x="697604" y="6089087"/>
                </a:lnTo>
                <a:lnTo>
                  <a:pt x="697633" y="6089087"/>
                </a:lnTo>
                <a:lnTo>
                  <a:pt x="1123085" y="6856653"/>
                </a:lnTo>
                <a:lnTo>
                  <a:pt x="1120655" y="6858000"/>
                </a:lnTo>
                <a:lnTo>
                  <a:pt x="1116000" y="6858000"/>
                </a:lnTo>
                <a:lnTo>
                  <a:pt x="689828" y="6089087"/>
                </a:lnTo>
                <a:lnTo>
                  <a:pt x="689833" y="6089087"/>
                </a:lnTo>
                <a:lnTo>
                  <a:pt x="689833" y="6089053"/>
                </a:lnTo>
                <a:close/>
                <a:moveTo>
                  <a:pt x="204304" y="6085766"/>
                </a:moveTo>
                <a:lnTo>
                  <a:pt x="206118" y="6089087"/>
                </a:lnTo>
                <a:lnTo>
                  <a:pt x="206147" y="6089087"/>
                </a:lnTo>
                <a:lnTo>
                  <a:pt x="631633" y="6856653"/>
                </a:lnTo>
                <a:lnTo>
                  <a:pt x="629203" y="6858000"/>
                </a:lnTo>
                <a:lnTo>
                  <a:pt x="624548" y="6858000"/>
                </a:lnTo>
                <a:lnTo>
                  <a:pt x="198342" y="6089087"/>
                </a:lnTo>
                <a:lnTo>
                  <a:pt x="198347" y="6089087"/>
                </a:lnTo>
                <a:lnTo>
                  <a:pt x="198347" y="6089053"/>
                </a:lnTo>
                <a:close/>
                <a:moveTo>
                  <a:pt x="0" y="5717122"/>
                </a:moveTo>
                <a:lnTo>
                  <a:pt x="140152" y="5969952"/>
                </a:lnTo>
                <a:lnTo>
                  <a:pt x="134161" y="5973273"/>
                </a:lnTo>
                <a:lnTo>
                  <a:pt x="0" y="5731236"/>
                </a:lnTo>
                <a:close/>
                <a:moveTo>
                  <a:pt x="4302125" y="5659949"/>
                </a:moveTo>
                <a:lnTo>
                  <a:pt x="4302125" y="5674077"/>
                </a:lnTo>
                <a:lnTo>
                  <a:pt x="4130294" y="5984088"/>
                </a:lnTo>
                <a:lnTo>
                  <a:pt x="4130294" y="5984158"/>
                </a:lnTo>
                <a:lnTo>
                  <a:pt x="4072135" y="6089087"/>
                </a:lnTo>
                <a:lnTo>
                  <a:pt x="4072092" y="6089087"/>
                </a:lnTo>
                <a:lnTo>
                  <a:pt x="3890561" y="6416640"/>
                </a:lnTo>
                <a:lnTo>
                  <a:pt x="3884570" y="6413320"/>
                </a:lnTo>
                <a:lnTo>
                  <a:pt x="4064257" y="6089087"/>
                </a:lnTo>
                <a:lnTo>
                  <a:pt x="4064328" y="6089087"/>
                </a:lnTo>
                <a:lnTo>
                  <a:pt x="4130294" y="5970022"/>
                </a:lnTo>
                <a:lnTo>
                  <a:pt x="4130294" y="5969986"/>
                </a:lnTo>
                <a:close/>
                <a:moveTo>
                  <a:pt x="3820379" y="5642432"/>
                </a:moveTo>
                <a:lnTo>
                  <a:pt x="3826339" y="5645753"/>
                </a:lnTo>
                <a:lnTo>
                  <a:pt x="3638821" y="5984057"/>
                </a:lnTo>
                <a:lnTo>
                  <a:pt x="3638821" y="5984158"/>
                </a:lnTo>
                <a:lnTo>
                  <a:pt x="3580652" y="6089087"/>
                </a:lnTo>
                <a:lnTo>
                  <a:pt x="3580618" y="6089087"/>
                </a:lnTo>
                <a:lnTo>
                  <a:pt x="3399086" y="6416640"/>
                </a:lnTo>
                <a:lnTo>
                  <a:pt x="3393098" y="6413320"/>
                </a:lnTo>
                <a:lnTo>
                  <a:pt x="3572810" y="6089087"/>
                </a:lnTo>
                <a:lnTo>
                  <a:pt x="3572852" y="6089087"/>
                </a:lnTo>
                <a:lnTo>
                  <a:pt x="3638804" y="5970053"/>
                </a:lnTo>
                <a:lnTo>
                  <a:pt x="3638804" y="5969986"/>
                </a:lnTo>
                <a:close/>
                <a:moveTo>
                  <a:pt x="3328929" y="5642432"/>
                </a:moveTo>
                <a:lnTo>
                  <a:pt x="3334914" y="5645753"/>
                </a:lnTo>
                <a:lnTo>
                  <a:pt x="3147302" y="5984088"/>
                </a:lnTo>
                <a:lnTo>
                  <a:pt x="3147302" y="5984158"/>
                </a:lnTo>
                <a:lnTo>
                  <a:pt x="3089133" y="6089087"/>
                </a:lnTo>
                <a:lnTo>
                  <a:pt x="3089094" y="6089087"/>
                </a:lnTo>
                <a:lnTo>
                  <a:pt x="2907558" y="6416640"/>
                </a:lnTo>
                <a:lnTo>
                  <a:pt x="2901569" y="6413320"/>
                </a:lnTo>
                <a:lnTo>
                  <a:pt x="3081302" y="6089087"/>
                </a:lnTo>
                <a:lnTo>
                  <a:pt x="3081341" y="6089087"/>
                </a:lnTo>
                <a:lnTo>
                  <a:pt x="3147302" y="5970021"/>
                </a:lnTo>
                <a:lnTo>
                  <a:pt x="3147302" y="5969986"/>
                </a:lnTo>
                <a:close/>
                <a:moveTo>
                  <a:pt x="2837389" y="5642432"/>
                </a:moveTo>
                <a:lnTo>
                  <a:pt x="2843379" y="5645753"/>
                </a:lnTo>
                <a:lnTo>
                  <a:pt x="2655848" y="5984088"/>
                </a:lnTo>
                <a:lnTo>
                  <a:pt x="2655848" y="5984158"/>
                </a:lnTo>
                <a:lnTo>
                  <a:pt x="2597717" y="6089087"/>
                </a:lnTo>
                <a:lnTo>
                  <a:pt x="2597643" y="6089087"/>
                </a:lnTo>
                <a:lnTo>
                  <a:pt x="2416078" y="6416640"/>
                </a:lnTo>
                <a:lnTo>
                  <a:pt x="2410088" y="6413320"/>
                </a:lnTo>
                <a:lnTo>
                  <a:pt x="2589837" y="6089087"/>
                </a:lnTo>
                <a:lnTo>
                  <a:pt x="2589877" y="6089087"/>
                </a:lnTo>
                <a:lnTo>
                  <a:pt x="2655847" y="5970021"/>
                </a:lnTo>
                <a:lnTo>
                  <a:pt x="2655847" y="5969986"/>
                </a:lnTo>
                <a:close/>
                <a:moveTo>
                  <a:pt x="2345909" y="5642432"/>
                </a:moveTo>
                <a:lnTo>
                  <a:pt x="2351898" y="5645753"/>
                </a:lnTo>
                <a:lnTo>
                  <a:pt x="2164311" y="5984088"/>
                </a:lnTo>
                <a:lnTo>
                  <a:pt x="2164311" y="5984158"/>
                </a:lnTo>
                <a:lnTo>
                  <a:pt x="2106193" y="6089087"/>
                </a:lnTo>
                <a:lnTo>
                  <a:pt x="2106117" y="6089087"/>
                </a:lnTo>
                <a:lnTo>
                  <a:pt x="1924507" y="6416640"/>
                </a:lnTo>
                <a:lnTo>
                  <a:pt x="1918516" y="6413320"/>
                </a:lnTo>
                <a:lnTo>
                  <a:pt x="2098313" y="6089087"/>
                </a:lnTo>
                <a:lnTo>
                  <a:pt x="2098345" y="6089087"/>
                </a:lnTo>
                <a:lnTo>
                  <a:pt x="2164308" y="5970022"/>
                </a:lnTo>
                <a:lnTo>
                  <a:pt x="2164308" y="5969986"/>
                </a:lnTo>
                <a:close/>
                <a:moveTo>
                  <a:pt x="1854333" y="5642432"/>
                </a:moveTo>
                <a:lnTo>
                  <a:pt x="1860324" y="5645753"/>
                </a:lnTo>
                <a:lnTo>
                  <a:pt x="1672794" y="5984027"/>
                </a:lnTo>
                <a:lnTo>
                  <a:pt x="1672794" y="5984158"/>
                </a:lnTo>
                <a:lnTo>
                  <a:pt x="1614631" y="6089087"/>
                </a:lnTo>
                <a:lnTo>
                  <a:pt x="1614592" y="6089087"/>
                </a:lnTo>
                <a:lnTo>
                  <a:pt x="1433019" y="6416640"/>
                </a:lnTo>
                <a:lnTo>
                  <a:pt x="1427028" y="6413320"/>
                </a:lnTo>
                <a:lnTo>
                  <a:pt x="1606753" y="6089087"/>
                </a:lnTo>
                <a:lnTo>
                  <a:pt x="1606791" y="6089087"/>
                </a:lnTo>
                <a:lnTo>
                  <a:pt x="1672759" y="5970083"/>
                </a:lnTo>
                <a:lnTo>
                  <a:pt x="1672759" y="5969986"/>
                </a:lnTo>
                <a:close/>
                <a:moveTo>
                  <a:pt x="1362844" y="5642432"/>
                </a:moveTo>
                <a:lnTo>
                  <a:pt x="1368835" y="5645753"/>
                </a:lnTo>
                <a:lnTo>
                  <a:pt x="1181321" y="5984060"/>
                </a:lnTo>
                <a:lnTo>
                  <a:pt x="1181321" y="5984158"/>
                </a:lnTo>
                <a:lnTo>
                  <a:pt x="1123159" y="6089087"/>
                </a:lnTo>
                <a:lnTo>
                  <a:pt x="1123120" y="6089087"/>
                </a:lnTo>
                <a:lnTo>
                  <a:pt x="941546" y="6416640"/>
                </a:lnTo>
                <a:lnTo>
                  <a:pt x="935556" y="6413320"/>
                </a:lnTo>
                <a:lnTo>
                  <a:pt x="1115281" y="6089087"/>
                </a:lnTo>
                <a:lnTo>
                  <a:pt x="1115319" y="6089087"/>
                </a:lnTo>
                <a:lnTo>
                  <a:pt x="1181305" y="5970050"/>
                </a:lnTo>
                <a:lnTo>
                  <a:pt x="1181305" y="5969986"/>
                </a:lnTo>
                <a:close/>
                <a:moveTo>
                  <a:pt x="871373" y="5642432"/>
                </a:moveTo>
                <a:lnTo>
                  <a:pt x="877364" y="5645753"/>
                </a:lnTo>
                <a:lnTo>
                  <a:pt x="689834" y="5984088"/>
                </a:lnTo>
                <a:lnTo>
                  <a:pt x="689834" y="5984158"/>
                </a:lnTo>
                <a:lnTo>
                  <a:pt x="631672" y="6089087"/>
                </a:lnTo>
                <a:lnTo>
                  <a:pt x="631633" y="6089087"/>
                </a:lnTo>
                <a:lnTo>
                  <a:pt x="450059" y="6416640"/>
                </a:lnTo>
                <a:lnTo>
                  <a:pt x="444068" y="6413320"/>
                </a:lnTo>
                <a:lnTo>
                  <a:pt x="623793" y="6089087"/>
                </a:lnTo>
                <a:lnTo>
                  <a:pt x="623832" y="6089087"/>
                </a:lnTo>
                <a:lnTo>
                  <a:pt x="689834" y="5970021"/>
                </a:lnTo>
                <a:lnTo>
                  <a:pt x="689834" y="5969986"/>
                </a:lnTo>
                <a:close/>
                <a:moveTo>
                  <a:pt x="379886" y="5642432"/>
                </a:moveTo>
                <a:lnTo>
                  <a:pt x="385877" y="5645753"/>
                </a:lnTo>
                <a:lnTo>
                  <a:pt x="198348" y="5984088"/>
                </a:lnTo>
                <a:lnTo>
                  <a:pt x="198348" y="5984158"/>
                </a:lnTo>
                <a:lnTo>
                  <a:pt x="140186" y="6089087"/>
                </a:lnTo>
                <a:lnTo>
                  <a:pt x="140147" y="6089087"/>
                </a:lnTo>
                <a:lnTo>
                  <a:pt x="0" y="6341909"/>
                </a:lnTo>
                <a:lnTo>
                  <a:pt x="0" y="6327778"/>
                </a:lnTo>
                <a:lnTo>
                  <a:pt x="132308" y="6089087"/>
                </a:lnTo>
                <a:lnTo>
                  <a:pt x="132346" y="6089087"/>
                </a:lnTo>
                <a:lnTo>
                  <a:pt x="198347" y="5970021"/>
                </a:lnTo>
                <a:lnTo>
                  <a:pt x="198347" y="5969986"/>
                </a:lnTo>
                <a:close/>
                <a:moveTo>
                  <a:pt x="4130294" y="5202386"/>
                </a:moveTo>
                <a:lnTo>
                  <a:pt x="4138139" y="5202386"/>
                </a:lnTo>
                <a:lnTo>
                  <a:pt x="4302125" y="5498223"/>
                </a:lnTo>
                <a:lnTo>
                  <a:pt x="4302125" y="5512366"/>
                </a:lnTo>
                <a:close/>
                <a:moveTo>
                  <a:pt x="3638802" y="5202386"/>
                </a:moveTo>
                <a:lnTo>
                  <a:pt x="3646639" y="5202386"/>
                </a:lnTo>
                <a:lnTo>
                  <a:pt x="4072098" y="5969952"/>
                </a:lnTo>
                <a:lnTo>
                  <a:pt x="4066109" y="5973273"/>
                </a:lnTo>
                <a:close/>
                <a:moveTo>
                  <a:pt x="3147302" y="5202386"/>
                </a:moveTo>
                <a:lnTo>
                  <a:pt x="3155137" y="5202386"/>
                </a:lnTo>
                <a:lnTo>
                  <a:pt x="3580621" y="5969952"/>
                </a:lnTo>
                <a:lnTo>
                  <a:pt x="3574631" y="5973273"/>
                </a:lnTo>
                <a:close/>
                <a:moveTo>
                  <a:pt x="2655847" y="5202386"/>
                </a:moveTo>
                <a:lnTo>
                  <a:pt x="2663684" y="5202386"/>
                </a:lnTo>
                <a:lnTo>
                  <a:pt x="3089099" y="5969952"/>
                </a:lnTo>
                <a:lnTo>
                  <a:pt x="3083123" y="5973273"/>
                </a:lnTo>
                <a:close/>
                <a:moveTo>
                  <a:pt x="2164308" y="5202386"/>
                </a:moveTo>
                <a:lnTo>
                  <a:pt x="2172146" y="5202386"/>
                </a:lnTo>
                <a:lnTo>
                  <a:pt x="2597649" y="5969952"/>
                </a:lnTo>
                <a:lnTo>
                  <a:pt x="2591657" y="5973273"/>
                </a:lnTo>
                <a:close/>
                <a:moveTo>
                  <a:pt x="1672759" y="5202386"/>
                </a:moveTo>
                <a:lnTo>
                  <a:pt x="1680598" y="5202386"/>
                </a:lnTo>
                <a:lnTo>
                  <a:pt x="2106124" y="5969952"/>
                </a:lnTo>
                <a:lnTo>
                  <a:pt x="2100133" y="5973273"/>
                </a:lnTo>
                <a:close/>
                <a:moveTo>
                  <a:pt x="1181304" y="5202386"/>
                </a:moveTo>
                <a:lnTo>
                  <a:pt x="1189110" y="5202386"/>
                </a:lnTo>
                <a:lnTo>
                  <a:pt x="1614562" y="5969952"/>
                </a:lnTo>
                <a:lnTo>
                  <a:pt x="1608571" y="5973273"/>
                </a:lnTo>
                <a:close/>
                <a:moveTo>
                  <a:pt x="689833" y="5202386"/>
                </a:moveTo>
                <a:lnTo>
                  <a:pt x="697638" y="5202386"/>
                </a:lnTo>
                <a:lnTo>
                  <a:pt x="1123090" y="5969952"/>
                </a:lnTo>
                <a:lnTo>
                  <a:pt x="1117099" y="5973273"/>
                </a:lnTo>
                <a:close/>
                <a:moveTo>
                  <a:pt x="198347" y="5202386"/>
                </a:moveTo>
                <a:lnTo>
                  <a:pt x="206152" y="5202386"/>
                </a:lnTo>
                <a:lnTo>
                  <a:pt x="631638" y="5969952"/>
                </a:lnTo>
                <a:lnTo>
                  <a:pt x="625647" y="5973273"/>
                </a:lnTo>
                <a:close/>
                <a:moveTo>
                  <a:pt x="4136263" y="5199064"/>
                </a:moveTo>
                <a:lnTo>
                  <a:pt x="4138110" y="5202385"/>
                </a:lnTo>
                <a:lnTo>
                  <a:pt x="4130299" y="5202385"/>
                </a:lnTo>
                <a:close/>
                <a:moveTo>
                  <a:pt x="3644762" y="5199064"/>
                </a:moveTo>
                <a:lnTo>
                  <a:pt x="3646609" y="5202385"/>
                </a:lnTo>
                <a:lnTo>
                  <a:pt x="3638807" y="5202385"/>
                </a:lnTo>
                <a:close/>
                <a:moveTo>
                  <a:pt x="3153262" y="5199064"/>
                </a:moveTo>
                <a:lnTo>
                  <a:pt x="3155124" y="5202385"/>
                </a:lnTo>
                <a:lnTo>
                  <a:pt x="3147302" y="5202385"/>
                </a:lnTo>
                <a:close/>
                <a:moveTo>
                  <a:pt x="2661809" y="5199064"/>
                </a:moveTo>
                <a:lnTo>
                  <a:pt x="2663656" y="5202385"/>
                </a:lnTo>
                <a:lnTo>
                  <a:pt x="2655852" y="5202385"/>
                </a:lnTo>
                <a:close/>
                <a:moveTo>
                  <a:pt x="2170269" y="5199064"/>
                </a:moveTo>
                <a:lnTo>
                  <a:pt x="2172116" y="5202385"/>
                </a:lnTo>
                <a:lnTo>
                  <a:pt x="2164311" y="5202385"/>
                </a:lnTo>
                <a:close/>
                <a:moveTo>
                  <a:pt x="1678720" y="5199064"/>
                </a:moveTo>
                <a:lnTo>
                  <a:pt x="1680569" y="5202385"/>
                </a:lnTo>
                <a:lnTo>
                  <a:pt x="1672764" y="5202385"/>
                </a:lnTo>
                <a:close/>
                <a:moveTo>
                  <a:pt x="1187266" y="5199064"/>
                </a:moveTo>
                <a:lnTo>
                  <a:pt x="1189080" y="5202385"/>
                </a:lnTo>
                <a:lnTo>
                  <a:pt x="1181309" y="5202385"/>
                </a:lnTo>
                <a:close/>
                <a:moveTo>
                  <a:pt x="695795" y="5199064"/>
                </a:moveTo>
                <a:lnTo>
                  <a:pt x="697609" y="5202385"/>
                </a:lnTo>
                <a:lnTo>
                  <a:pt x="689838" y="5202385"/>
                </a:lnTo>
                <a:close/>
                <a:moveTo>
                  <a:pt x="204309" y="5199064"/>
                </a:moveTo>
                <a:lnTo>
                  <a:pt x="206123" y="5202385"/>
                </a:lnTo>
                <a:lnTo>
                  <a:pt x="198353" y="5202385"/>
                </a:lnTo>
                <a:close/>
                <a:moveTo>
                  <a:pt x="0" y="4830410"/>
                </a:moveTo>
                <a:lnTo>
                  <a:pt x="140158" y="5083250"/>
                </a:lnTo>
                <a:lnTo>
                  <a:pt x="134167" y="5086571"/>
                </a:lnTo>
                <a:lnTo>
                  <a:pt x="0" y="4844523"/>
                </a:lnTo>
                <a:close/>
                <a:moveTo>
                  <a:pt x="4302125" y="4773256"/>
                </a:moveTo>
                <a:lnTo>
                  <a:pt x="4302125" y="4787388"/>
                </a:lnTo>
                <a:lnTo>
                  <a:pt x="4130302" y="5097386"/>
                </a:lnTo>
                <a:lnTo>
                  <a:pt x="4130302" y="5097457"/>
                </a:lnTo>
                <a:lnTo>
                  <a:pt x="4072139" y="5202386"/>
                </a:lnTo>
                <a:lnTo>
                  <a:pt x="4072098" y="5202386"/>
                </a:lnTo>
                <a:lnTo>
                  <a:pt x="3890566" y="5529939"/>
                </a:lnTo>
                <a:lnTo>
                  <a:pt x="3884576" y="5526619"/>
                </a:lnTo>
                <a:lnTo>
                  <a:pt x="4064262" y="5202386"/>
                </a:lnTo>
                <a:lnTo>
                  <a:pt x="4064335" y="5202386"/>
                </a:lnTo>
                <a:lnTo>
                  <a:pt x="4130300" y="5083355"/>
                </a:lnTo>
                <a:lnTo>
                  <a:pt x="4130300" y="5083284"/>
                </a:lnTo>
                <a:close/>
                <a:moveTo>
                  <a:pt x="3820389" y="4755730"/>
                </a:moveTo>
                <a:lnTo>
                  <a:pt x="3826344" y="4759051"/>
                </a:lnTo>
                <a:lnTo>
                  <a:pt x="3638826" y="5097356"/>
                </a:lnTo>
                <a:lnTo>
                  <a:pt x="3638826" y="5097457"/>
                </a:lnTo>
                <a:lnTo>
                  <a:pt x="3580659" y="5202386"/>
                </a:lnTo>
                <a:lnTo>
                  <a:pt x="3580621" y="5202386"/>
                </a:lnTo>
                <a:lnTo>
                  <a:pt x="3399095" y="5529939"/>
                </a:lnTo>
                <a:lnTo>
                  <a:pt x="3393104" y="5526619"/>
                </a:lnTo>
                <a:lnTo>
                  <a:pt x="3572817" y="5202386"/>
                </a:lnTo>
                <a:lnTo>
                  <a:pt x="3572859" y="5202386"/>
                </a:lnTo>
                <a:lnTo>
                  <a:pt x="3638809" y="5083385"/>
                </a:lnTo>
                <a:lnTo>
                  <a:pt x="3638809" y="5083284"/>
                </a:lnTo>
                <a:close/>
                <a:moveTo>
                  <a:pt x="3328932" y="4755730"/>
                </a:moveTo>
                <a:lnTo>
                  <a:pt x="3334921" y="4759051"/>
                </a:lnTo>
                <a:lnTo>
                  <a:pt x="3147308" y="5097386"/>
                </a:lnTo>
                <a:lnTo>
                  <a:pt x="3147308" y="5097457"/>
                </a:lnTo>
                <a:lnTo>
                  <a:pt x="3089140" y="5202386"/>
                </a:lnTo>
                <a:lnTo>
                  <a:pt x="3089099" y="5202386"/>
                </a:lnTo>
                <a:lnTo>
                  <a:pt x="2907562" y="5529939"/>
                </a:lnTo>
                <a:lnTo>
                  <a:pt x="2901573" y="5526619"/>
                </a:lnTo>
                <a:lnTo>
                  <a:pt x="3081310" y="5202386"/>
                </a:lnTo>
                <a:lnTo>
                  <a:pt x="3081349" y="5202386"/>
                </a:lnTo>
                <a:lnTo>
                  <a:pt x="3147308" y="5083355"/>
                </a:lnTo>
                <a:lnTo>
                  <a:pt x="3147308" y="5083284"/>
                </a:lnTo>
                <a:close/>
                <a:moveTo>
                  <a:pt x="2837393" y="4755730"/>
                </a:moveTo>
                <a:lnTo>
                  <a:pt x="2843384" y="4759051"/>
                </a:lnTo>
                <a:lnTo>
                  <a:pt x="2655854" y="5097386"/>
                </a:lnTo>
                <a:lnTo>
                  <a:pt x="2655854" y="5097457"/>
                </a:lnTo>
                <a:lnTo>
                  <a:pt x="2597723" y="5202386"/>
                </a:lnTo>
                <a:lnTo>
                  <a:pt x="2597649" y="5202386"/>
                </a:lnTo>
                <a:lnTo>
                  <a:pt x="2416084" y="5529939"/>
                </a:lnTo>
                <a:lnTo>
                  <a:pt x="2410094" y="5526619"/>
                </a:lnTo>
                <a:lnTo>
                  <a:pt x="2589842" y="5202386"/>
                </a:lnTo>
                <a:lnTo>
                  <a:pt x="2589883" y="5202386"/>
                </a:lnTo>
                <a:lnTo>
                  <a:pt x="2655853" y="5083354"/>
                </a:lnTo>
                <a:lnTo>
                  <a:pt x="2655853" y="5083284"/>
                </a:lnTo>
                <a:close/>
                <a:moveTo>
                  <a:pt x="2345915" y="4755730"/>
                </a:moveTo>
                <a:lnTo>
                  <a:pt x="2351904" y="4759051"/>
                </a:lnTo>
                <a:lnTo>
                  <a:pt x="2164315" y="5097386"/>
                </a:lnTo>
                <a:lnTo>
                  <a:pt x="2164315" y="5097457"/>
                </a:lnTo>
                <a:lnTo>
                  <a:pt x="2106195" y="5202386"/>
                </a:lnTo>
                <a:lnTo>
                  <a:pt x="2106124" y="5202386"/>
                </a:lnTo>
                <a:lnTo>
                  <a:pt x="1924511" y="5529939"/>
                </a:lnTo>
                <a:lnTo>
                  <a:pt x="1918521" y="5526619"/>
                </a:lnTo>
                <a:lnTo>
                  <a:pt x="2098316" y="5202386"/>
                </a:lnTo>
                <a:lnTo>
                  <a:pt x="2098345" y="5202386"/>
                </a:lnTo>
                <a:lnTo>
                  <a:pt x="2164311" y="5083355"/>
                </a:lnTo>
                <a:lnTo>
                  <a:pt x="2164311" y="5083284"/>
                </a:lnTo>
                <a:close/>
                <a:moveTo>
                  <a:pt x="1854338" y="4755730"/>
                </a:moveTo>
                <a:lnTo>
                  <a:pt x="1860329" y="4759051"/>
                </a:lnTo>
                <a:lnTo>
                  <a:pt x="1672799" y="5097325"/>
                </a:lnTo>
                <a:lnTo>
                  <a:pt x="1672799" y="5097457"/>
                </a:lnTo>
                <a:lnTo>
                  <a:pt x="1614636" y="5202386"/>
                </a:lnTo>
                <a:lnTo>
                  <a:pt x="1614597" y="5202386"/>
                </a:lnTo>
                <a:lnTo>
                  <a:pt x="1433024" y="5529939"/>
                </a:lnTo>
                <a:lnTo>
                  <a:pt x="1427033" y="5526619"/>
                </a:lnTo>
                <a:lnTo>
                  <a:pt x="1606758" y="5202386"/>
                </a:lnTo>
                <a:lnTo>
                  <a:pt x="1606796" y="5202386"/>
                </a:lnTo>
                <a:lnTo>
                  <a:pt x="1672764" y="5083416"/>
                </a:lnTo>
                <a:lnTo>
                  <a:pt x="1672764" y="5083284"/>
                </a:lnTo>
                <a:close/>
                <a:moveTo>
                  <a:pt x="1362849" y="4755730"/>
                </a:moveTo>
                <a:lnTo>
                  <a:pt x="1368840" y="4759051"/>
                </a:lnTo>
                <a:lnTo>
                  <a:pt x="1181326" y="5097357"/>
                </a:lnTo>
                <a:lnTo>
                  <a:pt x="1181326" y="5097457"/>
                </a:lnTo>
                <a:lnTo>
                  <a:pt x="1123164" y="5202386"/>
                </a:lnTo>
                <a:lnTo>
                  <a:pt x="1123125" y="5202386"/>
                </a:lnTo>
                <a:lnTo>
                  <a:pt x="941552" y="5529939"/>
                </a:lnTo>
                <a:lnTo>
                  <a:pt x="935561" y="5526619"/>
                </a:lnTo>
                <a:lnTo>
                  <a:pt x="1115286" y="5202386"/>
                </a:lnTo>
                <a:lnTo>
                  <a:pt x="1115324" y="5202386"/>
                </a:lnTo>
                <a:lnTo>
                  <a:pt x="1181310" y="5083383"/>
                </a:lnTo>
                <a:lnTo>
                  <a:pt x="1181310" y="5083284"/>
                </a:lnTo>
                <a:close/>
                <a:moveTo>
                  <a:pt x="871378" y="4755730"/>
                </a:moveTo>
                <a:lnTo>
                  <a:pt x="877369" y="4759051"/>
                </a:lnTo>
                <a:lnTo>
                  <a:pt x="689840" y="5097386"/>
                </a:lnTo>
                <a:lnTo>
                  <a:pt x="689840" y="5097457"/>
                </a:lnTo>
                <a:lnTo>
                  <a:pt x="631677" y="5202386"/>
                </a:lnTo>
                <a:lnTo>
                  <a:pt x="631639" y="5202386"/>
                </a:lnTo>
                <a:lnTo>
                  <a:pt x="450064" y="5529939"/>
                </a:lnTo>
                <a:lnTo>
                  <a:pt x="444073" y="5526619"/>
                </a:lnTo>
                <a:lnTo>
                  <a:pt x="623799" y="5202386"/>
                </a:lnTo>
                <a:lnTo>
                  <a:pt x="623838" y="5202386"/>
                </a:lnTo>
                <a:lnTo>
                  <a:pt x="689839" y="5083354"/>
                </a:lnTo>
                <a:lnTo>
                  <a:pt x="689839" y="5083284"/>
                </a:lnTo>
                <a:close/>
                <a:moveTo>
                  <a:pt x="379891" y="4755730"/>
                </a:moveTo>
                <a:lnTo>
                  <a:pt x="385882" y="4759051"/>
                </a:lnTo>
                <a:lnTo>
                  <a:pt x="198354" y="5097386"/>
                </a:lnTo>
                <a:lnTo>
                  <a:pt x="198354" y="5097457"/>
                </a:lnTo>
                <a:lnTo>
                  <a:pt x="140192" y="5202386"/>
                </a:lnTo>
                <a:lnTo>
                  <a:pt x="140153" y="5202386"/>
                </a:lnTo>
                <a:lnTo>
                  <a:pt x="0" y="5455217"/>
                </a:lnTo>
                <a:lnTo>
                  <a:pt x="0" y="5441086"/>
                </a:lnTo>
                <a:lnTo>
                  <a:pt x="132314" y="5202386"/>
                </a:lnTo>
                <a:lnTo>
                  <a:pt x="132352" y="5202386"/>
                </a:lnTo>
                <a:lnTo>
                  <a:pt x="198353" y="5083354"/>
                </a:lnTo>
                <a:lnTo>
                  <a:pt x="198353" y="5083284"/>
                </a:lnTo>
                <a:close/>
                <a:moveTo>
                  <a:pt x="4136269" y="4312397"/>
                </a:moveTo>
                <a:lnTo>
                  <a:pt x="4138115" y="4315684"/>
                </a:lnTo>
                <a:lnTo>
                  <a:pt x="4138145" y="4315684"/>
                </a:lnTo>
                <a:lnTo>
                  <a:pt x="4302125" y="4611510"/>
                </a:lnTo>
                <a:lnTo>
                  <a:pt x="4302125" y="4625656"/>
                </a:lnTo>
                <a:lnTo>
                  <a:pt x="4130299" y="4315684"/>
                </a:lnTo>
                <a:lnTo>
                  <a:pt x="4130302" y="4315684"/>
                </a:lnTo>
                <a:close/>
                <a:moveTo>
                  <a:pt x="3644771" y="4312397"/>
                </a:moveTo>
                <a:lnTo>
                  <a:pt x="3646614" y="4315684"/>
                </a:lnTo>
                <a:lnTo>
                  <a:pt x="3646647" y="4315684"/>
                </a:lnTo>
                <a:lnTo>
                  <a:pt x="4072106" y="5083250"/>
                </a:lnTo>
                <a:lnTo>
                  <a:pt x="4066116" y="5086571"/>
                </a:lnTo>
                <a:lnTo>
                  <a:pt x="3638807" y="4315684"/>
                </a:lnTo>
                <a:lnTo>
                  <a:pt x="3638814" y="4315684"/>
                </a:lnTo>
                <a:close/>
                <a:moveTo>
                  <a:pt x="3153269" y="4312397"/>
                </a:moveTo>
                <a:lnTo>
                  <a:pt x="3155124" y="4315684"/>
                </a:lnTo>
                <a:lnTo>
                  <a:pt x="3155147" y="4315684"/>
                </a:lnTo>
                <a:lnTo>
                  <a:pt x="3580627" y="5083250"/>
                </a:lnTo>
                <a:lnTo>
                  <a:pt x="3574638" y="5086571"/>
                </a:lnTo>
                <a:lnTo>
                  <a:pt x="3147302" y="4315684"/>
                </a:lnTo>
                <a:lnTo>
                  <a:pt x="3147308" y="4315684"/>
                </a:lnTo>
                <a:close/>
                <a:moveTo>
                  <a:pt x="2661814" y="4312397"/>
                </a:moveTo>
                <a:lnTo>
                  <a:pt x="2663662" y="4315684"/>
                </a:lnTo>
                <a:lnTo>
                  <a:pt x="2663690" y="4315684"/>
                </a:lnTo>
                <a:lnTo>
                  <a:pt x="3089106" y="5083250"/>
                </a:lnTo>
                <a:lnTo>
                  <a:pt x="3083128" y="5086571"/>
                </a:lnTo>
                <a:lnTo>
                  <a:pt x="2655853" y="4315684"/>
                </a:lnTo>
                <a:lnTo>
                  <a:pt x="2655859" y="4315684"/>
                </a:lnTo>
                <a:close/>
                <a:moveTo>
                  <a:pt x="2170274" y="4312397"/>
                </a:moveTo>
                <a:lnTo>
                  <a:pt x="2172123" y="4315684"/>
                </a:lnTo>
                <a:lnTo>
                  <a:pt x="2172153" y="4315684"/>
                </a:lnTo>
                <a:lnTo>
                  <a:pt x="2597655" y="5083250"/>
                </a:lnTo>
                <a:lnTo>
                  <a:pt x="2591662" y="5086571"/>
                </a:lnTo>
                <a:lnTo>
                  <a:pt x="2164311" y="4315684"/>
                </a:lnTo>
                <a:lnTo>
                  <a:pt x="2164319" y="4315684"/>
                </a:lnTo>
                <a:close/>
                <a:moveTo>
                  <a:pt x="1678725" y="4312397"/>
                </a:moveTo>
                <a:lnTo>
                  <a:pt x="1680574" y="4315684"/>
                </a:lnTo>
                <a:lnTo>
                  <a:pt x="1680604" y="4315684"/>
                </a:lnTo>
                <a:lnTo>
                  <a:pt x="2106129" y="5083250"/>
                </a:lnTo>
                <a:lnTo>
                  <a:pt x="2100138" y="5086571"/>
                </a:lnTo>
                <a:lnTo>
                  <a:pt x="1672764" y="4315684"/>
                </a:lnTo>
                <a:lnTo>
                  <a:pt x="1672768" y="4315684"/>
                </a:lnTo>
                <a:close/>
                <a:moveTo>
                  <a:pt x="1187271" y="4312397"/>
                </a:moveTo>
                <a:lnTo>
                  <a:pt x="1189085" y="4315684"/>
                </a:lnTo>
                <a:lnTo>
                  <a:pt x="1189115" y="4315684"/>
                </a:lnTo>
                <a:lnTo>
                  <a:pt x="1614567" y="5083250"/>
                </a:lnTo>
                <a:lnTo>
                  <a:pt x="1608576" y="5086571"/>
                </a:lnTo>
                <a:lnTo>
                  <a:pt x="1181309" y="4315684"/>
                </a:lnTo>
                <a:lnTo>
                  <a:pt x="1181314" y="4315684"/>
                </a:lnTo>
                <a:close/>
                <a:moveTo>
                  <a:pt x="695800" y="4312397"/>
                </a:moveTo>
                <a:lnTo>
                  <a:pt x="697615" y="4315684"/>
                </a:lnTo>
                <a:lnTo>
                  <a:pt x="697643" y="4315684"/>
                </a:lnTo>
                <a:lnTo>
                  <a:pt x="1123095" y="5083250"/>
                </a:lnTo>
                <a:lnTo>
                  <a:pt x="1117104" y="5086571"/>
                </a:lnTo>
                <a:lnTo>
                  <a:pt x="689838" y="4315684"/>
                </a:lnTo>
                <a:lnTo>
                  <a:pt x="689843" y="4315684"/>
                </a:lnTo>
                <a:close/>
                <a:moveTo>
                  <a:pt x="204315" y="4312397"/>
                </a:moveTo>
                <a:lnTo>
                  <a:pt x="206129" y="4315684"/>
                </a:lnTo>
                <a:lnTo>
                  <a:pt x="206158" y="4315684"/>
                </a:lnTo>
                <a:lnTo>
                  <a:pt x="631643" y="5083250"/>
                </a:lnTo>
                <a:lnTo>
                  <a:pt x="625652" y="5086571"/>
                </a:lnTo>
                <a:lnTo>
                  <a:pt x="198353" y="4315684"/>
                </a:lnTo>
                <a:lnTo>
                  <a:pt x="198358" y="4315684"/>
                </a:lnTo>
                <a:close/>
                <a:moveTo>
                  <a:pt x="0" y="3943732"/>
                </a:moveTo>
                <a:lnTo>
                  <a:pt x="140163" y="4196582"/>
                </a:lnTo>
                <a:lnTo>
                  <a:pt x="134172" y="4199869"/>
                </a:lnTo>
                <a:lnTo>
                  <a:pt x="0" y="3957822"/>
                </a:lnTo>
                <a:close/>
                <a:moveTo>
                  <a:pt x="4302125" y="3886598"/>
                </a:moveTo>
                <a:lnTo>
                  <a:pt x="4302125" y="3900697"/>
                </a:lnTo>
                <a:lnTo>
                  <a:pt x="4130305" y="4210720"/>
                </a:lnTo>
                <a:lnTo>
                  <a:pt x="4130305" y="4210789"/>
                </a:lnTo>
                <a:lnTo>
                  <a:pt x="4072147" y="4315684"/>
                </a:lnTo>
                <a:lnTo>
                  <a:pt x="4072106" y="4315684"/>
                </a:lnTo>
                <a:lnTo>
                  <a:pt x="3890574" y="4643237"/>
                </a:lnTo>
                <a:lnTo>
                  <a:pt x="3884581" y="4639917"/>
                </a:lnTo>
                <a:lnTo>
                  <a:pt x="4064269" y="4315684"/>
                </a:lnTo>
                <a:lnTo>
                  <a:pt x="4064342" y="4315684"/>
                </a:lnTo>
                <a:lnTo>
                  <a:pt x="4130305" y="4196652"/>
                </a:lnTo>
                <a:lnTo>
                  <a:pt x="4130305" y="4196583"/>
                </a:lnTo>
                <a:close/>
                <a:moveTo>
                  <a:pt x="3820393" y="3869063"/>
                </a:moveTo>
                <a:lnTo>
                  <a:pt x="3826350" y="3872350"/>
                </a:lnTo>
                <a:lnTo>
                  <a:pt x="3638833" y="4210688"/>
                </a:lnTo>
                <a:lnTo>
                  <a:pt x="3638833" y="4210789"/>
                </a:lnTo>
                <a:lnTo>
                  <a:pt x="3580665" y="4315684"/>
                </a:lnTo>
                <a:lnTo>
                  <a:pt x="3580627" y="4315684"/>
                </a:lnTo>
                <a:lnTo>
                  <a:pt x="3399100" y="4643237"/>
                </a:lnTo>
                <a:lnTo>
                  <a:pt x="3393111" y="4639917"/>
                </a:lnTo>
                <a:lnTo>
                  <a:pt x="3572822" y="4315684"/>
                </a:lnTo>
                <a:lnTo>
                  <a:pt x="3572863" y="4315684"/>
                </a:lnTo>
                <a:lnTo>
                  <a:pt x="3638814" y="4196684"/>
                </a:lnTo>
                <a:lnTo>
                  <a:pt x="3638814" y="4196583"/>
                </a:lnTo>
                <a:close/>
                <a:moveTo>
                  <a:pt x="3328939" y="3869063"/>
                </a:moveTo>
                <a:lnTo>
                  <a:pt x="3334927" y="3872350"/>
                </a:lnTo>
                <a:lnTo>
                  <a:pt x="3147315" y="4210719"/>
                </a:lnTo>
                <a:lnTo>
                  <a:pt x="3147315" y="4210789"/>
                </a:lnTo>
                <a:lnTo>
                  <a:pt x="3089145" y="4315684"/>
                </a:lnTo>
                <a:lnTo>
                  <a:pt x="3089106" y="4315684"/>
                </a:lnTo>
                <a:lnTo>
                  <a:pt x="2907567" y="4643237"/>
                </a:lnTo>
                <a:lnTo>
                  <a:pt x="2901580" y="4639917"/>
                </a:lnTo>
                <a:lnTo>
                  <a:pt x="3081315" y="4315684"/>
                </a:lnTo>
                <a:lnTo>
                  <a:pt x="3081354" y="4315684"/>
                </a:lnTo>
                <a:lnTo>
                  <a:pt x="3147315" y="4196653"/>
                </a:lnTo>
                <a:lnTo>
                  <a:pt x="3147315" y="4196583"/>
                </a:lnTo>
                <a:close/>
                <a:moveTo>
                  <a:pt x="2837398" y="3869063"/>
                </a:moveTo>
                <a:lnTo>
                  <a:pt x="2843389" y="3872350"/>
                </a:lnTo>
                <a:lnTo>
                  <a:pt x="2655860" y="4210720"/>
                </a:lnTo>
                <a:lnTo>
                  <a:pt x="2655860" y="4210789"/>
                </a:lnTo>
                <a:lnTo>
                  <a:pt x="2597729" y="4315684"/>
                </a:lnTo>
                <a:lnTo>
                  <a:pt x="2597655" y="4315684"/>
                </a:lnTo>
                <a:lnTo>
                  <a:pt x="2416090" y="4643237"/>
                </a:lnTo>
                <a:lnTo>
                  <a:pt x="2410100" y="4639917"/>
                </a:lnTo>
                <a:lnTo>
                  <a:pt x="2589849" y="4315684"/>
                </a:lnTo>
                <a:lnTo>
                  <a:pt x="2589889" y="4315684"/>
                </a:lnTo>
                <a:lnTo>
                  <a:pt x="2655859" y="4196652"/>
                </a:lnTo>
                <a:lnTo>
                  <a:pt x="2655859" y="4196583"/>
                </a:lnTo>
                <a:close/>
                <a:moveTo>
                  <a:pt x="2345915" y="3869063"/>
                </a:moveTo>
                <a:lnTo>
                  <a:pt x="2351910" y="3872350"/>
                </a:lnTo>
                <a:lnTo>
                  <a:pt x="2164319" y="4210719"/>
                </a:lnTo>
                <a:lnTo>
                  <a:pt x="2164319" y="4210789"/>
                </a:lnTo>
                <a:lnTo>
                  <a:pt x="2106204" y="4315684"/>
                </a:lnTo>
                <a:lnTo>
                  <a:pt x="2106129" y="4315684"/>
                </a:lnTo>
                <a:lnTo>
                  <a:pt x="1924516" y="4643237"/>
                </a:lnTo>
                <a:lnTo>
                  <a:pt x="1918526" y="4639917"/>
                </a:lnTo>
                <a:lnTo>
                  <a:pt x="2098323" y="4315684"/>
                </a:lnTo>
                <a:lnTo>
                  <a:pt x="2098363" y="4315684"/>
                </a:lnTo>
                <a:lnTo>
                  <a:pt x="2164319" y="4196653"/>
                </a:lnTo>
                <a:lnTo>
                  <a:pt x="2164319" y="4196583"/>
                </a:lnTo>
                <a:close/>
                <a:moveTo>
                  <a:pt x="1854342" y="3869063"/>
                </a:moveTo>
                <a:lnTo>
                  <a:pt x="1860333" y="3872350"/>
                </a:lnTo>
                <a:lnTo>
                  <a:pt x="1672803" y="4210658"/>
                </a:lnTo>
                <a:lnTo>
                  <a:pt x="1672803" y="4210789"/>
                </a:lnTo>
                <a:lnTo>
                  <a:pt x="1614641" y="4315684"/>
                </a:lnTo>
                <a:lnTo>
                  <a:pt x="1614601" y="4315684"/>
                </a:lnTo>
                <a:lnTo>
                  <a:pt x="1433029" y="4643237"/>
                </a:lnTo>
                <a:lnTo>
                  <a:pt x="1427038" y="4639917"/>
                </a:lnTo>
                <a:lnTo>
                  <a:pt x="1606763" y="4315684"/>
                </a:lnTo>
                <a:lnTo>
                  <a:pt x="1606801" y="4315684"/>
                </a:lnTo>
                <a:lnTo>
                  <a:pt x="1672769" y="4196714"/>
                </a:lnTo>
                <a:lnTo>
                  <a:pt x="1672769" y="4196583"/>
                </a:lnTo>
                <a:close/>
                <a:moveTo>
                  <a:pt x="1362854" y="3869063"/>
                </a:moveTo>
                <a:lnTo>
                  <a:pt x="1368845" y="3872350"/>
                </a:lnTo>
                <a:lnTo>
                  <a:pt x="1181331" y="4210690"/>
                </a:lnTo>
                <a:lnTo>
                  <a:pt x="1181331" y="4210789"/>
                </a:lnTo>
                <a:lnTo>
                  <a:pt x="1123169" y="4315684"/>
                </a:lnTo>
                <a:lnTo>
                  <a:pt x="1123130" y="4315684"/>
                </a:lnTo>
                <a:lnTo>
                  <a:pt x="941557" y="4643237"/>
                </a:lnTo>
                <a:lnTo>
                  <a:pt x="935567" y="4639917"/>
                </a:lnTo>
                <a:lnTo>
                  <a:pt x="1115291" y="4315684"/>
                </a:lnTo>
                <a:lnTo>
                  <a:pt x="1115329" y="4315684"/>
                </a:lnTo>
                <a:lnTo>
                  <a:pt x="1181315" y="4196681"/>
                </a:lnTo>
                <a:lnTo>
                  <a:pt x="1181315" y="4196583"/>
                </a:lnTo>
                <a:close/>
                <a:moveTo>
                  <a:pt x="871384" y="3869063"/>
                </a:moveTo>
                <a:lnTo>
                  <a:pt x="877374" y="3872350"/>
                </a:lnTo>
                <a:lnTo>
                  <a:pt x="689845" y="4210719"/>
                </a:lnTo>
                <a:lnTo>
                  <a:pt x="689845" y="4210789"/>
                </a:lnTo>
                <a:lnTo>
                  <a:pt x="631683" y="4315684"/>
                </a:lnTo>
                <a:lnTo>
                  <a:pt x="631644" y="4315684"/>
                </a:lnTo>
                <a:lnTo>
                  <a:pt x="450070" y="4643237"/>
                </a:lnTo>
                <a:lnTo>
                  <a:pt x="444079" y="4639917"/>
                </a:lnTo>
                <a:lnTo>
                  <a:pt x="623804" y="4315684"/>
                </a:lnTo>
                <a:lnTo>
                  <a:pt x="623843" y="4315684"/>
                </a:lnTo>
                <a:lnTo>
                  <a:pt x="689844" y="4196652"/>
                </a:lnTo>
                <a:lnTo>
                  <a:pt x="689844" y="4196583"/>
                </a:lnTo>
                <a:close/>
                <a:moveTo>
                  <a:pt x="379896" y="3869063"/>
                </a:moveTo>
                <a:lnTo>
                  <a:pt x="385887" y="3872350"/>
                </a:lnTo>
                <a:lnTo>
                  <a:pt x="198359" y="4210719"/>
                </a:lnTo>
                <a:lnTo>
                  <a:pt x="198359" y="4210789"/>
                </a:lnTo>
                <a:lnTo>
                  <a:pt x="140197" y="4315684"/>
                </a:lnTo>
                <a:lnTo>
                  <a:pt x="140158" y="4315684"/>
                </a:lnTo>
                <a:lnTo>
                  <a:pt x="0" y="4568526"/>
                </a:lnTo>
                <a:lnTo>
                  <a:pt x="0" y="4554395"/>
                </a:lnTo>
                <a:lnTo>
                  <a:pt x="132319" y="4315684"/>
                </a:lnTo>
                <a:lnTo>
                  <a:pt x="132357" y="4315684"/>
                </a:lnTo>
                <a:lnTo>
                  <a:pt x="198358" y="4196652"/>
                </a:lnTo>
                <a:lnTo>
                  <a:pt x="198358" y="4196583"/>
                </a:lnTo>
                <a:close/>
                <a:moveTo>
                  <a:pt x="204429" y="3426428"/>
                </a:moveTo>
                <a:lnTo>
                  <a:pt x="206243" y="3429017"/>
                </a:lnTo>
                <a:lnTo>
                  <a:pt x="206164" y="3429017"/>
                </a:lnTo>
                <a:lnTo>
                  <a:pt x="631648" y="4196582"/>
                </a:lnTo>
                <a:lnTo>
                  <a:pt x="625658" y="4199869"/>
                </a:lnTo>
                <a:lnTo>
                  <a:pt x="198358" y="3429016"/>
                </a:lnTo>
                <a:lnTo>
                  <a:pt x="198472" y="3429016"/>
                </a:lnTo>
                <a:lnTo>
                  <a:pt x="198472" y="3428999"/>
                </a:lnTo>
                <a:close/>
                <a:moveTo>
                  <a:pt x="695910" y="3426425"/>
                </a:moveTo>
                <a:lnTo>
                  <a:pt x="697724" y="3429017"/>
                </a:lnTo>
                <a:lnTo>
                  <a:pt x="697649" y="3429017"/>
                </a:lnTo>
                <a:lnTo>
                  <a:pt x="1123100" y="4196582"/>
                </a:lnTo>
                <a:lnTo>
                  <a:pt x="1117109" y="4199869"/>
                </a:lnTo>
                <a:lnTo>
                  <a:pt x="689844" y="3429016"/>
                </a:lnTo>
                <a:lnTo>
                  <a:pt x="689953" y="3429016"/>
                </a:lnTo>
                <a:lnTo>
                  <a:pt x="689953" y="3428999"/>
                </a:lnTo>
                <a:close/>
                <a:moveTo>
                  <a:pt x="1187376" y="3426401"/>
                </a:moveTo>
                <a:lnTo>
                  <a:pt x="1189190" y="3429017"/>
                </a:lnTo>
                <a:lnTo>
                  <a:pt x="1189121" y="3429017"/>
                </a:lnTo>
                <a:lnTo>
                  <a:pt x="1614572" y="4196582"/>
                </a:lnTo>
                <a:lnTo>
                  <a:pt x="1608581" y="4199869"/>
                </a:lnTo>
                <a:lnTo>
                  <a:pt x="1181314" y="3429016"/>
                </a:lnTo>
                <a:lnTo>
                  <a:pt x="1181419" y="3429016"/>
                </a:lnTo>
                <a:lnTo>
                  <a:pt x="1181419" y="3428999"/>
                </a:lnTo>
                <a:close/>
                <a:moveTo>
                  <a:pt x="1678826" y="3426398"/>
                </a:moveTo>
                <a:lnTo>
                  <a:pt x="1680675" y="3429017"/>
                </a:lnTo>
                <a:lnTo>
                  <a:pt x="1680608" y="3429017"/>
                </a:lnTo>
                <a:lnTo>
                  <a:pt x="2106133" y="4196582"/>
                </a:lnTo>
                <a:lnTo>
                  <a:pt x="2100142" y="4199869"/>
                </a:lnTo>
                <a:lnTo>
                  <a:pt x="1672768" y="3429016"/>
                </a:lnTo>
                <a:lnTo>
                  <a:pt x="1672869" y="3429016"/>
                </a:lnTo>
                <a:lnTo>
                  <a:pt x="1672869" y="3428999"/>
                </a:lnTo>
                <a:close/>
                <a:moveTo>
                  <a:pt x="2170391" y="3426397"/>
                </a:moveTo>
                <a:lnTo>
                  <a:pt x="2172241" y="3429017"/>
                </a:lnTo>
                <a:lnTo>
                  <a:pt x="2172158" y="3429017"/>
                </a:lnTo>
                <a:lnTo>
                  <a:pt x="2597661" y="4196582"/>
                </a:lnTo>
                <a:lnTo>
                  <a:pt x="2591669" y="4199869"/>
                </a:lnTo>
                <a:lnTo>
                  <a:pt x="2164319" y="3429016"/>
                </a:lnTo>
                <a:lnTo>
                  <a:pt x="2164437" y="3429016"/>
                </a:lnTo>
                <a:lnTo>
                  <a:pt x="2164437" y="3428999"/>
                </a:lnTo>
                <a:close/>
                <a:moveTo>
                  <a:pt x="2661943" y="3426395"/>
                </a:moveTo>
                <a:lnTo>
                  <a:pt x="2663790" y="3429017"/>
                </a:lnTo>
                <a:lnTo>
                  <a:pt x="2663696" y="3429017"/>
                </a:lnTo>
                <a:lnTo>
                  <a:pt x="3089111" y="4196582"/>
                </a:lnTo>
                <a:lnTo>
                  <a:pt x="3083133" y="4199869"/>
                </a:lnTo>
                <a:lnTo>
                  <a:pt x="2655859" y="3429016"/>
                </a:lnTo>
                <a:lnTo>
                  <a:pt x="2655987" y="3429016"/>
                </a:lnTo>
                <a:lnTo>
                  <a:pt x="2655987" y="3428999"/>
                </a:lnTo>
                <a:close/>
                <a:moveTo>
                  <a:pt x="3153379" y="3426394"/>
                </a:moveTo>
                <a:lnTo>
                  <a:pt x="3155238" y="3429017"/>
                </a:lnTo>
                <a:lnTo>
                  <a:pt x="3155154" y="3429017"/>
                </a:lnTo>
                <a:lnTo>
                  <a:pt x="3580633" y="4196582"/>
                </a:lnTo>
                <a:lnTo>
                  <a:pt x="3574645" y="4199869"/>
                </a:lnTo>
                <a:lnTo>
                  <a:pt x="3147308" y="3429016"/>
                </a:lnTo>
                <a:lnTo>
                  <a:pt x="3147425" y="3429016"/>
                </a:lnTo>
                <a:lnTo>
                  <a:pt x="3147425" y="3428999"/>
                </a:lnTo>
                <a:close/>
                <a:moveTo>
                  <a:pt x="3644893" y="3426369"/>
                </a:moveTo>
                <a:lnTo>
                  <a:pt x="3646736" y="3429017"/>
                </a:lnTo>
                <a:lnTo>
                  <a:pt x="3646654" y="3429017"/>
                </a:lnTo>
                <a:lnTo>
                  <a:pt x="4072112" y="4196582"/>
                </a:lnTo>
                <a:lnTo>
                  <a:pt x="4066120" y="4199869"/>
                </a:lnTo>
                <a:lnTo>
                  <a:pt x="3638814" y="3429016"/>
                </a:lnTo>
                <a:lnTo>
                  <a:pt x="3638934" y="3429016"/>
                </a:lnTo>
                <a:lnTo>
                  <a:pt x="3638934" y="3428999"/>
                </a:lnTo>
                <a:close/>
                <a:moveTo>
                  <a:pt x="4136388" y="3426366"/>
                </a:moveTo>
                <a:lnTo>
                  <a:pt x="4138238" y="3429017"/>
                </a:lnTo>
                <a:lnTo>
                  <a:pt x="4138147" y="3429017"/>
                </a:lnTo>
                <a:lnTo>
                  <a:pt x="4302125" y="3724837"/>
                </a:lnTo>
                <a:lnTo>
                  <a:pt x="4302125" y="3738964"/>
                </a:lnTo>
                <a:lnTo>
                  <a:pt x="4130305" y="3429016"/>
                </a:lnTo>
                <a:lnTo>
                  <a:pt x="4130421" y="3429016"/>
                </a:lnTo>
                <a:lnTo>
                  <a:pt x="4130421" y="3428999"/>
                </a:lnTo>
                <a:close/>
                <a:moveTo>
                  <a:pt x="0" y="3057557"/>
                </a:moveTo>
                <a:lnTo>
                  <a:pt x="140277" y="3310615"/>
                </a:lnTo>
                <a:lnTo>
                  <a:pt x="134286" y="3313936"/>
                </a:lnTo>
                <a:lnTo>
                  <a:pt x="0" y="3071670"/>
                </a:lnTo>
                <a:close/>
                <a:moveTo>
                  <a:pt x="4302125" y="3000778"/>
                </a:moveTo>
                <a:lnTo>
                  <a:pt x="4302125" y="3014907"/>
                </a:lnTo>
                <a:lnTo>
                  <a:pt x="4130421" y="3324690"/>
                </a:lnTo>
                <a:lnTo>
                  <a:pt x="4130421" y="3324762"/>
                </a:lnTo>
                <a:lnTo>
                  <a:pt x="4072261" y="3429017"/>
                </a:lnTo>
                <a:lnTo>
                  <a:pt x="4072112" y="3429017"/>
                </a:lnTo>
                <a:lnTo>
                  <a:pt x="3890580" y="3756569"/>
                </a:lnTo>
                <a:lnTo>
                  <a:pt x="3884587" y="3753249"/>
                </a:lnTo>
                <a:lnTo>
                  <a:pt x="4064270" y="3429016"/>
                </a:lnTo>
                <a:lnTo>
                  <a:pt x="4064455" y="3429016"/>
                </a:lnTo>
                <a:lnTo>
                  <a:pt x="4130421" y="3310624"/>
                </a:lnTo>
                <a:lnTo>
                  <a:pt x="4130421" y="3310553"/>
                </a:lnTo>
                <a:close/>
                <a:moveTo>
                  <a:pt x="380008" y="2983094"/>
                </a:moveTo>
                <a:lnTo>
                  <a:pt x="385999" y="2986416"/>
                </a:lnTo>
                <a:lnTo>
                  <a:pt x="198473" y="3324749"/>
                </a:lnTo>
                <a:lnTo>
                  <a:pt x="198473" y="3324821"/>
                </a:lnTo>
                <a:lnTo>
                  <a:pt x="140312" y="3429017"/>
                </a:lnTo>
                <a:lnTo>
                  <a:pt x="140163" y="3429017"/>
                </a:lnTo>
                <a:lnTo>
                  <a:pt x="0" y="3681867"/>
                </a:lnTo>
                <a:lnTo>
                  <a:pt x="0" y="3667736"/>
                </a:lnTo>
                <a:lnTo>
                  <a:pt x="132325" y="3429016"/>
                </a:lnTo>
                <a:lnTo>
                  <a:pt x="132472" y="3429016"/>
                </a:lnTo>
                <a:lnTo>
                  <a:pt x="198472" y="3310686"/>
                </a:lnTo>
                <a:lnTo>
                  <a:pt x="198472" y="3310614"/>
                </a:lnTo>
                <a:close/>
                <a:moveTo>
                  <a:pt x="871491" y="2983093"/>
                </a:moveTo>
                <a:lnTo>
                  <a:pt x="877482" y="2986413"/>
                </a:lnTo>
                <a:lnTo>
                  <a:pt x="689954" y="3324748"/>
                </a:lnTo>
                <a:lnTo>
                  <a:pt x="689954" y="3324820"/>
                </a:lnTo>
                <a:lnTo>
                  <a:pt x="631792" y="3429017"/>
                </a:lnTo>
                <a:lnTo>
                  <a:pt x="631648" y="3429017"/>
                </a:lnTo>
                <a:lnTo>
                  <a:pt x="450075" y="3756569"/>
                </a:lnTo>
                <a:lnTo>
                  <a:pt x="444084" y="3753249"/>
                </a:lnTo>
                <a:lnTo>
                  <a:pt x="623809" y="3429016"/>
                </a:lnTo>
                <a:lnTo>
                  <a:pt x="623953" y="3429016"/>
                </a:lnTo>
                <a:lnTo>
                  <a:pt x="689954" y="3310683"/>
                </a:lnTo>
                <a:lnTo>
                  <a:pt x="689954" y="3310611"/>
                </a:lnTo>
                <a:close/>
                <a:moveTo>
                  <a:pt x="1362958" y="2983068"/>
                </a:moveTo>
                <a:lnTo>
                  <a:pt x="1368949" y="2986389"/>
                </a:lnTo>
                <a:lnTo>
                  <a:pt x="1181437" y="3324694"/>
                </a:lnTo>
                <a:lnTo>
                  <a:pt x="1181437" y="3324818"/>
                </a:lnTo>
                <a:lnTo>
                  <a:pt x="1123276" y="3429017"/>
                </a:lnTo>
                <a:lnTo>
                  <a:pt x="1123134" y="3429017"/>
                </a:lnTo>
                <a:lnTo>
                  <a:pt x="941562" y="3756569"/>
                </a:lnTo>
                <a:lnTo>
                  <a:pt x="935572" y="3753249"/>
                </a:lnTo>
                <a:lnTo>
                  <a:pt x="1115296" y="3429016"/>
                </a:lnTo>
                <a:lnTo>
                  <a:pt x="1115436" y="3429016"/>
                </a:lnTo>
                <a:lnTo>
                  <a:pt x="1181420" y="3310711"/>
                </a:lnTo>
                <a:lnTo>
                  <a:pt x="1181420" y="3310586"/>
                </a:lnTo>
                <a:close/>
                <a:moveTo>
                  <a:pt x="1854442" y="2983065"/>
                </a:moveTo>
                <a:lnTo>
                  <a:pt x="1860433" y="2986386"/>
                </a:lnTo>
                <a:lnTo>
                  <a:pt x="1672905" y="3324659"/>
                </a:lnTo>
                <a:lnTo>
                  <a:pt x="1672905" y="3324792"/>
                </a:lnTo>
                <a:lnTo>
                  <a:pt x="1614743" y="3429017"/>
                </a:lnTo>
                <a:lnTo>
                  <a:pt x="1614606" y="3429017"/>
                </a:lnTo>
                <a:lnTo>
                  <a:pt x="1433034" y="3756569"/>
                </a:lnTo>
                <a:lnTo>
                  <a:pt x="1427043" y="3753249"/>
                </a:lnTo>
                <a:lnTo>
                  <a:pt x="1606768" y="3429016"/>
                </a:lnTo>
                <a:lnTo>
                  <a:pt x="1606904" y="3429016"/>
                </a:lnTo>
                <a:lnTo>
                  <a:pt x="1672870" y="3310718"/>
                </a:lnTo>
                <a:lnTo>
                  <a:pt x="1672870" y="3310584"/>
                </a:lnTo>
                <a:close/>
                <a:moveTo>
                  <a:pt x="2346045" y="2983064"/>
                </a:moveTo>
                <a:lnTo>
                  <a:pt x="2352038" y="2986385"/>
                </a:lnTo>
                <a:lnTo>
                  <a:pt x="2164440" y="3324719"/>
                </a:lnTo>
                <a:lnTo>
                  <a:pt x="2164440" y="3324791"/>
                </a:lnTo>
                <a:lnTo>
                  <a:pt x="2106323" y="3429017"/>
                </a:lnTo>
                <a:lnTo>
                  <a:pt x="2106133" y="3429017"/>
                </a:lnTo>
                <a:lnTo>
                  <a:pt x="1924521" y="3756569"/>
                </a:lnTo>
                <a:lnTo>
                  <a:pt x="1918530" y="3753249"/>
                </a:lnTo>
                <a:lnTo>
                  <a:pt x="2098329" y="3429016"/>
                </a:lnTo>
                <a:lnTo>
                  <a:pt x="2098484" y="3429016"/>
                </a:lnTo>
                <a:lnTo>
                  <a:pt x="2164437" y="3310655"/>
                </a:lnTo>
                <a:lnTo>
                  <a:pt x="2164437" y="3310583"/>
                </a:lnTo>
                <a:close/>
                <a:moveTo>
                  <a:pt x="3329069" y="2983062"/>
                </a:moveTo>
                <a:lnTo>
                  <a:pt x="3335055" y="2986382"/>
                </a:lnTo>
                <a:lnTo>
                  <a:pt x="3147425" y="3324717"/>
                </a:lnTo>
                <a:lnTo>
                  <a:pt x="3147425" y="3324789"/>
                </a:lnTo>
                <a:lnTo>
                  <a:pt x="3089257" y="3429017"/>
                </a:lnTo>
                <a:lnTo>
                  <a:pt x="3089111" y="3429017"/>
                </a:lnTo>
                <a:lnTo>
                  <a:pt x="2907572" y="3756569"/>
                </a:lnTo>
                <a:lnTo>
                  <a:pt x="2901586" y="3753249"/>
                </a:lnTo>
                <a:lnTo>
                  <a:pt x="3081319" y="3429016"/>
                </a:lnTo>
                <a:lnTo>
                  <a:pt x="3081470" y="3429016"/>
                </a:lnTo>
                <a:lnTo>
                  <a:pt x="3147425" y="3310651"/>
                </a:lnTo>
                <a:lnTo>
                  <a:pt x="3147425" y="3310579"/>
                </a:lnTo>
                <a:close/>
                <a:moveTo>
                  <a:pt x="2837517" y="2983062"/>
                </a:moveTo>
                <a:lnTo>
                  <a:pt x="2843507" y="2986383"/>
                </a:lnTo>
                <a:lnTo>
                  <a:pt x="2655989" y="3324717"/>
                </a:lnTo>
                <a:lnTo>
                  <a:pt x="2655989" y="3324789"/>
                </a:lnTo>
                <a:lnTo>
                  <a:pt x="2597858" y="3429017"/>
                </a:lnTo>
                <a:lnTo>
                  <a:pt x="2597661" y="3429017"/>
                </a:lnTo>
                <a:lnTo>
                  <a:pt x="2416095" y="3756569"/>
                </a:lnTo>
                <a:lnTo>
                  <a:pt x="2410106" y="3753249"/>
                </a:lnTo>
                <a:lnTo>
                  <a:pt x="2589856" y="3429016"/>
                </a:lnTo>
                <a:lnTo>
                  <a:pt x="2590018" y="3429016"/>
                </a:lnTo>
                <a:lnTo>
                  <a:pt x="2655988" y="3310654"/>
                </a:lnTo>
                <a:lnTo>
                  <a:pt x="2655988" y="3310582"/>
                </a:lnTo>
                <a:close/>
                <a:moveTo>
                  <a:pt x="3820516" y="2983035"/>
                </a:moveTo>
                <a:lnTo>
                  <a:pt x="3826473" y="2986357"/>
                </a:lnTo>
                <a:lnTo>
                  <a:pt x="3638956" y="3324658"/>
                </a:lnTo>
                <a:lnTo>
                  <a:pt x="3638956" y="3324787"/>
                </a:lnTo>
                <a:lnTo>
                  <a:pt x="3580786" y="3429017"/>
                </a:lnTo>
                <a:lnTo>
                  <a:pt x="3580633" y="3429017"/>
                </a:lnTo>
                <a:lnTo>
                  <a:pt x="3399107" y="3756569"/>
                </a:lnTo>
                <a:lnTo>
                  <a:pt x="3393114" y="3753249"/>
                </a:lnTo>
                <a:lnTo>
                  <a:pt x="3572829" y="3429016"/>
                </a:lnTo>
                <a:lnTo>
                  <a:pt x="3572982" y="3429016"/>
                </a:lnTo>
                <a:lnTo>
                  <a:pt x="3638936" y="3310682"/>
                </a:lnTo>
                <a:lnTo>
                  <a:pt x="3638936" y="3310555"/>
                </a:lnTo>
                <a:close/>
                <a:moveTo>
                  <a:pt x="204434" y="2539734"/>
                </a:moveTo>
                <a:lnTo>
                  <a:pt x="206244" y="2543046"/>
                </a:lnTo>
                <a:lnTo>
                  <a:pt x="206277" y="2543046"/>
                </a:lnTo>
                <a:lnTo>
                  <a:pt x="631758" y="3310612"/>
                </a:lnTo>
                <a:lnTo>
                  <a:pt x="625768" y="3313933"/>
                </a:lnTo>
                <a:lnTo>
                  <a:pt x="198472" y="2543046"/>
                </a:lnTo>
                <a:lnTo>
                  <a:pt x="198491" y="2543046"/>
                </a:lnTo>
                <a:close/>
                <a:moveTo>
                  <a:pt x="695915" y="2539731"/>
                </a:moveTo>
                <a:lnTo>
                  <a:pt x="697725" y="2543045"/>
                </a:lnTo>
                <a:lnTo>
                  <a:pt x="697758" y="2543045"/>
                </a:lnTo>
                <a:lnTo>
                  <a:pt x="1123206" y="3310611"/>
                </a:lnTo>
                <a:lnTo>
                  <a:pt x="1117215" y="3313932"/>
                </a:lnTo>
                <a:lnTo>
                  <a:pt x="689953" y="2543045"/>
                </a:lnTo>
                <a:lnTo>
                  <a:pt x="689972" y="2543045"/>
                </a:lnTo>
                <a:close/>
                <a:moveTo>
                  <a:pt x="1187381" y="2539707"/>
                </a:moveTo>
                <a:lnTo>
                  <a:pt x="1189191" y="2543019"/>
                </a:lnTo>
                <a:lnTo>
                  <a:pt x="1189225" y="2543019"/>
                </a:lnTo>
                <a:lnTo>
                  <a:pt x="1614673" y="3310585"/>
                </a:lnTo>
                <a:lnTo>
                  <a:pt x="1608683" y="3313906"/>
                </a:lnTo>
                <a:lnTo>
                  <a:pt x="1181420" y="2543019"/>
                </a:lnTo>
                <a:lnTo>
                  <a:pt x="1181438" y="2543019"/>
                </a:lnTo>
                <a:close/>
                <a:moveTo>
                  <a:pt x="1678831" y="2539704"/>
                </a:moveTo>
                <a:lnTo>
                  <a:pt x="1680676" y="2543018"/>
                </a:lnTo>
                <a:lnTo>
                  <a:pt x="1680710" y="2543018"/>
                </a:lnTo>
                <a:lnTo>
                  <a:pt x="2106255" y="3310584"/>
                </a:lnTo>
                <a:lnTo>
                  <a:pt x="2100263" y="3313905"/>
                </a:lnTo>
                <a:lnTo>
                  <a:pt x="1672870" y="2543018"/>
                </a:lnTo>
                <a:lnTo>
                  <a:pt x="1672888" y="2543018"/>
                </a:lnTo>
                <a:close/>
                <a:moveTo>
                  <a:pt x="2170397" y="2539703"/>
                </a:moveTo>
                <a:lnTo>
                  <a:pt x="2172243" y="2543017"/>
                </a:lnTo>
                <a:lnTo>
                  <a:pt x="2172274" y="2543017"/>
                </a:lnTo>
                <a:lnTo>
                  <a:pt x="2597790" y="3310582"/>
                </a:lnTo>
                <a:lnTo>
                  <a:pt x="2591798" y="3313904"/>
                </a:lnTo>
                <a:lnTo>
                  <a:pt x="2164437" y="2543017"/>
                </a:lnTo>
                <a:lnTo>
                  <a:pt x="2164455" y="2543017"/>
                </a:lnTo>
                <a:close/>
                <a:moveTo>
                  <a:pt x="2661948" y="2539702"/>
                </a:moveTo>
                <a:lnTo>
                  <a:pt x="2663792" y="2543014"/>
                </a:lnTo>
                <a:lnTo>
                  <a:pt x="2663824" y="2543014"/>
                </a:lnTo>
                <a:lnTo>
                  <a:pt x="3089223" y="3310581"/>
                </a:lnTo>
                <a:lnTo>
                  <a:pt x="3083250" y="3313901"/>
                </a:lnTo>
                <a:lnTo>
                  <a:pt x="2655987" y="2543014"/>
                </a:lnTo>
                <a:lnTo>
                  <a:pt x="2656007" y="2543014"/>
                </a:lnTo>
                <a:close/>
                <a:moveTo>
                  <a:pt x="3153394" y="2539700"/>
                </a:moveTo>
                <a:lnTo>
                  <a:pt x="3155238" y="2543013"/>
                </a:lnTo>
                <a:lnTo>
                  <a:pt x="3155260" y="2543013"/>
                </a:lnTo>
                <a:lnTo>
                  <a:pt x="3580752" y="3310579"/>
                </a:lnTo>
                <a:lnTo>
                  <a:pt x="3574765" y="3313900"/>
                </a:lnTo>
                <a:lnTo>
                  <a:pt x="3147425" y="2543013"/>
                </a:lnTo>
                <a:lnTo>
                  <a:pt x="3147447" y="2543013"/>
                </a:lnTo>
                <a:close/>
                <a:moveTo>
                  <a:pt x="3644899" y="2539675"/>
                </a:moveTo>
                <a:lnTo>
                  <a:pt x="3646736" y="2542987"/>
                </a:lnTo>
                <a:lnTo>
                  <a:pt x="3646767" y="2542987"/>
                </a:lnTo>
                <a:lnTo>
                  <a:pt x="4072227" y="3310553"/>
                </a:lnTo>
                <a:lnTo>
                  <a:pt x="4066240" y="3313875"/>
                </a:lnTo>
                <a:lnTo>
                  <a:pt x="3638934" y="2542987"/>
                </a:lnTo>
                <a:lnTo>
                  <a:pt x="3638956" y="2542987"/>
                </a:lnTo>
                <a:close/>
                <a:moveTo>
                  <a:pt x="4136394" y="2539672"/>
                </a:moveTo>
                <a:lnTo>
                  <a:pt x="4138238" y="2542986"/>
                </a:lnTo>
                <a:lnTo>
                  <a:pt x="4138268" y="2542986"/>
                </a:lnTo>
                <a:lnTo>
                  <a:pt x="4302125" y="2838586"/>
                </a:lnTo>
                <a:lnTo>
                  <a:pt x="4302125" y="2852736"/>
                </a:lnTo>
                <a:lnTo>
                  <a:pt x="4130421" y="2542986"/>
                </a:lnTo>
                <a:lnTo>
                  <a:pt x="4130446" y="2542986"/>
                </a:lnTo>
                <a:close/>
                <a:moveTo>
                  <a:pt x="0" y="2170852"/>
                </a:moveTo>
                <a:lnTo>
                  <a:pt x="140283" y="2423921"/>
                </a:lnTo>
                <a:lnTo>
                  <a:pt x="134292" y="2427242"/>
                </a:lnTo>
                <a:lnTo>
                  <a:pt x="0" y="2184966"/>
                </a:lnTo>
                <a:close/>
                <a:moveTo>
                  <a:pt x="4302125" y="2114095"/>
                </a:moveTo>
                <a:lnTo>
                  <a:pt x="4302125" y="2128226"/>
                </a:lnTo>
                <a:lnTo>
                  <a:pt x="4130431" y="2437994"/>
                </a:lnTo>
                <a:lnTo>
                  <a:pt x="4130431" y="2438068"/>
                </a:lnTo>
                <a:lnTo>
                  <a:pt x="4072268" y="2542997"/>
                </a:lnTo>
                <a:lnTo>
                  <a:pt x="4072227" y="2542997"/>
                </a:lnTo>
                <a:lnTo>
                  <a:pt x="3890700" y="2870541"/>
                </a:lnTo>
                <a:lnTo>
                  <a:pt x="3884710" y="2867222"/>
                </a:lnTo>
                <a:lnTo>
                  <a:pt x="4064391" y="2542988"/>
                </a:lnTo>
                <a:lnTo>
                  <a:pt x="4064470" y="2542988"/>
                </a:lnTo>
                <a:lnTo>
                  <a:pt x="4130431" y="2423966"/>
                </a:lnTo>
                <a:lnTo>
                  <a:pt x="4130431" y="2423892"/>
                </a:lnTo>
                <a:close/>
                <a:moveTo>
                  <a:pt x="380013" y="2096400"/>
                </a:moveTo>
                <a:lnTo>
                  <a:pt x="386004" y="2099722"/>
                </a:lnTo>
                <a:lnTo>
                  <a:pt x="198478" y="2438056"/>
                </a:lnTo>
                <a:lnTo>
                  <a:pt x="198478" y="2438127"/>
                </a:lnTo>
                <a:lnTo>
                  <a:pt x="140317" y="2543056"/>
                </a:lnTo>
                <a:lnTo>
                  <a:pt x="140274" y="2543056"/>
                </a:lnTo>
                <a:lnTo>
                  <a:pt x="0" y="2796109"/>
                </a:lnTo>
                <a:lnTo>
                  <a:pt x="0" y="2781977"/>
                </a:lnTo>
                <a:lnTo>
                  <a:pt x="132439" y="2543050"/>
                </a:lnTo>
                <a:lnTo>
                  <a:pt x="132481" y="2543050"/>
                </a:lnTo>
                <a:lnTo>
                  <a:pt x="198478" y="2424025"/>
                </a:lnTo>
                <a:lnTo>
                  <a:pt x="198478" y="2423954"/>
                </a:lnTo>
                <a:close/>
                <a:moveTo>
                  <a:pt x="871497" y="2096399"/>
                </a:moveTo>
                <a:lnTo>
                  <a:pt x="877488" y="2099719"/>
                </a:lnTo>
                <a:lnTo>
                  <a:pt x="689960" y="2438053"/>
                </a:lnTo>
                <a:lnTo>
                  <a:pt x="689960" y="2438127"/>
                </a:lnTo>
                <a:lnTo>
                  <a:pt x="631798" y="2543056"/>
                </a:lnTo>
                <a:lnTo>
                  <a:pt x="631755" y="2543056"/>
                </a:lnTo>
                <a:lnTo>
                  <a:pt x="450186" y="2870600"/>
                </a:lnTo>
                <a:lnTo>
                  <a:pt x="444195" y="2867281"/>
                </a:lnTo>
                <a:lnTo>
                  <a:pt x="623919" y="2543047"/>
                </a:lnTo>
                <a:lnTo>
                  <a:pt x="623962" y="2543047"/>
                </a:lnTo>
                <a:lnTo>
                  <a:pt x="689959" y="2424024"/>
                </a:lnTo>
                <a:lnTo>
                  <a:pt x="689959" y="2423952"/>
                </a:lnTo>
                <a:close/>
                <a:moveTo>
                  <a:pt x="1362963" y="2096373"/>
                </a:moveTo>
                <a:lnTo>
                  <a:pt x="1368954" y="2099695"/>
                </a:lnTo>
                <a:lnTo>
                  <a:pt x="1181442" y="2438000"/>
                </a:lnTo>
                <a:lnTo>
                  <a:pt x="1181442" y="2438124"/>
                </a:lnTo>
                <a:lnTo>
                  <a:pt x="1123280" y="2543053"/>
                </a:lnTo>
                <a:lnTo>
                  <a:pt x="1123237" y="2543053"/>
                </a:lnTo>
                <a:lnTo>
                  <a:pt x="941669" y="2870599"/>
                </a:lnTo>
                <a:lnTo>
                  <a:pt x="935678" y="2867278"/>
                </a:lnTo>
                <a:lnTo>
                  <a:pt x="1115402" y="2543046"/>
                </a:lnTo>
                <a:lnTo>
                  <a:pt x="1115444" y="2543046"/>
                </a:lnTo>
                <a:lnTo>
                  <a:pt x="1181426" y="2424051"/>
                </a:lnTo>
                <a:lnTo>
                  <a:pt x="1181426" y="2423927"/>
                </a:lnTo>
                <a:close/>
                <a:moveTo>
                  <a:pt x="1854447" y="2096371"/>
                </a:moveTo>
                <a:lnTo>
                  <a:pt x="1860438" y="2099692"/>
                </a:lnTo>
                <a:lnTo>
                  <a:pt x="1672909" y="2437965"/>
                </a:lnTo>
                <a:lnTo>
                  <a:pt x="1672909" y="2438098"/>
                </a:lnTo>
                <a:lnTo>
                  <a:pt x="1614748" y="2543027"/>
                </a:lnTo>
                <a:lnTo>
                  <a:pt x="1614704" y="2543027"/>
                </a:lnTo>
                <a:lnTo>
                  <a:pt x="1433137" y="2870573"/>
                </a:lnTo>
                <a:lnTo>
                  <a:pt x="1427146" y="2867254"/>
                </a:lnTo>
                <a:lnTo>
                  <a:pt x="1606870" y="2543020"/>
                </a:lnTo>
                <a:lnTo>
                  <a:pt x="1606912" y="2543020"/>
                </a:lnTo>
                <a:lnTo>
                  <a:pt x="1672875" y="2424058"/>
                </a:lnTo>
                <a:lnTo>
                  <a:pt x="1672875" y="2423924"/>
                </a:lnTo>
                <a:close/>
                <a:moveTo>
                  <a:pt x="2346051" y="2096370"/>
                </a:moveTo>
                <a:lnTo>
                  <a:pt x="2352039" y="2099691"/>
                </a:lnTo>
                <a:lnTo>
                  <a:pt x="2164445" y="2438025"/>
                </a:lnTo>
                <a:lnTo>
                  <a:pt x="2164445" y="2438097"/>
                </a:lnTo>
                <a:lnTo>
                  <a:pt x="2106333" y="2543026"/>
                </a:lnTo>
                <a:lnTo>
                  <a:pt x="2106249" y="2543026"/>
                </a:lnTo>
                <a:lnTo>
                  <a:pt x="1924620" y="2870572"/>
                </a:lnTo>
                <a:lnTo>
                  <a:pt x="1918630" y="2867251"/>
                </a:lnTo>
                <a:lnTo>
                  <a:pt x="2098450" y="2543019"/>
                </a:lnTo>
                <a:lnTo>
                  <a:pt x="2098484" y="2543019"/>
                </a:lnTo>
                <a:lnTo>
                  <a:pt x="2164441" y="2423995"/>
                </a:lnTo>
                <a:lnTo>
                  <a:pt x="2164441" y="2423923"/>
                </a:lnTo>
                <a:close/>
                <a:moveTo>
                  <a:pt x="2837522" y="2096368"/>
                </a:moveTo>
                <a:lnTo>
                  <a:pt x="2843513" y="2099690"/>
                </a:lnTo>
                <a:lnTo>
                  <a:pt x="2655995" y="2438023"/>
                </a:lnTo>
                <a:lnTo>
                  <a:pt x="2655995" y="2438095"/>
                </a:lnTo>
                <a:lnTo>
                  <a:pt x="2597864" y="2543024"/>
                </a:lnTo>
                <a:lnTo>
                  <a:pt x="2597786" y="2543024"/>
                </a:lnTo>
                <a:lnTo>
                  <a:pt x="2416218" y="2870570"/>
                </a:lnTo>
                <a:lnTo>
                  <a:pt x="2410228" y="2867250"/>
                </a:lnTo>
                <a:lnTo>
                  <a:pt x="2589984" y="2543017"/>
                </a:lnTo>
                <a:lnTo>
                  <a:pt x="2590028" y="2543017"/>
                </a:lnTo>
                <a:lnTo>
                  <a:pt x="2655994" y="2423993"/>
                </a:lnTo>
                <a:lnTo>
                  <a:pt x="2655994" y="2423921"/>
                </a:lnTo>
                <a:close/>
                <a:moveTo>
                  <a:pt x="3329076" y="2096367"/>
                </a:moveTo>
                <a:lnTo>
                  <a:pt x="3335062" y="2099689"/>
                </a:lnTo>
                <a:lnTo>
                  <a:pt x="3147432" y="2438023"/>
                </a:lnTo>
                <a:lnTo>
                  <a:pt x="3147432" y="2438095"/>
                </a:lnTo>
                <a:lnTo>
                  <a:pt x="3089262" y="2543024"/>
                </a:lnTo>
                <a:lnTo>
                  <a:pt x="3089218" y="2543024"/>
                </a:lnTo>
                <a:lnTo>
                  <a:pt x="2907689" y="2870569"/>
                </a:lnTo>
                <a:lnTo>
                  <a:pt x="2901703" y="2867248"/>
                </a:lnTo>
                <a:lnTo>
                  <a:pt x="3081436" y="2543017"/>
                </a:lnTo>
                <a:lnTo>
                  <a:pt x="3081483" y="2543017"/>
                </a:lnTo>
                <a:lnTo>
                  <a:pt x="3147432" y="2423992"/>
                </a:lnTo>
                <a:lnTo>
                  <a:pt x="3147432" y="2423921"/>
                </a:lnTo>
                <a:close/>
                <a:moveTo>
                  <a:pt x="3820518" y="2096341"/>
                </a:moveTo>
                <a:lnTo>
                  <a:pt x="3826477" y="2099663"/>
                </a:lnTo>
                <a:lnTo>
                  <a:pt x="3638960" y="2437965"/>
                </a:lnTo>
                <a:lnTo>
                  <a:pt x="3638960" y="2438092"/>
                </a:lnTo>
                <a:lnTo>
                  <a:pt x="3580790" y="2543022"/>
                </a:lnTo>
                <a:lnTo>
                  <a:pt x="3580749" y="2543022"/>
                </a:lnTo>
                <a:lnTo>
                  <a:pt x="3399229" y="2870567"/>
                </a:lnTo>
                <a:lnTo>
                  <a:pt x="3393241" y="2867248"/>
                </a:lnTo>
                <a:lnTo>
                  <a:pt x="3572949" y="2543014"/>
                </a:lnTo>
                <a:lnTo>
                  <a:pt x="3572995" y="2543014"/>
                </a:lnTo>
                <a:lnTo>
                  <a:pt x="3638942" y="2424021"/>
                </a:lnTo>
                <a:lnTo>
                  <a:pt x="3638942" y="2423895"/>
                </a:lnTo>
                <a:close/>
                <a:moveTo>
                  <a:pt x="204440" y="1653039"/>
                </a:moveTo>
                <a:lnTo>
                  <a:pt x="206249" y="1656352"/>
                </a:lnTo>
                <a:lnTo>
                  <a:pt x="206282" y="1656352"/>
                </a:lnTo>
                <a:lnTo>
                  <a:pt x="631763" y="2423918"/>
                </a:lnTo>
                <a:lnTo>
                  <a:pt x="625773" y="2427239"/>
                </a:lnTo>
                <a:lnTo>
                  <a:pt x="198477" y="1656352"/>
                </a:lnTo>
                <a:lnTo>
                  <a:pt x="198496" y="1656352"/>
                </a:lnTo>
                <a:close/>
                <a:moveTo>
                  <a:pt x="695920" y="1653037"/>
                </a:moveTo>
                <a:lnTo>
                  <a:pt x="697730" y="1656351"/>
                </a:lnTo>
                <a:lnTo>
                  <a:pt x="697763" y="1656351"/>
                </a:lnTo>
                <a:lnTo>
                  <a:pt x="1123211" y="2423917"/>
                </a:lnTo>
                <a:lnTo>
                  <a:pt x="1117220" y="2427238"/>
                </a:lnTo>
                <a:lnTo>
                  <a:pt x="689958" y="1656351"/>
                </a:lnTo>
                <a:lnTo>
                  <a:pt x="689977" y="1656351"/>
                </a:lnTo>
                <a:close/>
                <a:moveTo>
                  <a:pt x="1187386" y="1653013"/>
                </a:moveTo>
                <a:lnTo>
                  <a:pt x="1189196" y="1656325"/>
                </a:lnTo>
                <a:lnTo>
                  <a:pt x="1189230" y="1656325"/>
                </a:lnTo>
                <a:lnTo>
                  <a:pt x="1614679" y="2423891"/>
                </a:lnTo>
                <a:lnTo>
                  <a:pt x="1608688" y="2427212"/>
                </a:lnTo>
                <a:lnTo>
                  <a:pt x="1181425" y="1656325"/>
                </a:lnTo>
                <a:lnTo>
                  <a:pt x="1181443" y="1656325"/>
                </a:lnTo>
                <a:close/>
                <a:moveTo>
                  <a:pt x="1678836" y="1653010"/>
                </a:moveTo>
                <a:lnTo>
                  <a:pt x="1680681" y="1656324"/>
                </a:lnTo>
                <a:lnTo>
                  <a:pt x="1680714" y="1656324"/>
                </a:lnTo>
                <a:lnTo>
                  <a:pt x="2106263" y="2423890"/>
                </a:lnTo>
                <a:lnTo>
                  <a:pt x="2100272" y="2427211"/>
                </a:lnTo>
                <a:lnTo>
                  <a:pt x="1672875" y="1656324"/>
                </a:lnTo>
                <a:lnTo>
                  <a:pt x="1672892" y="1656324"/>
                </a:lnTo>
                <a:close/>
                <a:moveTo>
                  <a:pt x="2170402" y="1653009"/>
                </a:moveTo>
                <a:lnTo>
                  <a:pt x="2172251" y="1656322"/>
                </a:lnTo>
                <a:lnTo>
                  <a:pt x="2172279" y="1656322"/>
                </a:lnTo>
                <a:lnTo>
                  <a:pt x="2597796" y="2423888"/>
                </a:lnTo>
                <a:lnTo>
                  <a:pt x="2591804" y="2427210"/>
                </a:lnTo>
                <a:lnTo>
                  <a:pt x="2164441" y="1656322"/>
                </a:lnTo>
                <a:lnTo>
                  <a:pt x="2164460" y="1656322"/>
                </a:lnTo>
                <a:close/>
                <a:moveTo>
                  <a:pt x="2661956" y="1653007"/>
                </a:moveTo>
                <a:lnTo>
                  <a:pt x="2663798" y="1656322"/>
                </a:lnTo>
                <a:lnTo>
                  <a:pt x="2663831" y="1656322"/>
                </a:lnTo>
                <a:lnTo>
                  <a:pt x="3089228" y="2423888"/>
                </a:lnTo>
                <a:lnTo>
                  <a:pt x="3083257" y="2427207"/>
                </a:lnTo>
                <a:lnTo>
                  <a:pt x="2655994" y="1656322"/>
                </a:lnTo>
                <a:lnTo>
                  <a:pt x="2656013" y="1656322"/>
                </a:lnTo>
                <a:close/>
                <a:moveTo>
                  <a:pt x="3153394" y="1653006"/>
                </a:moveTo>
                <a:lnTo>
                  <a:pt x="3155238" y="1656319"/>
                </a:lnTo>
                <a:lnTo>
                  <a:pt x="3155270" y="1656319"/>
                </a:lnTo>
                <a:lnTo>
                  <a:pt x="3580757" y="2423885"/>
                </a:lnTo>
                <a:lnTo>
                  <a:pt x="3574769" y="2427206"/>
                </a:lnTo>
                <a:lnTo>
                  <a:pt x="3147432" y="1656319"/>
                </a:lnTo>
                <a:lnTo>
                  <a:pt x="3147454" y="1656319"/>
                </a:lnTo>
                <a:close/>
                <a:moveTo>
                  <a:pt x="3644899" y="1652980"/>
                </a:moveTo>
                <a:lnTo>
                  <a:pt x="3646744" y="1656294"/>
                </a:lnTo>
                <a:lnTo>
                  <a:pt x="3646775" y="1656294"/>
                </a:lnTo>
                <a:lnTo>
                  <a:pt x="4072234" y="2423859"/>
                </a:lnTo>
                <a:lnTo>
                  <a:pt x="4066244" y="2427181"/>
                </a:lnTo>
                <a:lnTo>
                  <a:pt x="3638940" y="1656294"/>
                </a:lnTo>
                <a:lnTo>
                  <a:pt x="3638960" y="1656294"/>
                </a:lnTo>
                <a:close/>
                <a:moveTo>
                  <a:pt x="4136401" y="1652979"/>
                </a:moveTo>
                <a:lnTo>
                  <a:pt x="4138242" y="1656292"/>
                </a:lnTo>
                <a:lnTo>
                  <a:pt x="4138276" y="1656292"/>
                </a:lnTo>
                <a:lnTo>
                  <a:pt x="4302125" y="1951881"/>
                </a:lnTo>
                <a:lnTo>
                  <a:pt x="4302125" y="1966026"/>
                </a:lnTo>
                <a:lnTo>
                  <a:pt x="4130431" y="1656292"/>
                </a:lnTo>
                <a:lnTo>
                  <a:pt x="4130450" y="1656292"/>
                </a:lnTo>
                <a:close/>
                <a:moveTo>
                  <a:pt x="0" y="1284160"/>
                </a:moveTo>
                <a:lnTo>
                  <a:pt x="140288" y="1537226"/>
                </a:lnTo>
                <a:lnTo>
                  <a:pt x="134297" y="1540548"/>
                </a:lnTo>
                <a:lnTo>
                  <a:pt x="0" y="1298273"/>
                </a:lnTo>
                <a:close/>
                <a:moveTo>
                  <a:pt x="4302125" y="1227413"/>
                </a:moveTo>
                <a:lnTo>
                  <a:pt x="4302125" y="1241542"/>
                </a:lnTo>
                <a:lnTo>
                  <a:pt x="4130437" y="1551302"/>
                </a:lnTo>
                <a:lnTo>
                  <a:pt x="4130437" y="1551374"/>
                </a:lnTo>
                <a:lnTo>
                  <a:pt x="4072275" y="1656302"/>
                </a:lnTo>
                <a:lnTo>
                  <a:pt x="4072232" y="1656302"/>
                </a:lnTo>
                <a:lnTo>
                  <a:pt x="3890706" y="1983847"/>
                </a:lnTo>
                <a:lnTo>
                  <a:pt x="3884716" y="1980528"/>
                </a:lnTo>
                <a:lnTo>
                  <a:pt x="4064399" y="1656296"/>
                </a:lnTo>
                <a:lnTo>
                  <a:pt x="4064477" y="1656296"/>
                </a:lnTo>
                <a:lnTo>
                  <a:pt x="4130433" y="1537271"/>
                </a:lnTo>
                <a:lnTo>
                  <a:pt x="4130433" y="1537200"/>
                </a:lnTo>
                <a:close/>
                <a:moveTo>
                  <a:pt x="380019" y="1209707"/>
                </a:moveTo>
                <a:lnTo>
                  <a:pt x="386010" y="1213028"/>
                </a:lnTo>
                <a:lnTo>
                  <a:pt x="198484" y="1551362"/>
                </a:lnTo>
                <a:lnTo>
                  <a:pt x="198484" y="1551433"/>
                </a:lnTo>
                <a:lnTo>
                  <a:pt x="140323" y="1656362"/>
                </a:lnTo>
                <a:lnTo>
                  <a:pt x="140279" y="1656362"/>
                </a:lnTo>
                <a:lnTo>
                  <a:pt x="0" y="1909425"/>
                </a:lnTo>
                <a:lnTo>
                  <a:pt x="0" y="1895294"/>
                </a:lnTo>
                <a:lnTo>
                  <a:pt x="132444" y="1656355"/>
                </a:lnTo>
                <a:lnTo>
                  <a:pt x="132486" y="1656355"/>
                </a:lnTo>
                <a:lnTo>
                  <a:pt x="198483" y="1537331"/>
                </a:lnTo>
                <a:lnTo>
                  <a:pt x="198483" y="1537260"/>
                </a:lnTo>
                <a:close/>
                <a:moveTo>
                  <a:pt x="871502" y="1209705"/>
                </a:moveTo>
                <a:lnTo>
                  <a:pt x="877493" y="1213027"/>
                </a:lnTo>
                <a:lnTo>
                  <a:pt x="689965" y="1551361"/>
                </a:lnTo>
                <a:lnTo>
                  <a:pt x="689965" y="1551432"/>
                </a:lnTo>
                <a:lnTo>
                  <a:pt x="631803" y="1656361"/>
                </a:lnTo>
                <a:lnTo>
                  <a:pt x="631760" y="1656361"/>
                </a:lnTo>
                <a:lnTo>
                  <a:pt x="450192" y="1983906"/>
                </a:lnTo>
                <a:lnTo>
                  <a:pt x="444201" y="1980586"/>
                </a:lnTo>
                <a:lnTo>
                  <a:pt x="623925" y="1656353"/>
                </a:lnTo>
                <a:lnTo>
                  <a:pt x="623967" y="1656353"/>
                </a:lnTo>
                <a:lnTo>
                  <a:pt x="689964" y="1537330"/>
                </a:lnTo>
                <a:lnTo>
                  <a:pt x="689964" y="1537258"/>
                </a:lnTo>
                <a:close/>
                <a:moveTo>
                  <a:pt x="1362968" y="1209680"/>
                </a:moveTo>
                <a:lnTo>
                  <a:pt x="1368959" y="1213001"/>
                </a:lnTo>
                <a:lnTo>
                  <a:pt x="1181447" y="1551306"/>
                </a:lnTo>
                <a:lnTo>
                  <a:pt x="1181447" y="1551430"/>
                </a:lnTo>
                <a:lnTo>
                  <a:pt x="1123286" y="1656359"/>
                </a:lnTo>
                <a:lnTo>
                  <a:pt x="1123242" y="1656359"/>
                </a:lnTo>
                <a:lnTo>
                  <a:pt x="941675" y="1983904"/>
                </a:lnTo>
                <a:lnTo>
                  <a:pt x="935684" y="1980586"/>
                </a:lnTo>
                <a:lnTo>
                  <a:pt x="1115407" y="1656352"/>
                </a:lnTo>
                <a:lnTo>
                  <a:pt x="1115450" y="1656352"/>
                </a:lnTo>
                <a:lnTo>
                  <a:pt x="1181430" y="1537356"/>
                </a:lnTo>
                <a:lnTo>
                  <a:pt x="1181430" y="1537233"/>
                </a:lnTo>
                <a:close/>
                <a:moveTo>
                  <a:pt x="1854452" y="1209679"/>
                </a:moveTo>
                <a:lnTo>
                  <a:pt x="1860443" y="1212999"/>
                </a:lnTo>
                <a:lnTo>
                  <a:pt x="1672915" y="1551272"/>
                </a:lnTo>
                <a:lnTo>
                  <a:pt x="1672915" y="1551406"/>
                </a:lnTo>
                <a:lnTo>
                  <a:pt x="1614753" y="1656335"/>
                </a:lnTo>
                <a:lnTo>
                  <a:pt x="1614709" y="1656335"/>
                </a:lnTo>
                <a:lnTo>
                  <a:pt x="1433142" y="1983879"/>
                </a:lnTo>
                <a:lnTo>
                  <a:pt x="1427152" y="1980560"/>
                </a:lnTo>
                <a:lnTo>
                  <a:pt x="1606875" y="1656326"/>
                </a:lnTo>
                <a:lnTo>
                  <a:pt x="1606917" y="1656326"/>
                </a:lnTo>
                <a:lnTo>
                  <a:pt x="1672880" y="1537364"/>
                </a:lnTo>
                <a:lnTo>
                  <a:pt x="1672880" y="1537231"/>
                </a:lnTo>
                <a:close/>
                <a:moveTo>
                  <a:pt x="2346057" y="1209677"/>
                </a:moveTo>
                <a:lnTo>
                  <a:pt x="2352044" y="1212998"/>
                </a:lnTo>
                <a:lnTo>
                  <a:pt x="2164448" y="1551332"/>
                </a:lnTo>
                <a:lnTo>
                  <a:pt x="2164448" y="1551403"/>
                </a:lnTo>
                <a:lnTo>
                  <a:pt x="2106333" y="1656332"/>
                </a:lnTo>
                <a:lnTo>
                  <a:pt x="2106255" y="1656332"/>
                </a:lnTo>
                <a:lnTo>
                  <a:pt x="1924625" y="1983877"/>
                </a:lnTo>
                <a:lnTo>
                  <a:pt x="1918634" y="1980558"/>
                </a:lnTo>
                <a:lnTo>
                  <a:pt x="2098454" y="1656325"/>
                </a:lnTo>
                <a:lnTo>
                  <a:pt x="2098503" y="1656325"/>
                </a:lnTo>
                <a:lnTo>
                  <a:pt x="2164447" y="1537301"/>
                </a:lnTo>
                <a:lnTo>
                  <a:pt x="2164447" y="1537230"/>
                </a:lnTo>
                <a:close/>
                <a:moveTo>
                  <a:pt x="2837526" y="1209675"/>
                </a:moveTo>
                <a:lnTo>
                  <a:pt x="2843519" y="1212996"/>
                </a:lnTo>
                <a:lnTo>
                  <a:pt x="2656001" y="1551330"/>
                </a:lnTo>
                <a:lnTo>
                  <a:pt x="2656001" y="1551401"/>
                </a:lnTo>
                <a:lnTo>
                  <a:pt x="2597870" y="1656330"/>
                </a:lnTo>
                <a:lnTo>
                  <a:pt x="2597792" y="1656330"/>
                </a:lnTo>
                <a:lnTo>
                  <a:pt x="2416224" y="1983876"/>
                </a:lnTo>
                <a:lnTo>
                  <a:pt x="2410235" y="1980556"/>
                </a:lnTo>
                <a:lnTo>
                  <a:pt x="2589990" y="1656323"/>
                </a:lnTo>
                <a:lnTo>
                  <a:pt x="2590033" y="1656323"/>
                </a:lnTo>
                <a:lnTo>
                  <a:pt x="2656001" y="1537299"/>
                </a:lnTo>
                <a:lnTo>
                  <a:pt x="2656001" y="1537228"/>
                </a:lnTo>
                <a:close/>
                <a:moveTo>
                  <a:pt x="3329080" y="1209673"/>
                </a:moveTo>
                <a:lnTo>
                  <a:pt x="3335067" y="1212995"/>
                </a:lnTo>
                <a:lnTo>
                  <a:pt x="3147442" y="1551329"/>
                </a:lnTo>
                <a:lnTo>
                  <a:pt x="3147442" y="1551400"/>
                </a:lnTo>
                <a:lnTo>
                  <a:pt x="3089269" y="1656329"/>
                </a:lnTo>
                <a:lnTo>
                  <a:pt x="3089225" y="1656329"/>
                </a:lnTo>
                <a:lnTo>
                  <a:pt x="2907694" y="1983875"/>
                </a:lnTo>
                <a:lnTo>
                  <a:pt x="2901706" y="1980555"/>
                </a:lnTo>
                <a:lnTo>
                  <a:pt x="3081444" y="1656322"/>
                </a:lnTo>
                <a:lnTo>
                  <a:pt x="3081487" y="1656322"/>
                </a:lnTo>
                <a:lnTo>
                  <a:pt x="3147442" y="1537298"/>
                </a:lnTo>
                <a:lnTo>
                  <a:pt x="3147442" y="1537227"/>
                </a:lnTo>
                <a:close/>
                <a:moveTo>
                  <a:pt x="3820527" y="1209648"/>
                </a:moveTo>
                <a:lnTo>
                  <a:pt x="3826484" y="1212969"/>
                </a:lnTo>
                <a:lnTo>
                  <a:pt x="3638964" y="1551273"/>
                </a:lnTo>
                <a:lnTo>
                  <a:pt x="3638964" y="1551398"/>
                </a:lnTo>
                <a:lnTo>
                  <a:pt x="3580796" y="1656327"/>
                </a:lnTo>
                <a:lnTo>
                  <a:pt x="3580756" y="1656327"/>
                </a:lnTo>
                <a:lnTo>
                  <a:pt x="3399239" y="1983873"/>
                </a:lnTo>
                <a:lnTo>
                  <a:pt x="3393247" y="1980553"/>
                </a:lnTo>
                <a:lnTo>
                  <a:pt x="3572955" y="1656320"/>
                </a:lnTo>
                <a:lnTo>
                  <a:pt x="3573000" y="1656320"/>
                </a:lnTo>
                <a:lnTo>
                  <a:pt x="3638947" y="1537326"/>
                </a:lnTo>
                <a:lnTo>
                  <a:pt x="3638947" y="1537201"/>
                </a:lnTo>
                <a:close/>
                <a:moveTo>
                  <a:pt x="132450" y="769695"/>
                </a:moveTo>
                <a:lnTo>
                  <a:pt x="140289" y="769695"/>
                </a:lnTo>
                <a:lnTo>
                  <a:pt x="0" y="1022748"/>
                </a:lnTo>
                <a:lnTo>
                  <a:pt x="0" y="1008643"/>
                </a:lnTo>
                <a:close/>
                <a:moveTo>
                  <a:pt x="1115412" y="769693"/>
                </a:moveTo>
                <a:lnTo>
                  <a:pt x="1123251" y="769693"/>
                </a:lnTo>
                <a:lnTo>
                  <a:pt x="941680" y="1097210"/>
                </a:lnTo>
                <a:lnTo>
                  <a:pt x="935689" y="1093925"/>
                </a:lnTo>
                <a:close/>
                <a:moveTo>
                  <a:pt x="623930" y="769693"/>
                </a:moveTo>
                <a:lnTo>
                  <a:pt x="631770" y="769693"/>
                </a:lnTo>
                <a:lnTo>
                  <a:pt x="450197" y="1097212"/>
                </a:lnTo>
                <a:lnTo>
                  <a:pt x="444206" y="1093926"/>
                </a:lnTo>
                <a:close/>
                <a:moveTo>
                  <a:pt x="198483" y="769693"/>
                </a:moveTo>
                <a:lnTo>
                  <a:pt x="206288" y="769693"/>
                </a:lnTo>
                <a:lnTo>
                  <a:pt x="631769" y="1537224"/>
                </a:lnTo>
                <a:lnTo>
                  <a:pt x="625778" y="1540545"/>
                </a:lnTo>
                <a:close/>
                <a:moveTo>
                  <a:pt x="689964" y="769691"/>
                </a:moveTo>
                <a:lnTo>
                  <a:pt x="697769" y="769691"/>
                </a:lnTo>
                <a:lnTo>
                  <a:pt x="1123216" y="1537222"/>
                </a:lnTo>
                <a:lnTo>
                  <a:pt x="1117226" y="1540543"/>
                </a:lnTo>
                <a:close/>
                <a:moveTo>
                  <a:pt x="1606879" y="769666"/>
                </a:moveTo>
                <a:lnTo>
                  <a:pt x="1614718" y="769666"/>
                </a:lnTo>
                <a:lnTo>
                  <a:pt x="1433147" y="1097185"/>
                </a:lnTo>
                <a:lnTo>
                  <a:pt x="1427156" y="1093899"/>
                </a:lnTo>
                <a:close/>
                <a:moveTo>
                  <a:pt x="2098461" y="769665"/>
                </a:moveTo>
                <a:lnTo>
                  <a:pt x="2106269" y="769665"/>
                </a:lnTo>
                <a:lnTo>
                  <a:pt x="1924629" y="1097183"/>
                </a:lnTo>
                <a:lnTo>
                  <a:pt x="1918639" y="1093898"/>
                </a:lnTo>
                <a:close/>
                <a:moveTo>
                  <a:pt x="1181429" y="769665"/>
                </a:moveTo>
                <a:lnTo>
                  <a:pt x="1189236" y="769665"/>
                </a:lnTo>
                <a:lnTo>
                  <a:pt x="1614683" y="1537197"/>
                </a:lnTo>
                <a:lnTo>
                  <a:pt x="1608693" y="1540518"/>
                </a:lnTo>
                <a:close/>
                <a:moveTo>
                  <a:pt x="1672880" y="769664"/>
                </a:moveTo>
                <a:lnTo>
                  <a:pt x="1680719" y="769664"/>
                </a:lnTo>
                <a:lnTo>
                  <a:pt x="2106269" y="1537195"/>
                </a:lnTo>
                <a:lnTo>
                  <a:pt x="2100277" y="1540516"/>
                </a:lnTo>
                <a:close/>
                <a:moveTo>
                  <a:pt x="2589997" y="769663"/>
                </a:moveTo>
                <a:lnTo>
                  <a:pt x="2597803" y="769663"/>
                </a:lnTo>
                <a:lnTo>
                  <a:pt x="2416230" y="1097182"/>
                </a:lnTo>
                <a:lnTo>
                  <a:pt x="2410240" y="1093896"/>
                </a:lnTo>
                <a:close/>
                <a:moveTo>
                  <a:pt x="3081448" y="769662"/>
                </a:moveTo>
                <a:lnTo>
                  <a:pt x="3089235" y="769662"/>
                </a:lnTo>
                <a:lnTo>
                  <a:pt x="2907699" y="1097180"/>
                </a:lnTo>
                <a:lnTo>
                  <a:pt x="2901712" y="1093894"/>
                </a:lnTo>
                <a:close/>
                <a:moveTo>
                  <a:pt x="2164447" y="769662"/>
                </a:moveTo>
                <a:lnTo>
                  <a:pt x="2172286" y="769662"/>
                </a:lnTo>
                <a:lnTo>
                  <a:pt x="2597802" y="1537194"/>
                </a:lnTo>
                <a:lnTo>
                  <a:pt x="2591809" y="1540515"/>
                </a:lnTo>
                <a:close/>
                <a:moveTo>
                  <a:pt x="2656000" y="769661"/>
                </a:moveTo>
                <a:lnTo>
                  <a:pt x="2663837" y="769661"/>
                </a:lnTo>
                <a:lnTo>
                  <a:pt x="3089235" y="1537193"/>
                </a:lnTo>
                <a:lnTo>
                  <a:pt x="3083262" y="1540513"/>
                </a:lnTo>
                <a:close/>
                <a:moveTo>
                  <a:pt x="3572959" y="769660"/>
                </a:moveTo>
                <a:lnTo>
                  <a:pt x="3580764" y="769660"/>
                </a:lnTo>
                <a:lnTo>
                  <a:pt x="3399243" y="1097179"/>
                </a:lnTo>
                <a:lnTo>
                  <a:pt x="3393254" y="1093893"/>
                </a:lnTo>
                <a:close/>
                <a:moveTo>
                  <a:pt x="3147432" y="769659"/>
                </a:moveTo>
                <a:lnTo>
                  <a:pt x="3155277" y="769659"/>
                </a:lnTo>
                <a:lnTo>
                  <a:pt x="3580764" y="1537191"/>
                </a:lnTo>
                <a:lnTo>
                  <a:pt x="3574776" y="1540512"/>
                </a:lnTo>
                <a:close/>
                <a:moveTo>
                  <a:pt x="4064406" y="769635"/>
                </a:moveTo>
                <a:lnTo>
                  <a:pt x="4072239" y="769635"/>
                </a:lnTo>
                <a:lnTo>
                  <a:pt x="3890714" y="1097153"/>
                </a:lnTo>
                <a:lnTo>
                  <a:pt x="3884721" y="1093867"/>
                </a:lnTo>
                <a:close/>
                <a:moveTo>
                  <a:pt x="3638946" y="769634"/>
                </a:moveTo>
                <a:lnTo>
                  <a:pt x="3646782" y="769634"/>
                </a:lnTo>
                <a:lnTo>
                  <a:pt x="4072239" y="1537165"/>
                </a:lnTo>
                <a:lnTo>
                  <a:pt x="4066251" y="1540486"/>
                </a:lnTo>
                <a:close/>
                <a:moveTo>
                  <a:pt x="4130433" y="769632"/>
                </a:moveTo>
                <a:lnTo>
                  <a:pt x="4138281" y="769632"/>
                </a:lnTo>
                <a:lnTo>
                  <a:pt x="4302125" y="1065196"/>
                </a:lnTo>
                <a:lnTo>
                  <a:pt x="4302125" y="1079346"/>
                </a:lnTo>
                <a:close/>
                <a:moveTo>
                  <a:pt x="204445" y="766380"/>
                </a:moveTo>
                <a:lnTo>
                  <a:pt x="206259" y="769666"/>
                </a:lnTo>
                <a:lnTo>
                  <a:pt x="198488" y="769666"/>
                </a:lnTo>
                <a:close/>
                <a:moveTo>
                  <a:pt x="695926" y="766378"/>
                </a:moveTo>
                <a:lnTo>
                  <a:pt x="697740" y="769664"/>
                </a:lnTo>
                <a:lnTo>
                  <a:pt x="689969" y="769664"/>
                </a:lnTo>
                <a:close/>
                <a:moveTo>
                  <a:pt x="1187391" y="766353"/>
                </a:moveTo>
                <a:lnTo>
                  <a:pt x="1189205" y="769639"/>
                </a:lnTo>
                <a:lnTo>
                  <a:pt x="1181434" y="769639"/>
                </a:lnTo>
                <a:close/>
                <a:moveTo>
                  <a:pt x="1678841" y="766351"/>
                </a:moveTo>
                <a:lnTo>
                  <a:pt x="1680690" y="769637"/>
                </a:lnTo>
                <a:lnTo>
                  <a:pt x="1672884" y="769637"/>
                </a:lnTo>
                <a:close/>
                <a:moveTo>
                  <a:pt x="2170407" y="766350"/>
                </a:moveTo>
                <a:lnTo>
                  <a:pt x="2172258" y="769636"/>
                </a:lnTo>
                <a:lnTo>
                  <a:pt x="2164455" y="769636"/>
                </a:lnTo>
                <a:close/>
                <a:moveTo>
                  <a:pt x="2661962" y="766348"/>
                </a:moveTo>
                <a:lnTo>
                  <a:pt x="2663809" y="769634"/>
                </a:lnTo>
                <a:lnTo>
                  <a:pt x="2656006" y="769634"/>
                </a:lnTo>
                <a:close/>
                <a:moveTo>
                  <a:pt x="3153399" y="766346"/>
                </a:moveTo>
                <a:lnTo>
                  <a:pt x="3155254" y="769632"/>
                </a:lnTo>
                <a:lnTo>
                  <a:pt x="3147442" y="769632"/>
                </a:lnTo>
                <a:close/>
                <a:moveTo>
                  <a:pt x="3644908" y="766321"/>
                </a:moveTo>
                <a:lnTo>
                  <a:pt x="3646751" y="769607"/>
                </a:lnTo>
                <a:lnTo>
                  <a:pt x="3638952" y="769607"/>
                </a:lnTo>
                <a:close/>
                <a:moveTo>
                  <a:pt x="4136408" y="766320"/>
                </a:moveTo>
                <a:lnTo>
                  <a:pt x="4138251" y="769605"/>
                </a:lnTo>
                <a:lnTo>
                  <a:pt x="4130437" y="769605"/>
                </a:lnTo>
                <a:close/>
                <a:moveTo>
                  <a:pt x="0" y="397480"/>
                </a:moveTo>
                <a:lnTo>
                  <a:pt x="140294" y="650568"/>
                </a:lnTo>
                <a:lnTo>
                  <a:pt x="134303" y="653889"/>
                </a:lnTo>
                <a:lnTo>
                  <a:pt x="0" y="411593"/>
                </a:lnTo>
                <a:close/>
                <a:moveTo>
                  <a:pt x="4302125" y="340759"/>
                </a:moveTo>
                <a:lnTo>
                  <a:pt x="4302125" y="354861"/>
                </a:lnTo>
                <a:lnTo>
                  <a:pt x="4130440" y="664642"/>
                </a:lnTo>
                <a:lnTo>
                  <a:pt x="4130440" y="664714"/>
                </a:lnTo>
                <a:lnTo>
                  <a:pt x="4072282" y="769609"/>
                </a:lnTo>
                <a:lnTo>
                  <a:pt x="4064477" y="769609"/>
                </a:lnTo>
                <a:lnTo>
                  <a:pt x="4130440" y="650577"/>
                </a:lnTo>
                <a:lnTo>
                  <a:pt x="4130440" y="650506"/>
                </a:lnTo>
                <a:close/>
                <a:moveTo>
                  <a:pt x="380024" y="323047"/>
                </a:moveTo>
                <a:lnTo>
                  <a:pt x="386015" y="326333"/>
                </a:lnTo>
                <a:lnTo>
                  <a:pt x="198489" y="664702"/>
                </a:lnTo>
                <a:lnTo>
                  <a:pt x="198489" y="664774"/>
                </a:lnTo>
                <a:lnTo>
                  <a:pt x="140328" y="769669"/>
                </a:lnTo>
                <a:lnTo>
                  <a:pt x="132488" y="769669"/>
                </a:lnTo>
                <a:lnTo>
                  <a:pt x="198489" y="650637"/>
                </a:lnTo>
                <a:lnTo>
                  <a:pt x="198489" y="650566"/>
                </a:lnTo>
                <a:close/>
                <a:moveTo>
                  <a:pt x="871507" y="323045"/>
                </a:moveTo>
                <a:lnTo>
                  <a:pt x="877498" y="326331"/>
                </a:lnTo>
                <a:lnTo>
                  <a:pt x="689970" y="664700"/>
                </a:lnTo>
                <a:lnTo>
                  <a:pt x="689970" y="664772"/>
                </a:lnTo>
                <a:lnTo>
                  <a:pt x="631809" y="769667"/>
                </a:lnTo>
                <a:lnTo>
                  <a:pt x="623969" y="769667"/>
                </a:lnTo>
                <a:lnTo>
                  <a:pt x="689969" y="650636"/>
                </a:lnTo>
                <a:lnTo>
                  <a:pt x="689969" y="650564"/>
                </a:lnTo>
                <a:close/>
                <a:moveTo>
                  <a:pt x="1362973" y="323020"/>
                </a:moveTo>
                <a:lnTo>
                  <a:pt x="1368964" y="326306"/>
                </a:lnTo>
                <a:lnTo>
                  <a:pt x="1181452" y="664646"/>
                </a:lnTo>
                <a:lnTo>
                  <a:pt x="1181452" y="664771"/>
                </a:lnTo>
                <a:lnTo>
                  <a:pt x="1123290" y="769666"/>
                </a:lnTo>
                <a:lnTo>
                  <a:pt x="1115450" y="769666"/>
                </a:lnTo>
                <a:lnTo>
                  <a:pt x="1181435" y="650663"/>
                </a:lnTo>
                <a:lnTo>
                  <a:pt x="1181435" y="650539"/>
                </a:lnTo>
                <a:close/>
                <a:moveTo>
                  <a:pt x="1854456" y="323018"/>
                </a:moveTo>
                <a:lnTo>
                  <a:pt x="1860447" y="326304"/>
                </a:lnTo>
                <a:lnTo>
                  <a:pt x="1672919" y="664612"/>
                </a:lnTo>
                <a:lnTo>
                  <a:pt x="1672919" y="664746"/>
                </a:lnTo>
                <a:lnTo>
                  <a:pt x="1614757" y="769640"/>
                </a:lnTo>
                <a:lnTo>
                  <a:pt x="1606918" y="769640"/>
                </a:lnTo>
                <a:lnTo>
                  <a:pt x="1672885" y="650670"/>
                </a:lnTo>
                <a:lnTo>
                  <a:pt x="1672885" y="650537"/>
                </a:lnTo>
                <a:close/>
                <a:moveTo>
                  <a:pt x="2346057" y="323017"/>
                </a:moveTo>
                <a:lnTo>
                  <a:pt x="2352052" y="326302"/>
                </a:lnTo>
                <a:lnTo>
                  <a:pt x="2164455" y="664673"/>
                </a:lnTo>
                <a:lnTo>
                  <a:pt x="2164455" y="664744"/>
                </a:lnTo>
                <a:lnTo>
                  <a:pt x="2106343" y="769639"/>
                </a:lnTo>
                <a:lnTo>
                  <a:pt x="2098503" y="769639"/>
                </a:lnTo>
                <a:lnTo>
                  <a:pt x="2164455" y="650608"/>
                </a:lnTo>
                <a:lnTo>
                  <a:pt x="2164455" y="650536"/>
                </a:lnTo>
                <a:close/>
                <a:moveTo>
                  <a:pt x="2837531" y="323015"/>
                </a:moveTo>
                <a:lnTo>
                  <a:pt x="2843522" y="326301"/>
                </a:lnTo>
                <a:lnTo>
                  <a:pt x="2656007" y="664671"/>
                </a:lnTo>
                <a:lnTo>
                  <a:pt x="2656007" y="664742"/>
                </a:lnTo>
                <a:lnTo>
                  <a:pt x="2597877" y="769637"/>
                </a:lnTo>
                <a:lnTo>
                  <a:pt x="2590037" y="769637"/>
                </a:lnTo>
                <a:lnTo>
                  <a:pt x="2656007" y="650605"/>
                </a:lnTo>
                <a:lnTo>
                  <a:pt x="2656007" y="650534"/>
                </a:lnTo>
                <a:close/>
                <a:moveTo>
                  <a:pt x="3329087" y="323013"/>
                </a:moveTo>
                <a:lnTo>
                  <a:pt x="3335074" y="326299"/>
                </a:lnTo>
                <a:lnTo>
                  <a:pt x="3147447" y="664668"/>
                </a:lnTo>
                <a:lnTo>
                  <a:pt x="3147447" y="664741"/>
                </a:lnTo>
                <a:lnTo>
                  <a:pt x="3089274" y="769636"/>
                </a:lnTo>
                <a:lnTo>
                  <a:pt x="3081487" y="769636"/>
                </a:lnTo>
                <a:lnTo>
                  <a:pt x="3147447" y="650604"/>
                </a:lnTo>
                <a:lnTo>
                  <a:pt x="3147447" y="650533"/>
                </a:lnTo>
                <a:close/>
                <a:moveTo>
                  <a:pt x="3820530" y="322988"/>
                </a:moveTo>
                <a:lnTo>
                  <a:pt x="3826489" y="326274"/>
                </a:lnTo>
                <a:lnTo>
                  <a:pt x="3638971" y="664612"/>
                </a:lnTo>
                <a:lnTo>
                  <a:pt x="3638971" y="664739"/>
                </a:lnTo>
                <a:lnTo>
                  <a:pt x="3580803" y="769634"/>
                </a:lnTo>
                <a:lnTo>
                  <a:pt x="3573000" y="769634"/>
                </a:lnTo>
                <a:lnTo>
                  <a:pt x="3638952" y="650634"/>
                </a:lnTo>
                <a:lnTo>
                  <a:pt x="3638952" y="650507"/>
                </a:lnTo>
                <a:close/>
                <a:moveTo>
                  <a:pt x="4195330" y="0"/>
                </a:moveTo>
                <a:lnTo>
                  <a:pt x="4203172" y="0"/>
                </a:lnTo>
                <a:lnTo>
                  <a:pt x="4302125" y="178512"/>
                </a:lnTo>
                <a:lnTo>
                  <a:pt x="4302125" y="192656"/>
                </a:lnTo>
                <a:close/>
                <a:moveTo>
                  <a:pt x="3999536" y="0"/>
                </a:moveTo>
                <a:lnTo>
                  <a:pt x="4007376" y="0"/>
                </a:lnTo>
                <a:lnTo>
                  <a:pt x="3890719" y="210495"/>
                </a:lnTo>
                <a:lnTo>
                  <a:pt x="3884726" y="207175"/>
                </a:lnTo>
                <a:close/>
                <a:moveTo>
                  <a:pt x="3703838" y="0"/>
                </a:moveTo>
                <a:lnTo>
                  <a:pt x="3711672" y="0"/>
                </a:lnTo>
                <a:lnTo>
                  <a:pt x="4072246" y="650507"/>
                </a:lnTo>
                <a:lnTo>
                  <a:pt x="4066256" y="653829"/>
                </a:lnTo>
                <a:close/>
                <a:moveTo>
                  <a:pt x="3508101" y="0"/>
                </a:moveTo>
                <a:lnTo>
                  <a:pt x="3515915" y="0"/>
                </a:lnTo>
                <a:lnTo>
                  <a:pt x="3399249" y="210521"/>
                </a:lnTo>
                <a:lnTo>
                  <a:pt x="3393258" y="207201"/>
                </a:lnTo>
                <a:close/>
                <a:moveTo>
                  <a:pt x="3212320" y="0"/>
                </a:moveTo>
                <a:lnTo>
                  <a:pt x="3220161" y="0"/>
                </a:lnTo>
                <a:lnTo>
                  <a:pt x="3580770" y="650533"/>
                </a:lnTo>
                <a:lnTo>
                  <a:pt x="3574783" y="653854"/>
                </a:lnTo>
                <a:close/>
                <a:moveTo>
                  <a:pt x="3016580" y="0"/>
                </a:moveTo>
                <a:lnTo>
                  <a:pt x="3024380" y="0"/>
                </a:lnTo>
                <a:lnTo>
                  <a:pt x="2907704" y="210522"/>
                </a:lnTo>
                <a:lnTo>
                  <a:pt x="2901721" y="207202"/>
                </a:lnTo>
                <a:close/>
                <a:moveTo>
                  <a:pt x="2720871" y="0"/>
                </a:moveTo>
                <a:lnTo>
                  <a:pt x="2728704" y="0"/>
                </a:lnTo>
                <a:lnTo>
                  <a:pt x="3089240" y="650534"/>
                </a:lnTo>
                <a:lnTo>
                  <a:pt x="3083267" y="653855"/>
                </a:lnTo>
                <a:close/>
                <a:moveTo>
                  <a:pt x="2525123" y="0"/>
                </a:moveTo>
                <a:lnTo>
                  <a:pt x="2532937" y="0"/>
                </a:lnTo>
                <a:lnTo>
                  <a:pt x="2416236" y="210524"/>
                </a:lnTo>
                <a:lnTo>
                  <a:pt x="2410247" y="207204"/>
                </a:lnTo>
                <a:close/>
                <a:moveTo>
                  <a:pt x="2229334" y="0"/>
                </a:moveTo>
                <a:lnTo>
                  <a:pt x="2237170" y="0"/>
                </a:lnTo>
                <a:lnTo>
                  <a:pt x="2597808" y="650536"/>
                </a:lnTo>
                <a:lnTo>
                  <a:pt x="2591817" y="653857"/>
                </a:lnTo>
                <a:close/>
                <a:moveTo>
                  <a:pt x="2033563" y="0"/>
                </a:moveTo>
                <a:lnTo>
                  <a:pt x="2041378" y="0"/>
                </a:lnTo>
                <a:lnTo>
                  <a:pt x="1924634" y="210526"/>
                </a:lnTo>
                <a:lnTo>
                  <a:pt x="1918644" y="207205"/>
                </a:lnTo>
                <a:close/>
                <a:moveTo>
                  <a:pt x="1737767" y="0"/>
                </a:moveTo>
                <a:lnTo>
                  <a:pt x="1745606" y="0"/>
                </a:lnTo>
                <a:lnTo>
                  <a:pt x="2106272" y="650538"/>
                </a:lnTo>
                <a:lnTo>
                  <a:pt x="2100281" y="653859"/>
                </a:lnTo>
                <a:close/>
                <a:moveTo>
                  <a:pt x="1542017" y="0"/>
                </a:moveTo>
                <a:lnTo>
                  <a:pt x="1549853" y="0"/>
                </a:lnTo>
                <a:lnTo>
                  <a:pt x="1433152" y="210527"/>
                </a:lnTo>
                <a:lnTo>
                  <a:pt x="1427161" y="207207"/>
                </a:lnTo>
                <a:close/>
                <a:moveTo>
                  <a:pt x="1246297" y="0"/>
                </a:moveTo>
                <a:lnTo>
                  <a:pt x="1254107" y="0"/>
                </a:lnTo>
                <a:lnTo>
                  <a:pt x="1614688" y="650539"/>
                </a:lnTo>
                <a:lnTo>
                  <a:pt x="1608698" y="653860"/>
                </a:lnTo>
                <a:close/>
                <a:moveTo>
                  <a:pt x="1050564" y="0"/>
                </a:moveTo>
                <a:lnTo>
                  <a:pt x="1058400" y="0"/>
                </a:lnTo>
                <a:lnTo>
                  <a:pt x="941685" y="210553"/>
                </a:lnTo>
                <a:lnTo>
                  <a:pt x="935694" y="207232"/>
                </a:lnTo>
                <a:close/>
                <a:moveTo>
                  <a:pt x="754817" y="0"/>
                </a:moveTo>
                <a:lnTo>
                  <a:pt x="762626" y="0"/>
                </a:lnTo>
                <a:lnTo>
                  <a:pt x="1123221" y="650565"/>
                </a:lnTo>
                <a:lnTo>
                  <a:pt x="1117231" y="653886"/>
                </a:lnTo>
                <a:close/>
                <a:moveTo>
                  <a:pt x="559082" y="0"/>
                </a:moveTo>
                <a:lnTo>
                  <a:pt x="566919" y="0"/>
                </a:lnTo>
                <a:lnTo>
                  <a:pt x="450202" y="210554"/>
                </a:lnTo>
                <a:lnTo>
                  <a:pt x="444211" y="207234"/>
                </a:lnTo>
                <a:close/>
                <a:moveTo>
                  <a:pt x="263340" y="0"/>
                </a:moveTo>
                <a:lnTo>
                  <a:pt x="271149" y="0"/>
                </a:lnTo>
                <a:lnTo>
                  <a:pt x="631774" y="650566"/>
                </a:lnTo>
                <a:lnTo>
                  <a:pt x="625784" y="653887"/>
                </a:lnTo>
                <a:close/>
                <a:moveTo>
                  <a:pt x="67604" y="0"/>
                </a:moveTo>
                <a:lnTo>
                  <a:pt x="75440" y="0"/>
                </a:lnTo>
                <a:lnTo>
                  <a:pt x="0" y="136093"/>
                </a:lnTo>
                <a:lnTo>
                  <a:pt x="0" y="121962"/>
                </a:lnTo>
                <a:close/>
              </a:path>
            </a:pathLst>
          </a:custGeom>
          <a:solidFill>
            <a:schemeClr val="bg1">
              <a:alpha val="15000"/>
            </a:schemeClr>
          </a:solidFill>
          <a:ln w="3423" cap="flat">
            <a:noFill/>
            <a:prstDash val="solid"/>
            <a:miter/>
          </a:ln>
        </p:spPr>
        <p:txBody>
          <a:bodyPr wrap="square" rtlCol="0" anchor="ctr">
            <a:noAutofit/>
          </a:bodyPr>
          <a:lstStyle/>
          <a:p>
            <a:endParaRPr lang="en-US"/>
          </a:p>
        </p:txBody>
      </p:sp>
      <p:sp>
        <p:nvSpPr>
          <p:cNvPr id="33" name="Text Placeholder 8">
            <a:extLst>
              <a:ext uri="{FF2B5EF4-FFF2-40B4-BE49-F238E27FC236}">
                <a16:creationId xmlns:a16="http://schemas.microsoft.com/office/drawing/2014/main" id="{5E351949-B8D4-BA75-4B0E-29F65FC9DDEB}"/>
              </a:ext>
            </a:extLst>
          </p:cNvPr>
          <p:cNvSpPr>
            <a:spLocks noGrp="1"/>
          </p:cNvSpPr>
          <p:nvPr>
            <p:ph type="body" sz="quarter" idx="16" hasCustomPrompt="1"/>
          </p:nvPr>
        </p:nvSpPr>
        <p:spPr>
          <a:xfrm>
            <a:off x="5689772" y="1339815"/>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28" name="Text Placeholder 8">
            <a:extLst>
              <a:ext uri="{FF2B5EF4-FFF2-40B4-BE49-F238E27FC236}">
                <a16:creationId xmlns:a16="http://schemas.microsoft.com/office/drawing/2014/main" id="{3995827C-E1E3-FB11-B1AA-424EAAF6E2F7}"/>
              </a:ext>
            </a:extLst>
          </p:cNvPr>
          <p:cNvSpPr>
            <a:spLocks noGrp="1"/>
          </p:cNvSpPr>
          <p:nvPr>
            <p:ph type="body" sz="quarter" idx="11" hasCustomPrompt="1"/>
          </p:nvPr>
        </p:nvSpPr>
        <p:spPr>
          <a:xfrm>
            <a:off x="5243513" y="1339815"/>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29" name="Text Placeholder 8">
            <a:extLst>
              <a:ext uri="{FF2B5EF4-FFF2-40B4-BE49-F238E27FC236}">
                <a16:creationId xmlns:a16="http://schemas.microsoft.com/office/drawing/2014/main" id="{92FA1A74-8C8D-263D-17C5-941F8F8764E0}"/>
              </a:ext>
            </a:extLst>
          </p:cNvPr>
          <p:cNvSpPr>
            <a:spLocks noGrp="1"/>
          </p:cNvSpPr>
          <p:nvPr>
            <p:ph type="body" sz="quarter" idx="12" hasCustomPrompt="1"/>
          </p:nvPr>
        </p:nvSpPr>
        <p:spPr>
          <a:xfrm>
            <a:off x="5243513" y="2274666"/>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30" name="Text Placeholder 8">
            <a:extLst>
              <a:ext uri="{FF2B5EF4-FFF2-40B4-BE49-F238E27FC236}">
                <a16:creationId xmlns:a16="http://schemas.microsoft.com/office/drawing/2014/main" id="{7EED5316-3D1D-541E-6C41-996F8AB42B73}"/>
              </a:ext>
            </a:extLst>
          </p:cNvPr>
          <p:cNvSpPr>
            <a:spLocks noGrp="1"/>
          </p:cNvSpPr>
          <p:nvPr>
            <p:ph type="body" sz="quarter" idx="13" hasCustomPrompt="1"/>
          </p:nvPr>
        </p:nvSpPr>
        <p:spPr>
          <a:xfrm>
            <a:off x="5243513" y="3209517"/>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31" name="Text Placeholder 8">
            <a:extLst>
              <a:ext uri="{FF2B5EF4-FFF2-40B4-BE49-F238E27FC236}">
                <a16:creationId xmlns:a16="http://schemas.microsoft.com/office/drawing/2014/main" id="{22C2B57A-B9C7-2A1C-471D-19C940F1DE6B}"/>
              </a:ext>
            </a:extLst>
          </p:cNvPr>
          <p:cNvSpPr>
            <a:spLocks noGrp="1"/>
          </p:cNvSpPr>
          <p:nvPr>
            <p:ph type="body" sz="quarter" idx="14" hasCustomPrompt="1"/>
          </p:nvPr>
        </p:nvSpPr>
        <p:spPr>
          <a:xfrm>
            <a:off x="5243513" y="4144368"/>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32" name="Text Placeholder 8">
            <a:extLst>
              <a:ext uri="{FF2B5EF4-FFF2-40B4-BE49-F238E27FC236}">
                <a16:creationId xmlns:a16="http://schemas.microsoft.com/office/drawing/2014/main" id="{C4F9831C-20C2-8053-A3E2-1743DA97E239}"/>
              </a:ext>
            </a:extLst>
          </p:cNvPr>
          <p:cNvSpPr>
            <a:spLocks noGrp="1"/>
          </p:cNvSpPr>
          <p:nvPr>
            <p:ph type="body" sz="quarter" idx="15" hasCustomPrompt="1"/>
          </p:nvPr>
        </p:nvSpPr>
        <p:spPr>
          <a:xfrm>
            <a:off x="5243513" y="5079219"/>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40" name="Text Placeholder 8">
            <a:extLst>
              <a:ext uri="{FF2B5EF4-FFF2-40B4-BE49-F238E27FC236}">
                <a16:creationId xmlns:a16="http://schemas.microsoft.com/office/drawing/2014/main" id="{932F2E04-EACB-F80D-2108-4719BD63F47F}"/>
              </a:ext>
            </a:extLst>
          </p:cNvPr>
          <p:cNvSpPr>
            <a:spLocks noGrp="1"/>
          </p:cNvSpPr>
          <p:nvPr>
            <p:ph type="body" sz="quarter" idx="22" hasCustomPrompt="1"/>
          </p:nvPr>
        </p:nvSpPr>
        <p:spPr>
          <a:xfrm>
            <a:off x="9037638" y="1339815"/>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42" name="Text Placeholder 8">
            <a:extLst>
              <a:ext uri="{FF2B5EF4-FFF2-40B4-BE49-F238E27FC236}">
                <a16:creationId xmlns:a16="http://schemas.microsoft.com/office/drawing/2014/main" id="{8908DA18-5870-E578-5F5A-664627A07F61}"/>
              </a:ext>
            </a:extLst>
          </p:cNvPr>
          <p:cNvSpPr>
            <a:spLocks noGrp="1"/>
          </p:cNvSpPr>
          <p:nvPr>
            <p:ph type="body" sz="quarter" idx="24" hasCustomPrompt="1"/>
          </p:nvPr>
        </p:nvSpPr>
        <p:spPr>
          <a:xfrm>
            <a:off x="9037638" y="2274666"/>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44" name="Text Placeholder 8">
            <a:extLst>
              <a:ext uri="{FF2B5EF4-FFF2-40B4-BE49-F238E27FC236}">
                <a16:creationId xmlns:a16="http://schemas.microsoft.com/office/drawing/2014/main" id="{95D5F531-E226-453B-B575-A9B412993A5F}"/>
              </a:ext>
            </a:extLst>
          </p:cNvPr>
          <p:cNvSpPr>
            <a:spLocks noGrp="1"/>
          </p:cNvSpPr>
          <p:nvPr>
            <p:ph type="body" sz="quarter" idx="26" hasCustomPrompt="1"/>
          </p:nvPr>
        </p:nvSpPr>
        <p:spPr>
          <a:xfrm>
            <a:off x="9037638" y="3209517"/>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46" name="Text Placeholder 8">
            <a:extLst>
              <a:ext uri="{FF2B5EF4-FFF2-40B4-BE49-F238E27FC236}">
                <a16:creationId xmlns:a16="http://schemas.microsoft.com/office/drawing/2014/main" id="{1D2332CB-546D-F58D-C134-A369E3937547}"/>
              </a:ext>
            </a:extLst>
          </p:cNvPr>
          <p:cNvSpPr>
            <a:spLocks noGrp="1"/>
          </p:cNvSpPr>
          <p:nvPr>
            <p:ph type="body" sz="quarter" idx="28" hasCustomPrompt="1"/>
          </p:nvPr>
        </p:nvSpPr>
        <p:spPr>
          <a:xfrm>
            <a:off x="9037638" y="4144368"/>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48" name="Text Placeholder 8">
            <a:extLst>
              <a:ext uri="{FF2B5EF4-FFF2-40B4-BE49-F238E27FC236}">
                <a16:creationId xmlns:a16="http://schemas.microsoft.com/office/drawing/2014/main" id="{DEEABF9D-5563-5AF4-0D27-83C3DA0DE6BE}"/>
              </a:ext>
            </a:extLst>
          </p:cNvPr>
          <p:cNvSpPr>
            <a:spLocks noGrp="1"/>
          </p:cNvSpPr>
          <p:nvPr>
            <p:ph type="body" sz="quarter" idx="30" hasCustomPrompt="1"/>
          </p:nvPr>
        </p:nvSpPr>
        <p:spPr>
          <a:xfrm>
            <a:off x="9037638" y="5079219"/>
            <a:ext cx="380047" cy="303929"/>
          </a:xfrm>
        </p:spPr>
        <p:txBody>
          <a:bodyPr>
            <a:noAutofit/>
          </a:bodyPr>
          <a:lstStyle>
            <a:lvl1pPr>
              <a:lnSpc>
                <a:spcPct val="90000"/>
              </a:lnSpc>
              <a:spcBef>
                <a:spcPts val="0"/>
              </a:spcBef>
              <a:spcAft>
                <a:spcPts val="0"/>
              </a:spcAft>
              <a:buFontTx/>
              <a:buNone/>
              <a:defRPr sz="2000" b="0" i="0" cap="all" baseline="0">
                <a:solidFill>
                  <a:schemeClr val="accent1"/>
                </a:solidFill>
                <a:latin typeface="LVMH" panose="020B0604020202020204" charset="0"/>
              </a:defRPr>
            </a:lvl1pPr>
            <a:lvl2pPr>
              <a:lnSpc>
                <a:spcPct val="90000"/>
              </a:lnSpc>
              <a:spcBef>
                <a:spcPts val="0"/>
              </a:spcBef>
              <a:spcAft>
                <a:spcPts val="0"/>
              </a:spcAft>
              <a:buFontTx/>
              <a:buNone/>
              <a:defRPr sz="2000" b="0" i="0" cap="all" baseline="0">
                <a:solidFill>
                  <a:schemeClr val="accent1"/>
                </a:solidFill>
                <a:latin typeface="LVMH" panose="020B0604020202020204" charset="0"/>
              </a:defRPr>
            </a:lvl2pPr>
            <a:lvl3pPr marL="0" indent="0">
              <a:lnSpc>
                <a:spcPct val="90000"/>
              </a:lnSpc>
              <a:spcBef>
                <a:spcPts val="0"/>
              </a:spcBef>
              <a:spcAft>
                <a:spcPts val="0"/>
              </a:spcAft>
              <a:buFontTx/>
              <a:buNone/>
              <a:defRPr sz="2000" b="0" i="0" cap="all" baseline="0">
                <a:solidFill>
                  <a:schemeClr val="accent1"/>
                </a:solidFill>
                <a:latin typeface="LVMH" panose="020B0604020202020204" charset="0"/>
              </a:defRPr>
            </a:lvl3pPr>
            <a:lvl4pPr marL="0" indent="0">
              <a:lnSpc>
                <a:spcPct val="90000"/>
              </a:lnSpc>
              <a:spcBef>
                <a:spcPts val="0"/>
              </a:spcBef>
              <a:spcAft>
                <a:spcPts val="0"/>
              </a:spcAft>
              <a:buFontTx/>
              <a:buNone/>
              <a:defRPr sz="2000" b="0" i="0" cap="all" baseline="0">
                <a:solidFill>
                  <a:schemeClr val="accent1"/>
                </a:solidFill>
                <a:latin typeface="LVMH" panose="020B0604020202020204" charset="0"/>
              </a:defRPr>
            </a:lvl4pPr>
            <a:lvl5pPr marL="0" indent="0">
              <a:lnSpc>
                <a:spcPct val="90000"/>
              </a:lnSpc>
              <a:spcBef>
                <a:spcPts val="0"/>
              </a:spcBef>
              <a:spcAft>
                <a:spcPts val="0"/>
              </a:spcAft>
              <a:buFontTx/>
              <a:buNone/>
              <a:defRPr sz="2000" b="0" i="0" cap="all" baseline="0">
                <a:solidFill>
                  <a:schemeClr val="accent1"/>
                </a:solidFill>
                <a:latin typeface="LVMH" panose="020B0604020202020204" charset="0"/>
              </a:defRPr>
            </a:lvl5pPr>
            <a:lvl6pPr>
              <a:lnSpc>
                <a:spcPct val="90000"/>
              </a:lnSpc>
              <a:spcBef>
                <a:spcPts val="0"/>
              </a:spcBef>
              <a:spcAft>
                <a:spcPts val="0"/>
              </a:spcAft>
              <a:buFontTx/>
              <a:buNone/>
              <a:defRPr sz="2000" b="0" i="0" cap="all" baseline="0">
                <a:solidFill>
                  <a:schemeClr val="accent1"/>
                </a:solidFill>
                <a:latin typeface="LVMH" panose="020B0604020202020204" charset="0"/>
              </a:defRPr>
            </a:lvl6pPr>
            <a:lvl7pPr>
              <a:lnSpc>
                <a:spcPct val="90000"/>
              </a:lnSpc>
              <a:spcBef>
                <a:spcPts val="0"/>
              </a:spcBef>
              <a:spcAft>
                <a:spcPts val="0"/>
              </a:spcAft>
              <a:buFontTx/>
              <a:buNone/>
              <a:defRPr sz="2000" b="0" i="0" cap="all" baseline="0">
                <a:solidFill>
                  <a:schemeClr val="accent1"/>
                </a:solidFill>
                <a:latin typeface="LVMH" panose="020B0604020202020204" charset="0"/>
              </a:defRPr>
            </a:lvl7pPr>
            <a:lvl8pPr>
              <a:lnSpc>
                <a:spcPct val="90000"/>
              </a:lnSpc>
              <a:spcBef>
                <a:spcPts val="0"/>
              </a:spcBef>
              <a:spcAft>
                <a:spcPts val="0"/>
              </a:spcAft>
              <a:buFontTx/>
              <a:buNone/>
              <a:defRPr sz="2000" b="0" i="0" cap="all" baseline="0">
                <a:solidFill>
                  <a:schemeClr val="accent1"/>
                </a:solidFill>
                <a:latin typeface="LVMH" panose="020B0604020202020204" charset="0"/>
              </a:defRPr>
            </a:lvl8pPr>
            <a:lvl9pPr>
              <a:lnSpc>
                <a:spcPct val="90000"/>
              </a:lnSpc>
              <a:spcBef>
                <a:spcPts val="0"/>
              </a:spcBef>
              <a:spcAft>
                <a:spcPts val="0"/>
              </a:spcAft>
              <a:buFontTx/>
              <a:buNone/>
              <a:defRPr sz="2000" b="0" i="0" cap="all" baseline="0">
                <a:solidFill>
                  <a:schemeClr val="accent1"/>
                </a:solidFill>
                <a:latin typeface="LVMH" panose="020B0604020202020204" charset="0"/>
              </a:defRPr>
            </a:lvl9pPr>
          </a:lstStyle>
          <a:p>
            <a:pPr lvl="0"/>
            <a:r>
              <a:rPr lang="en-US"/>
              <a:t>00</a:t>
            </a:r>
          </a:p>
        </p:txBody>
      </p:sp>
      <p:sp>
        <p:nvSpPr>
          <p:cNvPr id="3" name="Text Placeholder 8">
            <a:extLst>
              <a:ext uri="{FF2B5EF4-FFF2-40B4-BE49-F238E27FC236}">
                <a16:creationId xmlns:a16="http://schemas.microsoft.com/office/drawing/2014/main" id="{7590F9B4-5773-5042-49F1-DA6C57592146}"/>
              </a:ext>
            </a:extLst>
          </p:cNvPr>
          <p:cNvSpPr>
            <a:spLocks noGrp="1"/>
          </p:cNvSpPr>
          <p:nvPr>
            <p:ph type="body" sz="quarter" idx="31" hasCustomPrompt="1"/>
          </p:nvPr>
        </p:nvSpPr>
        <p:spPr>
          <a:xfrm>
            <a:off x="5689772" y="2274666"/>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5" name="Text Placeholder 8">
            <a:extLst>
              <a:ext uri="{FF2B5EF4-FFF2-40B4-BE49-F238E27FC236}">
                <a16:creationId xmlns:a16="http://schemas.microsoft.com/office/drawing/2014/main" id="{CFBEB1C7-E60B-89C2-4153-E27F14C7700F}"/>
              </a:ext>
            </a:extLst>
          </p:cNvPr>
          <p:cNvSpPr>
            <a:spLocks noGrp="1"/>
          </p:cNvSpPr>
          <p:nvPr>
            <p:ph type="body" sz="quarter" idx="32" hasCustomPrompt="1"/>
          </p:nvPr>
        </p:nvSpPr>
        <p:spPr>
          <a:xfrm>
            <a:off x="5689772" y="3209517"/>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6" name="Text Placeholder 8">
            <a:extLst>
              <a:ext uri="{FF2B5EF4-FFF2-40B4-BE49-F238E27FC236}">
                <a16:creationId xmlns:a16="http://schemas.microsoft.com/office/drawing/2014/main" id="{03B9C11D-C103-BA04-C704-9BEF028A9FCA}"/>
              </a:ext>
            </a:extLst>
          </p:cNvPr>
          <p:cNvSpPr>
            <a:spLocks noGrp="1"/>
          </p:cNvSpPr>
          <p:nvPr>
            <p:ph type="body" sz="quarter" idx="33" hasCustomPrompt="1"/>
          </p:nvPr>
        </p:nvSpPr>
        <p:spPr>
          <a:xfrm>
            <a:off x="5689772" y="4144368"/>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7" name="Text Placeholder 8">
            <a:extLst>
              <a:ext uri="{FF2B5EF4-FFF2-40B4-BE49-F238E27FC236}">
                <a16:creationId xmlns:a16="http://schemas.microsoft.com/office/drawing/2014/main" id="{9500E730-C765-0862-B1F1-97785211956C}"/>
              </a:ext>
            </a:extLst>
          </p:cNvPr>
          <p:cNvSpPr>
            <a:spLocks noGrp="1"/>
          </p:cNvSpPr>
          <p:nvPr>
            <p:ph type="body" sz="quarter" idx="34" hasCustomPrompt="1"/>
          </p:nvPr>
        </p:nvSpPr>
        <p:spPr>
          <a:xfrm>
            <a:off x="5689772" y="5079219"/>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8" name="Text Placeholder 8">
            <a:extLst>
              <a:ext uri="{FF2B5EF4-FFF2-40B4-BE49-F238E27FC236}">
                <a16:creationId xmlns:a16="http://schemas.microsoft.com/office/drawing/2014/main" id="{6BCEDF16-42BD-735D-0ABB-2A04BBD31569}"/>
              </a:ext>
            </a:extLst>
          </p:cNvPr>
          <p:cNvSpPr>
            <a:spLocks noGrp="1"/>
          </p:cNvSpPr>
          <p:nvPr>
            <p:ph type="body" sz="quarter" idx="35" hasCustomPrompt="1"/>
          </p:nvPr>
        </p:nvSpPr>
        <p:spPr>
          <a:xfrm>
            <a:off x="9487072" y="1339815"/>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9" name="Text Placeholder 8">
            <a:extLst>
              <a:ext uri="{FF2B5EF4-FFF2-40B4-BE49-F238E27FC236}">
                <a16:creationId xmlns:a16="http://schemas.microsoft.com/office/drawing/2014/main" id="{17D5437D-8102-6C73-B7C8-3048919FCAAC}"/>
              </a:ext>
            </a:extLst>
          </p:cNvPr>
          <p:cNvSpPr>
            <a:spLocks noGrp="1"/>
          </p:cNvSpPr>
          <p:nvPr>
            <p:ph type="body" sz="quarter" idx="36" hasCustomPrompt="1"/>
          </p:nvPr>
        </p:nvSpPr>
        <p:spPr>
          <a:xfrm>
            <a:off x="9487072" y="2274666"/>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10" name="Text Placeholder 8">
            <a:extLst>
              <a:ext uri="{FF2B5EF4-FFF2-40B4-BE49-F238E27FC236}">
                <a16:creationId xmlns:a16="http://schemas.microsoft.com/office/drawing/2014/main" id="{A0BE66D4-FCEB-ED8A-0215-9791F9369240}"/>
              </a:ext>
            </a:extLst>
          </p:cNvPr>
          <p:cNvSpPr>
            <a:spLocks noGrp="1"/>
          </p:cNvSpPr>
          <p:nvPr>
            <p:ph type="body" sz="quarter" idx="37" hasCustomPrompt="1"/>
          </p:nvPr>
        </p:nvSpPr>
        <p:spPr>
          <a:xfrm>
            <a:off x="9487072" y="3209517"/>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11" name="Text Placeholder 8">
            <a:extLst>
              <a:ext uri="{FF2B5EF4-FFF2-40B4-BE49-F238E27FC236}">
                <a16:creationId xmlns:a16="http://schemas.microsoft.com/office/drawing/2014/main" id="{3F76C64B-5DC7-0A75-C416-55DF6D94A86A}"/>
              </a:ext>
            </a:extLst>
          </p:cNvPr>
          <p:cNvSpPr>
            <a:spLocks noGrp="1"/>
          </p:cNvSpPr>
          <p:nvPr>
            <p:ph type="body" sz="quarter" idx="38" hasCustomPrompt="1"/>
          </p:nvPr>
        </p:nvSpPr>
        <p:spPr>
          <a:xfrm>
            <a:off x="9487072" y="4144368"/>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12" name="Text Placeholder 8">
            <a:extLst>
              <a:ext uri="{FF2B5EF4-FFF2-40B4-BE49-F238E27FC236}">
                <a16:creationId xmlns:a16="http://schemas.microsoft.com/office/drawing/2014/main" id="{B5E927C4-0B04-A2F1-A6B3-3D49F9A5CB8F}"/>
              </a:ext>
            </a:extLst>
          </p:cNvPr>
          <p:cNvSpPr>
            <a:spLocks noGrp="1"/>
          </p:cNvSpPr>
          <p:nvPr>
            <p:ph type="body" sz="quarter" idx="39" hasCustomPrompt="1"/>
          </p:nvPr>
        </p:nvSpPr>
        <p:spPr>
          <a:xfrm>
            <a:off x="9487072" y="5079219"/>
            <a:ext cx="2211216" cy="438966"/>
          </a:xfrm>
        </p:spPr>
        <p:txBody>
          <a:bodyPr>
            <a:noAutofit/>
          </a:bodyPr>
          <a:lstStyle>
            <a:lvl1pPr>
              <a:lnSpc>
                <a:spcPct val="105000"/>
              </a:lnSpc>
              <a:spcBef>
                <a:spcPts val="0"/>
              </a:spcBef>
              <a:spcAft>
                <a:spcPts val="0"/>
              </a:spcAft>
              <a:buFontTx/>
              <a:buNone/>
              <a:defRPr sz="1400" b="0" i="0" cap="none" baseline="0">
                <a:solidFill>
                  <a:schemeClr val="tx1"/>
                </a:solidFill>
                <a:latin typeface="+mn-lt"/>
              </a:defRPr>
            </a:lvl1pPr>
            <a:lvl2pPr>
              <a:lnSpc>
                <a:spcPct val="105000"/>
              </a:lnSpc>
              <a:spcBef>
                <a:spcPts val="0"/>
              </a:spcBef>
              <a:spcAft>
                <a:spcPts val="0"/>
              </a:spcAft>
              <a:buFontTx/>
              <a:buNone/>
              <a:defRPr sz="1400" b="0" i="0" cap="none" baseline="0">
                <a:solidFill>
                  <a:schemeClr val="tx1"/>
                </a:solidFill>
                <a:latin typeface="+mn-lt"/>
              </a:defRPr>
            </a:lvl2pPr>
            <a:lvl3pPr marL="0" indent="0">
              <a:lnSpc>
                <a:spcPct val="105000"/>
              </a:lnSpc>
              <a:spcBef>
                <a:spcPts val="0"/>
              </a:spcBef>
              <a:spcAft>
                <a:spcPts val="0"/>
              </a:spcAft>
              <a:buFontTx/>
              <a:buNone/>
              <a:defRPr sz="1400" b="0" i="0" cap="none" baseline="0">
                <a:solidFill>
                  <a:schemeClr val="tx1"/>
                </a:solidFill>
                <a:latin typeface="+mn-lt"/>
              </a:defRPr>
            </a:lvl3pPr>
            <a:lvl4pPr marL="0" indent="0">
              <a:lnSpc>
                <a:spcPct val="105000"/>
              </a:lnSpc>
              <a:spcBef>
                <a:spcPts val="0"/>
              </a:spcBef>
              <a:spcAft>
                <a:spcPts val="0"/>
              </a:spcAft>
              <a:buFontTx/>
              <a:buNone/>
              <a:defRPr sz="1400" b="0" i="0" cap="none" baseline="0">
                <a:solidFill>
                  <a:schemeClr val="tx1"/>
                </a:solidFill>
                <a:latin typeface="+mn-lt"/>
              </a:defRPr>
            </a:lvl4pPr>
            <a:lvl5pPr marL="0" indent="0">
              <a:lnSpc>
                <a:spcPct val="105000"/>
              </a:lnSpc>
              <a:spcBef>
                <a:spcPts val="0"/>
              </a:spcBef>
              <a:spcAft>
                <a:spcPts val="0"/>
              </a:spcAft>
              <a:buFontTx/>
              <a:buNone/>
              <a:defRPr sz="1400" b="0" i="0" cap="none" baseline="0">
                <a:solidFill>
                  <a:schemeClr val="tx1"/>
                </a:solidFill>
                <a:latin typeface="+mn-lt"/>
              </a:defRPr>
            </a:lvl5pPr>
            <a:lvl6pPr>
              <a:lnSpc>
                <a:spcPct val="105000"/>
              </a:lnSpc>
              <a:spcBef>
                <a:spcPts val="0"/>
              </a:spcBef>
              <a:spcAft>
                <a:spcPts val="0"/>
              </a:spcAft>
              <a:buFontTx/>
              <a:buNone/>
              <a:defRPr sz="1400" b="0" i="0" cap="none" baseline="0">
                <a:solidFill>
                  <a:schemeClr val="tx1"/>
                </a:solidFill>
                <a:latin typeface="+mn-lt"/>
              </a:defRPr>
            </a:lvl6pPr>
            <a:lvl7pPr>
              <a:lnSpc>
                <a:spcPct val="105000"/>
              </a:lnSpc>
              <a:spcBef>
                <a:spcPts val="0"/>
              </a:spcBef>
              <a:spcAft>
                <a:spcPts val="0"/>
              </a:spcAft>
              <a:buFontTx/>
              <a:buNone/>
              <a:defRPr sz="1400" b="0" i="0" cap="none" baseline="0">
                <a:solidFill>
                  <a:schemeClr val="tx1"/>
                </a:solidFill>
                <a:latin typeface="+mn-lt"/>
              </a:defRPr>
            </a:lvl7pPr>
            <a:lvl8pPr>
              <a:lnSpc>
                <a:spcPct val="105000"/>
              </a:lnSpc>
              <a:spcBef>
                <a:spcPts val="0"/>
              </a:spcBef>
              <a:spcAft>
                <a:spcPts val="0"/>
              </a:spcAft>
              <a:buFontTx/>
              <a:buNone/>
              <a:defRPr sz="1400" b="0" i="0" cap="none" baseline="0">
                <a:solidFill>
                  <a:schemeClr val="tx1"/>
                </a:solidFill>
                <a:latin typeface="+mn-lt"/>
              </a:defRPr>
            </a:lvl8pPr>
            <a:lvl9pPr>
              <a:lnSpc>
                <a:spcPct val="105000"/>
              </a:lnSpc>
              <a:spcBef>
                <a:spcPts val="0"/>
              </a:spcBef>
              <a:spcAft>
                <a:spcPts val="0"/>
              </a:spcAft>
              <a:buFontTx/>
              <a:buNone/>
              <a:defRPr sz="1400" b="0" i="0" cap="none" baseline="0">
                <a:solidFill>
                  <a:schemeClr val="tx1"/>
                </a:solidFill>
                <a:latin typeface="+mn-lt"/>
              </a:defRPr>
            </a:lvl9pPr>
          </a:lstStyle>
          <a:p>
            <a:pPr lvl="0"/>
            <a:r>
              <a:rPr lang="en-US"/>
              <a:t>Click to edit Master text styles</a:t>
            </a:r>
          </a:p>
        </p:txBody>
      </p:sp>
      <p:sp>
        <p:nvSpPr>
          <p:cNvPr id="18" name="Text Placeholder 14">
            <a:extLst>
              <a:ext uri="{FF2B5EF4-FFF2-40B4-BE49-F238E27FC236}">
                <a16:creationId xmlns:a16="http://schemas.microsoft.com/office/drawing/2014/main" id="{55448658-C229-1CE2-D498-8DBFF1496AF2}"/>
              </a:ext>
            </a:extLst>
          </p:cNvPr>
          <p:cNvSpPr>
            <a:spLocks noGrp="1"/>
          </p:cNvSpPr>
          <p:nvPr>
            <p:ph type="body" sz="quarter" idx="40" hasCustomPrompt="1"/>
          </p:nvPr>
        </p:nvSpPr>
        <p:spPr>
          <a:xfrm>
            <a:off x="492125" y="2403265"/>
            <a:ext cx="3609975" cy="215444"/>
          </a:xfrm>
        </p:spPr>
        <p:txBody>
          <a:bodyPr wrap="square">
            <a:spAutoFit/>
          </a:bodyPr>
          <a:lstStyle>
            <a:lvl1pPr>
              <a:lnSpc>
                <a:spcPct val="100000"/>
              </a:lnSpc>
              <a:spcBef>
                <a:spcPts val="0"/>
              </a:spcBef>
              <a:spcAft>
                <a:spcPts val="0"/>
              </a:spcAft>
              <a:buFontTx/>
              <a:buNone/>
              <a:defRPr sz="1400" i="0" cap="all" baseline="0">
                <a:solidFill>
                  <a:schemeClr val="bg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24" name="Titre 18">
            <a:extLst>
              <a:ext uri="{FF2B5EF4-FFF2-40B4-BE49-F238E27FC236}">
                <a16:creationId xmlns:a16="http://schemas.microsoft.com/office/drawing/2014/main" id="{2113710E-4DF8-14B2-7865-45D5577BEBD3}"/>
              </a:ext>
            </a:extLst>
          </p:cNvPr>
          <p:cNvSpPr>
            <a:spLocks noGrp="1"/>
          </p:cNvSpPr>
          <p:nvPr>
            <p:ph type="title" hasCustomPrompt="1"/>
          </p:nvPr>
        </p:nvSpPr>
        <p:spPr>
          <a:xfrm>
            <a:off x="492125" y="1268569"/>
            <a:ext cx="3609976" cy="920965"/>
          </a:xfrm>
        </p:spPr>
        <p:txBody>
          <a:bodyPr>
            <a:noAutofit/>
          </a:bodyPr>
          <a:lstStyle>
            <a:lvl1pPr>
              <a:defRPr sz="2800">
                <a:solidFill>
                  <a:schemeClr val="bg1"/>
                </a:solidFill>
              </a:defRPr>
            </a:lvl1pPr>
          </a:lstStyle>
          <a:p>
            <a:r>
              <a:rPr lang="en-US"/>
              <a:t>Click to edit Master text styles</a:t>
            </a:r>
          </a:p>
        </p:txBody>
      </p:sp>
      <p:sp>
        <p:nvSpPr>
          <p:cNvPr id="13" name="Espace réservé de la date 12">
            <a:extLst>
              <a:ext uri="{FF2B5EF4-FFF2-40B4-BE49-F238E27FC236}">
                <a16:creationId xmlns:a16="http://schemas.microsoft.com/office/drawing/2014/main" id="{1ACDE3B3-6259-C01D-BC48-2B8FBBD380BD}"/>
              </a:ext>
            </a:extLst>
          </p:cNvPr>
          <p:cNvSpPr>
            <a:spLocks noGrp="1"/>
          </p:cNvSpPr>
          <p:nvPr>
            <p:ph type="dt" sz="half" idx="41"/>
          </p:nvPr>
        </p:nvSpPr>
        <p:spPr/>
        <p:txBody>
          <a:bodyPr/>
          <a:lstStyle/>
          <a:p>
            <a:fld id="{DA421FA2-8586-4D26-A4FE-E0F9E07D8175}" type="datetime1">
              <a:rPr lang="en-US" smtClean="0"/>
              <a:t>4/1/2026</a:t>
            </a:fld>
            <a:endParaRPr lang="en-US"/>
          </a:p>
        </p:txBody>
      </p:sp>
      <p:sp>
        <p:nvSpPr>
          <p:cNvPr id="14" name="Espace réservé du pied de page 13">
            <a:extLst>
              <a:ext uri="{FF2B5EF4-FFF2-40B4-BE49-F238E27FC236}">
                <a16:creationId xmlns:a16="http://schemas.microsoft.com/office/drawing/2014/main" id="{33076069-80DF-FBAD-04D4-ED413DD9ACFD}"/>
              </a:ext>
            </a:extLst>
          </p:cNvPr>
          <p:cNvSpPr>
            <a:spLocks noGrp="1"/>
          </p:cNvSpPr>
          <p:nvPr>
            <p:ph type="ftr" sz="quarter" idx="42"/>
          </p:nvPr>
        </p:nvSpPr>
        <p:spPr/>
        <p:txBody>
          <a:bodyPr/>
          <a:lstStyle>
            <a:lvl1pPr>
              <a:defRPr>
                <a:solidFill>
                  <a:schemeClr val="bg1"/>
                </a:solidFill>
              </a:defRPr>
            </a:lvl1pPr>
          </a:lstStyle>
          <a:p>
            <a:endParaRPr lang="en-US"/>
          </a:p>
        </p:txBody>
      </p:sp>
      <p:sp>
        <p:nvSpPr>
          <p:cNvPr id="17" name="Espace réservé du numéro de diapositive 16">
            <a:extLst>
              <a:ext uri="{FF2B5EF4-FFF2-40B4-BE49-F238E27FC236}">
                <a16:creationId xmlns:a16="http://schemas.microsoft.com/office/drawing/2014/main" id="{133401AA-9208-163C-9F5D-EC5BCB78293F}"/>
              </a:ext>
            </a:extLst>
          </p:cNvPr>
          <p:cNvSpPr>
            <a:spLocks noGrp="1"/>
          </p:cNvSpPr>
          <p:nvPr>
            <p:ph type="sldNum" sz="quarter" idx="43"/>
          </p:nvPr>
        </p:nvSpPr>
        <p:spPr/>
        <p:txBody>
          <a:bodyPr/>
          <a:lstStyle/>
          <a:p>
            <a:fld id="{A3DC67AC-589B-465F-8375-83B2CE47653E}" type="slidenum">
              <a:rPr lang="en-US" smtClean="0"/>
              <a:pPr/>
              <a:t>‹#›</a:t>
            </a:fld>
            <a:endParaRPr lang="en-US"/>
          </a:p>
        </p:txBody>
      </p:sp>
      <p:pic>
        <p:nvPicPr>
          <p:cNvPr id="36" name="Image 35">
            <a:extLst>
              <a:ext uri="{FF2B5EF4-FFF2-40B4-BE49-F238E27FC236}">
                <a16:creationId xmlns:a16="http://schemas.microsoft.com/office/drawing/2014/main" id="{F74DC940-FD31-4749-9A81-BDFFC60C8B40}"/>
              </a:ext>
            </a:extLst>
          </p:cNvPr>
          <p:cNvPicPr>
            <a:picLocks noChangeAspect="1"/>
          </p:cNvPicPr>
          <p:nvPr userDrawn="1"/>
        </p:nvPicPr>
        <p:blipFill>
          <a:blip r:embed="rId2"/>
          <a:stretch>
            <a:fillRect/>
          </a:stretch>
        </p:blipFill>
        <p:spPr>
          <a:xfrm>
            <a:off x="492125" y="630892"/>
            <a:ext cx="1195200" cy="438240"/>
          </a:xfrm>
          <a:prstGeom prst="rect">
            <a:avLst/>
          </a:prstGeom>
        </p:spPr>
      </p:pic>
      <p:sp>
        <p:nvSpPr>
          <p:cNvPr id="34" name="Espace réservé du texte 2">
            <a:extLst>
              <a:ext uri="{FF2B5EF4-FFF2-40B4-BE49-F238E27FC236}">
                <a16:creationId xmlns:a16="http://schemas.microsoft.com/office/drawing/2014/main" id="{63B10C94-E9DD-F34B-A8F4-98DD032C92CA}"/>
              </a:ext>
            </a:extLst>
          </p:cNvPr>
          <p:cNvSpPr txBox="1">
            <a:spLocks/>
          </p:cNvSpPr>
          <p:nvPr userDrawn="1"/>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229053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 name="Forme libre : forme 2">
            <a:extLst>
              <a:ext uri="{FF2B5EF4-FFF2-40B4-BE49-F238E27FC236}">
                <a16:creationId xmlns:a16="http://schemas.microsoft.com/office/drawing/2014/main" id="{D0D96391-34D0-7205-36EE-A4726BC2EE84}"/>
              </a:ext>
            </a:extLst>
          </p:cNvPr>
          <p:cNvSpPr/>
          <p:nvPr/>
        </p:nvSpPr>
        <p:spPr>
          <a:xfrm>
            <a:off x="2" y="1"/>
            <a:ext cx="12191999" cy="6858001"/>
          </a:xfrm>
          <a:custGeom>
            <a:avLst/>
            <a:gdLst>
              <a:gd name="connsiteX0" fmla="*/ 0 w 12191999"/>
              <a:gd name="connsiteY0" fmla="*/ 6075743 h 6858001"/>
              <a:gd name="connsiteX1" fmla="*/ 392619 w 12191999"/>
              <a:gd name="connsiteY1" fmla="*/ 6784024 h 6858001"/>
              <a:gd name="connsiteX2" fmla="*/ 375851 w 12191999"/>
              <a:gd name="connsiteY2" fmla="*/ 6793319 h 6858001"/>
              <a:gd name="connsiteX3" fmla="*/ 0 w 12191999"/>
              <a:gd name="connsiteY3" fmla="*/ 6115245 h 6858001"/>
              <a:gd name="connsiteX4" fmla="*/ 1063571 w 12191999"/>
              <a:gd name="connsiteY4" fmla="*/ 5867365 h 6858001"/>
              <a:gd name="connsiteX5" fmla="*/ 1080338 w 12191999"/>
              <a:gd name="connsiteY5" fmla="*/ 5876662 h 6858001"/>
              <a:gd name="connsiteX6" fmla="*/ 555494 w 12191999"/>
              <a:gd name="connsiteY6" fmla="*/ 6823585 h 6858001"/>
              <a:gd name="connsiteX7" fmla="*/ 555494 w 12191999"/>
              <a:gd name="connsiteY7" fmla="*/ 6823784 h 6858001"/>
              <a:gd name="connsiteX8" fmla="*/ 536528 w 12191999"/>
              <a:gd name="connsiteY8" fmla="*/ 6858001 h 6858001"/>
              <a:gd name="connsiteX9" fmla="*/ 514637 w 12191999"/>
              <a:gd name="connsiteY9" fmla="*/ 6858001 h 6858001"/>
              <a:gd name="connsiteX10" fmla="*/ 555494 w 12191999"/>
              <a:gd name="connsiteY10" fmla="*/ 6784315 h 6858001"/>
              <a:gd name="connsiteX11" fmla="*/ 555494 w 12191999"/>
              <a:gd name="connsiteY11" fmla="*/ 6784116 h 6858001"/>
              <a:gd name="connsiteX12" fmla="*/ 2439127 w 12191999"/>
              <a:gd name="connsiteY12" fmla="*/ 5867361 h 6858001"/>
              <a:gd name="connsiteX13" fmla="*/ 2455894 w 12191999"/>
              <a:gd name="connsiteY13" fmla="*/ 5876653 h 6858001"/>
              <a:gd name="connsiteX14" fmla="*/ 1931044 w 12191999"/>
              <a:gd name="connsiteY14" fmla="*/ 6823576 h 6858001"/>
              <a:gd name="connsiteX15" fmla="*/ 1931044 w 12191999"/>
              <a:gd name="connsiteY15" fmla="*/ 6823784 h 6858001"/>
              <a:gd name="connsiteX16" fmla="*/ 1912078 w 12191999"/>
              <a:gd name="connsiteY16" fmla="*/ 6858001 h 6858001"/>
              <a:gd name="connsiteX17" fmla="*/ 1890182 w 12191999"/>
              <a:gd name="connsiteY17" fmla="*/ 6858001 h 6858001"/>
              <a:gd name="connsiteX18" fmla="*/ 1931042 w 12191999"/>
              <a:gd name="connsiteY18" fmla="*/ 6784312 h 6858001"/>
              <a:gd name="connsiteX19" fmla="*/ 1931042 w 12191999"/>
              <a:gd name="connsiteY19" fmla="*/ 6784111 h 6858001"/>
              <a:gd name="connsiteX20" fmla="*/ 3814632 w 12191999"/>
              <a:gd name="connsiteY20" fmla="*/ 5867289 h 6858001"/>
              <a:gd name="connsiteX21" fmla="*/ 3831400 w 12191999"/>
              <a:gd name="connsiteY21" fmla="*/ 5876587 h 6858001"/>
              <a:gd name="connsiteX22" fmla="*/ 3306595 w 12191999"/>
              <a:gd name="connsiteY22" fmla="*/ 6823428 h 6858001"/>
              <a:gd name="connsiteX23" fmla="*/ 3306595 w 12191999"/>
              <a:gd name="connsiteY23" fmla="*/ 6823775 h 6858001"/>
              <a:gd name="connsiteX24" fmla="*/ 3287624 w 12191999"/>
              <a:gd name="connsiteY24" fmla="*/ 6858001 h 6858001"/>
              <a:gd name="connsiteX25" fmla="*/ 3265732 w 12191999"/>
              <a:gd name="connsiteY25" fmla="*/ 6858001 h 6858001"/>
              <a:gd name="connsiteX26" fmla="*/ 3306550 w 12191999"/>
              <a:gd name="connsiteY26" fmla="*/ 6784388 h 6858001"/>
              <a:gd name="connsiteX27" fmla="*/ 3306550 w 12191999"/>
              <a:gd name="connsiteY27" fmla="*/ 6784041 h 6858001"/>
              <a:gd name="connsiteX28" fmla="*/ 5190188 w 12191999"/>
              <a:gd name="connsiteY28" fmla="*/ 5867283 h 6858001"/>
              <a:gd name="connsiteX29" fmla="*/ 5206956 w 12191999"/>
              <a:gd name="connsiteY29" fmla="*/ 5876578 h 6858001"/>
              <a:gd name="connsiteX30" fmla="*/ 4682103 w 12191999"/>
              <a:gd name="connsiteY30" fmla="*/ 6823330 h 6858001"/>
              <a:gd name="connsiteX31" fmla="*/ 4682103 w 12191999"/>
              <a:gd name="connsiteY31" fmla="*/ 6823702 h 6858001"/>
              <a:gd name="connsiteX32" fmla="*/ 4663092 w 12191999"/>
              <a:gd name="connsiteY32" fmla="*/ 6858001 h 6858001"/>
              <a:gd name="connsiteX33" fmla="*/ 4641201 w 12191999"/>
              <a:gd name="connsiteY33" fmla="*/ 6858001 h 6858001"/>
              <a:gd name="connsiteX34" fmla="*/ 4682008 w 12191999"/>
              <a:gd name="connsiteY34" fmla="*/ 6784407 h 6858001"/>
              <a:gd name="connsiteX35" fmla="*/ 4682008 w 12191999"/>
              <a:gd name="connsiteY35" fmla="*/ 6784032 h 6858001"/>
              <a:gd name="connsiteX36" fmla="*/ 6566080 w 12191999"/>
              <a:gd name="connsiteY36" fmla="*/ 5867281 h 6858001"/>
              <a:gd name="connsiteX37" fmla="*/ 6582839 w 12191999"/>
              <a:gd name="connsiteY37" fmla="*/ 5876575 h 6858001"/>
              <a:gd name="connsiteX38" fmla="*/ 6057805 w 12191999"/>
              <a:gd name="connsiteY38" fmla="*/ 6823498 h 6858001"/>
              <a:gd name="connsiteX39" fmla="*/ 6057805 w 12191999"/>
              <a:gd name="connsiteY39" fmla="*/ 6823700 h 6858001"/>
              <a:gd name="connsiteX40" fmla="*/ 6038808 w 12191999"/>
              <a:gd name="connsiteY40" fmla="*/ 6858001 h 6858001"/>
              <a:gd name="connsiteX41" fmla="*/ 6016914 w 12191999"/>
              <a:gd name="connsiteY41" fmla="*/ 6858001 h 6858001"/>
              <a:gd name="connsiteX42" fmla="*/ 6057793 w 12191999"/>
              <a:gd name="connsiteY42" fmla="*/ 6784231 h 6858001"/>
              <a:gd name="connsiteX43" fmla="*/ 6057793 w 12191999"/>
              <a:gd name="connsiteY43" fmla="*/ 6784029 h 6858001"/>
              <a:gd name="connsiteX44" fmla="*/ 7941599 w 12191999"/>
              <a:gd name="connsiteY44" fmla="*/ 5867275 h 6858001"/>
              <a:gd name="connsiteX45" fmla="*/ 7958367 w 12191999"/>
              <a:gd name="connsiteY45" fmla="*/ 5876573 h 6858001"/>
              <a:gd name="connsiteX46" fmla="*/ 7433545 w 12191999"/>
              <a:gd name="connsiteY46" fmla="*/ 6823492 h 6858001"/>
              <a:gd name="connsiteX47" fmla="*/ 7433545 w 12191999"/>
              <a:gd name="connsiteY47" fmla="*/ 6823694 h 6858001"/>
              <a:gd name="connsiteX48" fmla="*/ 7414539 w 12191999"/>
              <a:gd name="connsiteY48" fmla="*/ 6858001 h 6858001"/>
              <a:gd name="connsiteX49" fmla="*/ 7392654 w 12191999"/>
              <a:gd name="connsiteY49" fmla="*/ 6858001 h 6858001"/>
              <a:gd name="connsiteX50" fmla="*/ 7433542 w 12191999"/>
              <a:gd name="connsiteY50" fmla="*/ 6784226 h 6858001"/>
              <a:gd name="connsiteX51" fmla="*/ 7433542 w 12191999"/>
              <a:gd name="connsiteY51" fmla="*/ 6784024 h 6858001"/>
              <a:gd name="connsiteX52" fmla="*/ 9317351 w 12191999"/>
              <a:gd name="connsiteY52" fmla="*/ 5867272 h 6858001"/>
              <a:gd name="connsiteX53" fmla="*/ 9334104 w 12191999"/>
              <a:gd name="connsiteY53" fmla="*/ 5876569 h 6858001"/>
              <a:gd name="connsiteX54" fmla="*/ 8808969 w 12191999"/>
              <a:gd name="connsiteY54" fmla="*/ 6823492 h 6858001"/>
              <a:gd name="connsiteX55" fmla="*/ 8808969 w 12191999"/>
              <a:gd name="connsiteY55" fmla="*/ 6823694 h 6858001"/>
              <a:gd name="connsiteX56" fmla="*/ 8789950 w 12191999"/>
              <a:gd name="connsiteY56" fmla="*/ 6858001 h 6858001"/>
              <a:gd name="connsiteX57" fmla="*/ 8768091 w 12191999"/>
              <a:gd name="connsiteY57" fmla="*/ 6858001 h 6858001"/>
              <a:gd name="connsiteX58" fmla="*/ 8808969 w 12191999"/>
              <a:gd name="connsiteY58" fmla="*/ 6784223 h 6858001"/>
              <a:gd name="connsiteX59" fmla="*/ 8808969 w 12191999"/>
              <a:gd name="connsiteY59" fmla="*/ 6784024 h 6858001"/>
              <a:gd name="connsiteX60" fmla="*/ 10692789 w 12191999"/>
              <a:gd name="connsiteY60" fmla="*/ 5867199 h 6858001"/>
              <a:gd name="connsiteX61" fmla="*/ 10709468 w 12191999"/>
              <a:gd name="connsiteY61" fmla="*/ 5876497 h 6858001"/>
              <a:gd name="connsiteX62" fmla="*/ 10184648 w 12191999"/>
              <a:gd name="connsiteY62" fmla="*/ 6823330 h 6858001"/>
              <a:gd name="connsiteX63" fmla="*/ 10184648 w 12191999"/>
              <a:gd name="connsiteY63" fmla="*/ 6823686 h 6858001"/>
              <a:gd name="connsiteX64" fmla="*/ 10165625 w 12191999"/>
              <a:gd name="connsiteY64" fmla="*/ 6858001 h 6858001"/>
              <a:gd name="connsiteX65" fmla="*/ 10143755 w 12191999"/>
              <a:gd name="connsiteY65" fmla="*/ 6858001 h 6858001"/>
              <a:gd name="connsiteX66" fmla="*/ 10184599 w 12191999"/>
              <a:gd name="connsiteY66" fmla="*/ 6784303 h 6858001"/>
              <a:gd name="connsiteX67" fmla="*/ 10184599 w 12191999"/>
              <a:gd name="connsiteY67" fmla="*/ 6783951 h 6858001"/>
              <a:gd name="connsiteX68" fmla="*/ 12068242 w 12191999"/>
              <a:gd name="connsiteY68" fmla="*/ 5867196 h 6858001"/>
              <a:gd name="connsiteX69" fmla="*/ 12085015 w 12191999"/>
              <a:gd name="connsiteY69" fmla="*/ 5876488 h 6858001"/>
              <a:gd name="connsiteX70" fmla="*/ 11560167 w 12191999"/>
              <a:gd name="connsiteY70" fmla="*/ 6823411 h 6858001"/>
              <a:gd name="connsiteX71" fmla="*/ 11560167 w 12191999"/>
              <a:gd name="connsiteY71" fmla="*/ 6823618 h 6858001"/>
              <a:gd name="connsiteX72" fmla="*/ 11541109 w 12191999"/>
              <a:gd name="connsiteY72" fmla="*/ 6858001 h 6858001"/>
              <a:gd name="connsiteX73" fmla="*/ 11519240 w 12191999"/>
              <a:gd name="connsiteY73" fmla="*/ 6858001 h 6858001"/>
              <a:gd name="connsiteX74" fmla="*/ 11560167 w 12191999"/>
              <a:gd name="connsiteY74" fmla="*/ 6784150 h 6858001"/>
              <a:gd name="connsiteX75" fmla="*/ 11560167 w 12191999"/>
              <a:gd name="connsiteY75" fmla="*/ 6783943 h 6858001"/>
              <a:gd name="connsiteX76" fmla="*/ 572180 w 12191999"/>
              <a:gd name="connsiteY76" fmla="*/ 4626494 h 6858001"/>
              <a:gd name="connsiteX77" fmla="*/ 577243 w 12191999"/>
              <a:gd name="connsiteY77" fmla="*/ 4635767 h 6858001"/>
              <a:gd name="connsiteX78" fmla="*/ 577335 w 12191999"/>
              <a:gd name="connsiteY78" fmla="*/ 4635767 h 6858001"/>
              <a:gd name="connsiteX79" fmla="*/ 1768164 w 12191999"/>
              <a:gd name="connsiteY79" fmla="*/ 6784015 h 6858001"/>
              <a:gd name="connsiteX80" fmla="*/ 1751399 w 12191999"/>
              <a:gd name="connsiteY80" fmla="*/ 6793310 h 6858001"/>
              <a:gd name="connsiteX81" fmla="*/ 555491 w 12191999"/>
              <a:gd name="connsiteY81" fmla="*/ 4635767 h 6858001"/>
              <a:gd name="connsiteX82" fmla="*/ 555545 w 12191999"/>
              <a:gd name="connsiteY82" fmla="*/ 4635767 h 6858001"/>
              <a:gd name="connsiteX83" fmla="*/ 1947725 w 12191999"/>
              <a:gd name="connsiteY83" fmla="*/ 4626489 h 6858001"/>
              <a:gd name="connsiteX84" fmla="*/ 1952791 w 12191999"/>
              <a:gd name="connsiteY84" fmla="*/ 4635764 h 6858001"/>
              <a:gd name="connsiteX85" fmla="*/ 1952883 w 12191999"/>
              <a:gd name="connsiteY85" fmla="*/ 4635764 h 6858001"/>
              <a:gd name="connsiteX86" fmla="*/ 3143619 w 12191999"/>
              <a:gd name="connsiteY86" fmla="*/ 6784013 h 6858001"/>
              <a:gd name="connsiteX87" fmla="*/ 3126852 w 12191999"/>
              <a:gd name="connsiteY87" fmla="*/ 6793307 h 6858001"/>
              <a:gd name="connsiteX88" fmla="*/ 1931039 w 12191999"/>
              <a:gd name="connsiteY88" fmla="*/ 4635764 h 6858001"/>
              <a:gd name="connsiteX89" fmla="*/ 1931092 w 12191999"/>
              <a:gd name="connsiteY89" fmla="*/ 4635764 h 6858001"/>
              <a:gd name="connsiteX90" fmla="*/ 3323231 w 12191999"/>
              <a:gd name="connsiteY90" fmla="*/ 4626421 h 6858001"/>
              <a:gd name="connsiteX91" fmla="*/ 3328297 w 12191999"/>
              <a:gd name="connsiteY91" fmla="*/ 4635691 h 6858001"/>
              <a:gd name="connsiteX92" fmla="*/ 3328392 w 12191999"/>
              <a:gd name="connsiteY92" fmla="*/ 4635691 h 6858001"/>
              <a:gd name="connsiteX93" fmla="*/ 4519130 w 12191999"/>
              <a:gd name="connsiteY93" fmla="*/ 6783940 h 6858001"/>
              <a:gd name="connsiteX94" fmla="*/ 4502363 w 12191999"/>
              <a:gd name="connsiteY94" fmla="*/ 6793235 h 6858001"/>
              <a:gd name="connsiteX95" fmla="*/ 3306547 w 12191999"/>
              <a:gd name="connsiteY95" fmla="*/ 4635691 h 6858001"/>
              <a:gd name="connsiteX96" fmla="*/ 3306597 w 12191999"/>
              <a:gd name="connsiteY96" fmla="*/ 4635691 h 6858001"/>
              <a:gd name="connsiteX97" fmla="*/ 4698692 w 12191999"/>
              <a:gd name="connsiteY97" fmla="*/ 4626413 h 6858001"/>
              <a:gd name="connsiteX98" fmla="*/ 4703855 w 12191999"/>
              <a:gd name="connsiteY98" fmla="*/ 4635688 h 6858001"/>
              <a:gd name="connsiteX99" fmla="*/ 4703948 w 12191999"/>
              <a:gd name="connsiteY99" fmla="*/ 4635688 h 6858001"/>
              <a:gd name="connsiteX100" fmla="*/ 5894966 w 12191999"/>
              <a:gd name="connsiteY100" fmla="*/ 6783937 h 6858001"/>
              <a:gd name="connsiteX101" fmla="*/ 5878198 w 12191999"/>
              <a:gd name="connsiteY101" fmla="*/ 6793232 h 6858001"/>
              <a:gd name="connsiteX102" fmla="*/ 4682008 w 12191999"/>
              <a:gd name="connsiteY102" fmla="*/ 4635688 h 6858001"/>
              <a:gd name="connsiteX103" fmla="*/ 4682056 w 12191999"/>
              <a:gd name="connsiteY103" fmla="*/ 4635688 h 6858001"/>
              <a:gd name="connsiteX104" fmla="*/ 6074477 w 12191999"/>
              <a:gd name="connsiteY104" fmla="*/ 4626410 h 6858001"/>
              <a:gd name="connsiteX105" fmla="*/ 6079652 w 12191999"/>
              <a:gd name="connsiteY105" fmla="*/ 4635683 h 6858001"/>
              <a:gd name="connsiteX106" fmla="*/ 6079730 w 12191999"/>
              <a:gd name="connsiteY106" fmla="*/ 4635683 h 6858001"/>
              <a:gd name="connsiteX107" fmla="*/ 7270659 w 12191999"/>
              <a:gd name="connsiteY107" fmla="*/ 6783932 h 6858001"/>
              <a:gd name="connsiteX108" fmla="*/ 7253889 w 12191999"/>
              <a:gd name="connsiteY108" fmla="*/ 6793229 h 6858001"/>
              <a:gd name="connsiteX109" fmla="*/ 6057793 w 12191999"/>
              <a:gd name="connsiteY109" fmla="*/ 4635683 h 6858001"/>
              <a:gd name="connsiteX110" fmla="*/ 6057847 w 12191999"/>
              <a:gd name="connsiteY110" fmla="*/ 4635683 h 6858001"/>
              <a:gd name="connsiteX111" fmla="*/ 7450229 w 12191999"/>
              <a:gd name="connsiteY111" fmla="*/ 4626405 h 6858001"/>
              <a:gd name="connsiteX112" fmla="*/ 7455384 w 12191999"/>
              <a:gd name="connsiteY112" fmla="*/ 4635683 h 6858001"/>
              <a:gd name="connsiteX113" fmla="*/ 7455476 w 12191999"/>
              <a:gd name="connsiteY113" fmla="*/ 4635683 h 6858001"/>
              <a:gd name="connsiteX114" fmla="*/ 8646070 w 12191999"/>
              <a:gd name="connsiteY114" fmla="*/ 6783932 h 6858001"/>
              <a:gd name="connsiteX115" fmla="*/ 8629357 w 12191999"/>
              <a:gd name="connsiteY115" fmla="*/ 6793220 h 6858001"/>
              <a:gd name="connsiteX116" fmla="*/ 7433542 w 12191999"/>
              <a:gd name="connsiteY116" fmla="*/ 4635683 h 6858001"/>
              <a:gd name="connsiteX117" fmla="*/ 7433596 w 12191999"/>
              <a:gd name="connsiteY117" fmla="*/ 4635683 h 6858001"/>
              <a:gd name="connsiteX118" fmla="*/ 8825656 w 12191999"/>
              <a:gd name="connsiteY118" fmla="*/ 4626402 h 6858001"/>
              <a:gd name="connsiteX119" fmla="*/ 8830817 w 12191999"/>
              <a:gd name="connsiteY119" fmla="*/ 4635674 h 6858001"/>
              <a:gd name="connsiteX120" fmla="*/ 8830907 w 12191999"/>
              <a:gd name="connsiteY120" fmla="*/ 4635674 h 6858001"/>
              <a:gd name="connsiteX121" fmla="*/ 10021750 w 12191999"/>
              <a:gd name="connsiteY121" fmla="*/ 6783923 h 6858001"/>
              <a:gd name="connsiteX122" fmla="*/ 10004992 w 12191999"/>
              <a:gd name="connsiteY122" fmla="*/ 6793218 h 6858001"/>
              <a:gd name="connsiteX123" fmla="*/ 8808969 w 12191999"/>
              <a:gd name="connsiteY123" fmla="*/ 4635674 h 6858001"/>
              <a:gd name="connsiteX124" fmla="*/ 8809030 w 12191999"/>
              <a:gd name="connsiteY124" fmla="*/ 4635674 h 6858001"/>
              <a:gd name="connsiteX125" fmla="*/ 10201271 w 12191999"/>
              <a:gd name="connsiteY125" fmla="*/ 4626329 h 6858001"/>
              <a:gd name="connsiteX126" fmla="*/ 10206435 w 12191999"/>
              <a:gd name="connsiteY126" fmla="*/ 4635604 h 6858001"/>
              <a:gd name="connsiteX127" fmla="*/ 10206521 w 12191999"/>
              <a:gd name="connsiteY127" fmla="*/ 4635604 h 6858001"/>
              <a:gd name="connsiteX128" fmla="*/ 11397288 w 12191999"/>
              <a:gd name="connsiteY128" fmla="*/ 6783850 h 6858001"/>
              <a:gd name="connsiteX129" fmla="*/ 11380522 w 12191999"/>
              <a:gd name="connsiteY129" fmla="*/ 6793148 h 6858001"/>
              <a:gd name="connsiteX130" fmla="*/ 10184592 w 12191999"/>
              <a:gd name="connsiteY130" fmla="*/ 4635604 h 6858001"/>
              <a:gd name="connsiteX131" fmla="*/ 10184648 w 12191999"/>
              <a:gd name="connsiteY131" fmla="*/ 4635604 h 6858001"/>
              <a:gd name="connsiteX132" fmla="*/ 11576877 w 12191999"/>
              <a:gd name="connsiteY132" fmla="*/ 4626326 h 6858001"/>
              <a:gd name="connsiteX133" fmla="*/ 11582029 w 12191999"/>
              <a:gd name="connsiteY133" fmla="*/ 4635598 h 6858001"/>
              <a:gd name="connsiteX134" fmla="*/ 11582125 w 12191999"/>
              <a:gd name="connsiteY134" fmla="*/ 4635598 h 6858001"/>
              <a:gd name="connsiteX135" fmla="*/ 12191999 w 12191999"/>
              <a:gd name="connsiteY135" fmla="*/ 5735833 h 6858001"/>
              <a:gd name="connsiteX136" fmla="*/ 12191999 w 12191999"/>
              <a:gd name="connsiteY136" fmla="*/ 5775414 h 6858001"/>
              <a:gd name="connsiteX137" fmla="*/ 11560167 w 12191999"/>
              <a:gd name="connsiteY137" fmla="*/ 4635598 h 6858001"/>
              <a:gd name="connsiteX138" fmla="*/ 11560222 w 12191999"/>
              <a:gd name="connsiteY138" fmla="*/ 4635598 h 6858001"/>
              <a:gd name="connsiteX139" fmla="*/ 0 w 12191999"/>
              <a:gd name="connsiteY139" fmla="*/ 3594086 h 6858001"/>
              <a:gd name="connsiteX140" fmla="*/ 392633 w 12191999"/>
              <a:gd name="connsiteY140" fmla="*/ 4302359 h 6858001"/>
              <a:gd name="connsiteX141" fmla="*/ 375865 w 12191999"/>
              <a:gd name="connsiteY141" fmla="*/ 4311657 h 6858001"/>
              <a:gd name="connsiteX142" fmla="*/ 0 w 12191999"/>
              <a:gd name="connsiteY142" fmla="*/ 3633586 h 6858001"/>
              <a:gd name="connsiteX143" fmla="*/ 1063587 w 12191999"/>
              <a:gd name="connsiteY143" fmla="*/ 3385705 h 6858001"/>
              <a:gd name="connsiteX144" fmla="*/ 1080355 w 12191999"/>
              <a:gd name="connsiteY144" fmla="*/ 3395000 h 6858001"/>
              <a:gd name="connsiteX145" fmla="*/ 555511 w 12191999"/>
              <a:gd name="connsiteY145" fmla="*/ 4341922 h 6858001"/>
              <a:gd name="connsiteX146" fmla="*/ 555511 w 12191999"/>
              <a:gd name="connsiteY146" fmla="*/ 4342121 h 6858001"/>
              <a:gd name="connsiteX147" fmla="*/ 392731 w 12191999"/>
              <a:gd name="connsiteY147" fmla="*/ 4635794 h 6858001"/>
              <a:gd name="connsiteX148" fmla="*/ 392608 w 12191999"/>
              <a:gd name="connsiteY148" fmla="*/ 4635794 h 6858001"/>
              <a:gd name="connsiteX149" fmla="*/ 0 w 12191999"/>
              <a:gd name="connsiteY149" fmla="*/ 5344059 h 6858001"/>
              <a:gd name="connsiteX150" fmla="*/ 0 w 12191999"/>
              <a:gd name="connsiteY150" fmla="*/ 5304509 h 6858001"/>
              <a:gd name="connsiteX151" fmla="*/ 370679 w 12191999"/>
              <a:gd name="connsiteY151" fmla="*/ 4635775 h 6858001"/>
              <a:gd name="connsiteX152" fmla="*/ 370797 w 12191999"/>
              <a:gd name="connsiteY152" fmla="*/ 4635775 h 6858001"/>
              <a:gd name="connsiteX153" fmla="*/ 555508 w 12191999"/>
              <a:gd name="connsiteY153" fmla="*/ 4302653 h 6858001"/>
              <a:gd name="connsiteX154" fmla="*/ 555508 w 12191999"/>
              <a:gd name="connsiteY154" fmla="*/ 4302454 h 6858001"/>
              <a:gd name="connsiteX155" fmla="*/ 2439140 w 12191999"/>
              <a:gd name="connsiteY155" fmla="*/ 3385700 h 6858001"/>
              <a:gd name="connsiteX156" fmla="*/ 2455908 w 12191999"/>
              <a:gd name="connsiteY156" fmla="*/ 3394997 h 6858001"/>
              <a:gd name="connsiteX157" fmla="*/ 1931058 w 12191999"/>
              <a:gd name="connsiteY157" fmla="*/ 4341920 h 6858001"/>
              <a:gd name="connsiteX158" fmla="*/ 1931058 w 12191999"/>
              <a:gd name="connsiteY158" fmla="*/ 4342119 h 6858001"/>
              <a:gd name="connsiteX159" fmla="*/ 1768276 w 12191999"/>
              <a:gd name="connsiteY159" fmla="*/ 4635792 h 6858001"/>
              <a:gd name="connsiteX160" fmla="*/ 1768155 w 12191999"/>
              <a:gd name="connsiteY160" fmla="*/ 4635792 h 6858001"/>
              <a:gd name="connsiteX161" fmla="*/ 1259986 w 12191999"/>
              <a:gd name="connsiteY161" fmla="*/ 5552518 h 6858001"/>
              <a:gd name="connsiteX162" fmla="*/ 1243219 w 12191999"/>
              <a:gd name="connsiteY162" fmla="*/ 5543226 h 6858001"/>
              <a:gd name="connsiteX163" fmla="*/ 1746227 w 12191999"/>
              <a:gd name="connsiteY163" fmla="*/ 4635770 h 6858001"/>
              <a:gd name="connsiteX164" fmla="*/ 1746345 w 12191999"/>
              <a:gd name="connsiteY164" fmla="*/ 4635770 h 6858001"/>
              <a:gd name="connsiteX165" fmla="*/ 1931055 w 12191999"/>
              <a:gd name="connsiteY165" fmla="*/ 4302650 h 6858001"/>
              <a:gd name="connsiteX166" fmla="*/ 1931055 w 12191999"/>
              <a:gd name="connsiteY166" fmla="*/ 4302449 h 6858001"/>
              <a:gd name="connsiteX167" fmla="*/ 3814646 w 12191999"/>
              <a:gd name="connsiteY167" fmla="*/ 3385629 h 6858001"/>
              <a:gd name="connsiteX168" fmla="*/ 3831413 w 12191999"/>
              <a:gd name="connsiteY168" fmla="*/ 3394924 h 6858001"/>
              <a:gd name="connsiteX169" fmla="*/ 3306608 w 12191999"/>
              <a:gd name="connsiteY169" fmla="*/ 4341766 h 6858001"/>
              <a:gd name="connsiteX170" fmla="*/ 3306608 w 12191999"/>
              <a:gd name="connsiteY170" fmla="*/ 4342113 h 6858001"/>
              <a:gd name="connsiteX171" fmla="*/ 3143829 w 12191999"/>
              <a:gd name="connsiteY171" fmla="*/ 4635786 h 6858001"/>
              <a:gd name="connsiteX172" fmla="*/ 3143706 w 12191999"/>
              <a:gd name="connsiteY172" fmla="*/ 4635786 h 6858001"/>
              <a:gd name="connsiteX173" fmla="*/ 2635539 w 12191999"/>
              <a:gd name="connsiteY173" fmla="*/ 5552512 h 6858001"/>
              <a:gd name="connsiteX174" fmla="*/ 2618772 w 12191999"/>
              <a:gd name="connsiteY174" fmla="*/ 5543226 h 6858001"/>
              <a:gd name="connsiteX175" fmla="*/ 3121777 w 12191999"/>
              <a:gd name="connsiteY175" fmla="*/ 4635767 h 6858001"/>
              <a:gd name="connsiteX176" fmla="*/ 3121898 w 12191999"/>
              <a:gd name="connsiteY176" fmla="*/ 4635767 h 6858001"/>
              <a:gd name="connsiteX177" fmla="*/ 3306561 w 12191999"/>
              <a:gd name="connsiteY177" fmla="*/ 4302723 h 6858001"/>
              <a:gd name="connsiteX178" fmla="*/ 3306561 w 12191999"/>
              <a:gd name="connsiteY178" fmla="*/ 4302379 h 6858001"/>
              <a:gd name="connsiteX179" fmla="*/ 5190202 w 12191999"/>
              <a:gd name="connsiteY179" fmla="*/ 3385627 h 6858001"/>
              <a:gd name="connsiteX180" fmla="*/ 5206970 w 12191999"/>
              <a:gd name="connsiteY180" fmla="*/ 3394919 h 6858001"/>
              <a:gd name="connsiteX181" fmla="*/ 4682120 w 12191999"/>
              <a:gd name="connsiteY181" fmla="*/ 4341670 h 6858001"/>
              <a:gd name="connsiteX182" fmla="*/ 4682120 w 12191999"/>
              <a:gd name="connsiteY182" fmla="*/ 4342045 h 6858001"/>
              <a:gd name="connsiteX183" fmla="*/ 4519337 w 12191999"/>
              <a:gd name="connsiteY183" fmla="*/ 4635719 h 6858001"/>
              <a:gd name="connsiteX184" fmla="*/ 4519214 w 12191999"/>
              <a:gd name="connsiteY184" fmla="*/ 4635719 h 6858001"/>
              <a:gd name="connsiteX185" fmla="*/ 4011048 w 12191999"/>
              <a:gd name="connsiteY185" fmla="*/ 5552443 h 6858001"/>
              <a:gd name="connsiteX186" fmla="*/ 3994283 w 12191999"/>
              <a:gd name="connsiteY186" fmla="*/ 5543154 h 6858001"/>
              <a:gd name="connsiteX187" fmla="*/ 4497288 w 12191999"/>
              <a:gd name="connsiteY187" fmla="*/ 4635693 h 6858001"/>
              <a:gd name="connsiteX188" fmla="*/ 4497406 w 12191999"/>
              <a:gd name="connsiteY188" fmla="*/ 4635693 h 6858001"/>
              <a:gd name="connsiteX189" fmla="*/ 4682022 w 12191999"/>
              <a:gd name="connsiteY189" fmla="*/ 4302745 h 6858001"/>
              <a:gd name="connsiteX190" fmla="*/ 4682022 w 12191999"/>
              <a:gd name="connsiteY190" fmla="*/ 4302373 h 6858001"/>
              <a:gd name="connsiteX191" fmla="*/ 6566097 w 12191999"/>
              <a:gd name="connsiteY191" fmla="*/ 3385621 h 6858001"/>
              <a:gd name="connsiteX192" fmla="*/ 6582853 w 12191999"/>
              <a:gd name="connsiteY192" fmla="*/ 3394916 h 6858001"/>
              <a:gd name="connsiteX193" fmla="*/ 6057813 w 12191999"/>
              <a:gd name="connsiteY193" fmla="*/ 4341839 h 6858001"/>
              <a:gd name="connsiteX194" fmla="*/ 6057813 w 12191999"/>
              <a:gd name="connsiteY194" fmla="*/ 4342037 h 6858001"/>
              <a:gd name="connsiteX195" fmla="*/ 5895162 w 12191999"/>
              <a:gd name="connsiteY195" fmla="*/ 4635711 h 6858001"/>
              <a:gd name="connsiteX196" fmla="*/ 5894944 w 12191999"/>
              <a:gd name="connsiteY196" fmla="*/ 4635711 h 6858001"/>
              <a:gd name="connsiteX197" fmla="*/ 5386601 w 12191999"/>
              <a:gd name="connsiteY197" fmla="*/ 5552437 h 6858001"/>
              <a:gd name="connsiteX198" fmla="*/ 5369834 w 12191999"/>
              <a:gd name="connsiteY198" fmla="*/ 5543148 h 6858001"/>
              <a:gd name="connsiteX199" fmla="*/ 5873111 w 12191999"/>
              <a:gd name="connsiteY199" fmla="*/ 4635691 h 6858001"/>
              <a:gd name="connsiteX200" fmla="*/ 5873247 w 12191999"/>
              <a:gd name="connsiteY200" fmla="*/ 4635691 h 6858001"/>
              <a:gd name="connsiteX201" fmla="*/ 6057810 w 12191999"/>
              <a:gd name="connsiteY201" fmla="*/ 4302569 h 6858001"/>
              <a:gd name="connsiteX202" fmla="*/ 6057810 w 12191999"/>
              <a:gd name="connsiteY202" fmla="*/ 4302370 h 6858001"/>
              <a:gd name="connsiteX203" fmla="*/ 7941611 w 12191999"/>
              <a:gd name="connsiteY203" fmla="*/ 3385615 h 6858001"/>
              <a:gd name="connsiteX204" fmla="*/ 7958384 w 12191999"/>
              <a:gd name="connsiteY204" fmla="*/ 3394910 h 6858001"/>
              <a:gd name="connsiteX205" fmla="*/ 7433562 w 12191999"/>
              <a:gd name="connsiteY205" fmla="*/ 4341833 h 6858001"/>
              <a:gd name="connsiteX206" fmla="*/ 7433562 w 12191999"/>
              <a:gd name="connsiteY206" fmla="*/ 4342031 h 6858001"/>
              <a:gd name="connsiteX207" fmla="*/ 7270866 w 12191999"/>
              <a:gd name="connsiteY207" fmla="*/ 4635705 h 6858001"/>
              <a:gd name="connsiteX208" fmla="*/ 7270648 w 12191999"/>
              <a:gd name="connsiteY208" fmla="*/ 4635705 h 6858001"/>
              <a:gd name="connsiteX209" fmla="*/ 6762479 w 12191999"/>
              <a:gd name="connsiteY209" fmla="*/ 5552435 h 6858001"/>
              <a:gd name="connsiteX210" fmla="*/ 6745717 w 12191999"/>
              <a:gd name="connsiteY210" fmla="*/ 5543143 h 6858001"/>
              <a:gd name="connsiteX211" fmla="*/ 7248812 w 12191999"/>
              <a:gd name="connsiteY211" fmla="*/ 4635685 h 6858001"/>
              <a:gd name="connsiteX212" fmla="*/ 7248932 w 12191999"/>
              <a:gd name="connsiteY212" fmla="*/ 4635685 h 6858001"/>
              <a:gd name="connsiteX213" fmla="*/ 7433562 w 12191999"/>
              <a:gd name="connsiteY213" fmla="*/ 4302564 h 6858001"/>
              <a:gd name="connsiteX214" fmla="*/ 7433562 w 12191999"/>
              <a:gd name="connsiteY214" fmla="*/ 4302364 h 6858001"/>
              <a:gd name="connsiteX215" fmla="*/ 9317362 w 12191999"/>
              <a:gd name="connsiteY215" fmla="*/ 3385610 h 6858001"/>
              <a:gd name="connsiteX216" fmla="*/ 9334119 w 12191999"/>
              <a:gd name="connsiteY216" fmla="*/ 3394907 h 6858001"/>
              <a:gd name="connsiteX217" fmla="*/ 8808998 w 12191999"/>
              <a:gd name="connsiteY217" fmla="*/ 4341830 h 6858001"/>
              <a:gd name="connsiteX218" fmla="*/ 8808998 w 12191999"/>
              <a:gd name="connsiteY218" fmla="*/ 4342029 h 6858001"/>
              <a:gd name="connsiteX219" fmla="*/ 8646184 w 12191999"/>
              <a:gd name="connsiteY219" fmla="*/ 4635702 h 6858001"/>
              <a:gd name="connsiteX220" fmla="*/ 8646061 w 12191999"/>
              <a:gd name="connsiteY220" fmla="*/ 4635702 h 6858001"/>
              <a:gd name="connsiteX221" fmla="*/ 8137996 w 12191999"/>
              <a:gd name="connsiteY221" fmla="*/ 5552431 h 6858001"/>
              <a:gd name="connsiteX222" fmla="*/ 8121237 w 12191999"/>
              <a:gd name="connsiteY222" fmla="*/ 5543139 h 6858001"/>
              <a:gd name="connsiteX223" fmla="*/ 8624283 w 12191999"/>
              <a:gd name="connsiteY223" fmla="*/ 4635683 h 6858001"/>
              <a:gd name="connsiteX224" fmla="*/ 8624403 w 12191999"/>
              <a:gd name="connsiteY224" fmla="*/ 4635683 h 6858001"/>
              <a:gd name="connsiteX225" fmla="*/ 8808998 w 12191999"/>
              <a:gd name="connsiteY225" fmla="*/ 4302560 h 6858001"/>
              <a:gd name="connsiteX226" fmla="*/ 8808998 w 12191999"/>
              <a:gd name="connsiteY226" fmla="*/ 4302362 h 6858001"/>
              <a:gd name="connsiteX227" fmla="*/ 10692814 w 12191999"/>
              <a:gd name="connsiteY227" fmla="*/ 3385540 h 6858001"/>
              <a:gd name="connsiteX228" fmla="*/ 10709486 w 12191999"/>
              <a:gd name="connsiteY228" fmla="*/ 3394835 h 6858001"/>
              <a:gd name="connsiteX229" fmla="*/ 10184660 w 12191999"/>
              <a:gd name="connsiteY229" fmla="*/ 4341674 h 6858001"/>
              <a:gd name="connsiteX230" fmla="*/ 10184660 w 12191999"/>
              <a:gd name="connsiteY230" fmla="*/ 4342023 h 6858001"/>
              <a:gd name="connsiteX231" fmla="*/ 10021861 w 12191999"/>
              <a:gd name="connsiteY231" fmla="*/ 4635697 h 6858001"/>
              <a:gd name="connsiteX232" fmla="*/ 10021748 w 12191999"/>
              <a:gd name="connsiteY232" fmla="*/ 4635697 h 6858001"/>
              <a:gd name="connsiteX233" fmla="*/ 9513721 w 12191999"/>
              <a:gd name="connsiteY233" fmla="*/ 5552426 h 6858001"/>
              <a:gd name="connsiteX234" fmla="*/ 9496951 w 12191999"/>
              <a:gd name="connsiteY234" fmla="*/ 5543134 h 6858001"/>
              <a:gd name="connsiteX235" fmla="*/ 9999915 w 12191999"/>
              <a:gd name="connsiteY235" fmla="*/ 4635677 h 6858001"/>
              <a:gd name="connsiteX236" fmla="*/ 10000040 w 12191999"/>
              <a:gd name="connsiteY236" fmla="*/ 4635677 h 6858001"/>
              <a:gd name="connsiteX237" fmla="*/ 10184612 w 12191999"/>
              <a:gd name="connsiteY237" fmla="*/ 4302639 h 6858001"/>
              <a:gd name="connsiteX238" fmla="*/ 10184612 w 12191999"/>
              <a:gd name="connsiteY238" fmla="*/ 4302289 h 6858001"/>
              <a:gd name="connsiteX239" fmla="*/ 12068258 w 12191999"/>
              <a:gd name="connsiteY239" fmla="*/ 3385537 h 6858001"/>
              <a:gd name="connsiteX240" fmla="*/ 12085027 w 12191999"/>
              <a:gd name="connsiteY240" fmla="*/ 3394832 h 6858001"/>
              <a:gd name="connsiteX241" fmla="*/ 11560185 w 12191999"/>
              <a:gd name="connsiteY241" fmla="*/ 4341755 h 6858001"/>
              <a:gd name="connsiteX242" fmla="*/ 11560185 w 12191999"/>
              <a:gd name="connsiteY242" fmla="*/ 4341956 h 6858001"/>
              <a:gd name="connsiteX243" fmla="*/ 11397403 w 12191999"/>
              <a:gd name="connsiteY243" fmla="*/ 4635627 h 6858001"/>
              <a:gd name="connsiteX244" fmla="*/ 11397282 w 12191999"/>
              <a:gd name="connsiteY244" fmla="*/ 4635627 h 6858001"/>
              <a:gd name="connsiteX245" fmla="*/ 10889231 w 12191999"/>
              <a:gd name="connsiteY245" fmla="*/ 5552353 h 6858001"/>
              <a:gd name="connsiteX246" fmla="*/ 10872465 w 12191999"/>
              <a:gd name="connsiteY246" fmla="*/ 5543064 h 6858001"/>
              <a:gd name="connsiteX247" fmla="*/ 11375358 w 12191999"/>
              <a:gd name="connsiteY247" fmla="*/ 4635610 h 6858001"/>
              <a:gd name="connsiteX248" fmla="*/ 11375578 w 12191999"/>
              <a:gd name="connsiteY248" fmla="*/ 4635610 h 6858001"/>
              <a:gd name="connsiteX249" fmla="*/ 11560173 w 12191999"/>
              <a:gd name="connsiteY249" fmla="*/ 4302485 h 6858001"/>
              <a:gd name="connsiteX250" fmla="*/ 11560173 w 12191999"/>
              <a:gd name="connsiteY250" fmla="*/ 4302286 h 6858001"/>
              <a:gd name="connsiteX251" fmla="*/ 370696 w 12191999"/>
              <a:gd name="connsiteY251" fmla="*/ 2154208 h 6858001"/>
              <a:gd name="connsiteX252" fmla="*/ 392636 w 12191999"/>
              <a:gd name="connsiteY252" fmla="*/ 2154208 h 6858001"/>
              <a:gd name="connsiteX253" fmla="*/ 0 w 12191999"/>
              <a:gd name="connsiteY253" fmla="*/ 2862444 h 6858001"/>
              <a:gd name="connsiteX254" fmla="*/ 0 w 12191999"/>
              <a:gd name="connsiteY254" fmla="*/ 2822967 h 6858001"/>
              <a:gd name="connsiteX255" fmla="*/ 3121791 w 12191999"/>
              <a:gd name="connsiteY255" fmla="*/ 2154203 h 6858001"/>
              <a:gd name="connsiteX256" fmla="*/ 3143731 w 12191999"/>
              <a:gd name="connsiteY256" fmla="*/ 2154203 h 6858001"/>
              <a:gd name="connsiteX257" fmla="*/ 2635553 w 12191999"/>
              <a:gd name="connsiteY257" fmla="*/ 3070851 h 6858001"/>
              <a:gd name="connsiteX258" fmla="*/ 2618786 w 12191999"/>
              <a:gd name="connsiteY258" fmla="*/ 3061657 h 6858001"/>
              <a:gd name="connsiteX259" fmla="*/ 1746241 w 12191999"/>
              <a:gd name="connsiteY259" fmla="*/ 2154203 h 6858001"/>
              <a:gd name="connsiteX260" fmla="*/ 1768183 w 12191999"/>
              <a:gd name="connsiteY260" fmla="*/ 2154203 h 6858001"/>
              <a:gd name="connsiteX261" fmla="*/ 1260000 w 12191999"/>
              <a:gd name="connsiteY261" fmla="*/ 3070856 h 6858001"/>
              <a:gd name="connsiteX262" fmla="*/ 1243233 w 12191999"/>
              <a:gd name="connsiteY262" fmla="*/ 3061659 h 6858001"/>
              <a:gd name="connsiteX263" fmla="*/ 555508 w 12191999"/>
              <a:gd name="connsiteY263" fmla="*/ 2154203 h 6858001"/>
              <a:gd name="connsiteX264" fmla="*/ 577352 w 12191999"/>
              <a:gd name="connsiteY264" fmla="*/ 2154203 h 6858001"/>
              <a:gd name="connsiteX265" fmla="*/ 1768180 w 12191999"/>
              <a:gd name="connsiteY265" fmla="*/ 4302354 h 6858001"/>
              <a:gd name="connsiteX266" fmla="*/ 1751413 w 12191999"/>
              <a:gd name="connsiteY266" fmla="*/ 4311648 h 6858001"/>
              <a:gd name="connsiteX267" fmla="*/ 1931055 w 12191999"/>
              <a:gd name="connsiteY267" fmla="*/ 2154197 h 6858001"/>
              <a:gd name="connsiteX268" fmla="*/ 1952900 w 12191999"/>
              <a:gd name="connsiteY268" fmla="*/ 2154197 h 6858001"/>
              <a:gd name="connsiteX269" fmla="*/ 3143633 w 12191999"/>
              <a:gd name="connsiteY269" fmla="*/ 4302348 h 6858001"/>
              <a:gd name="connsiteX270" fmla="*/ 3126868 w 12191999"/>
              <a:gd name="connsiteY270" fmla="*/ 4311642 h 6858001"/>
              <a:gd name="connsiteX271" fmla="*/ 4497300 w 12191999"/>
              <a:gd name="connsiteY271" fmla="*/ 2154127 h 6858001"/>
              <a:gd name="connsiteX272" fmla="*/ 4519239 w 12191999"/>
              <a:gd name="connsiteY272" fmla="*/ 2154127 h 6858001"/>
              <a:gd name="connsiteX273" fmla="*/ 4011062 w 12191999"/>
              <a:gd name="connsiteY273" fmla="*/ 3070781 h 6858001"/>
              <a:gd name="connsiteX274" fmla="*/ 3994294 w 12191999"/>
              <a:gd name="connsiteY274" fmla="*/ 3061584 h 6858001"/>
              <a:gd name="connsiteX275" fmla="*/ 5873130 w 12191999"/>
              <a:gd name="connsiteY275" fmla="*/ 2154124 h 6858001"/>
              <a:gd name="connsiteX276" fmla="*/ 5894983 w 12191999"/>
              <a:gd name="connsiteY276" fmla="*/ 2154124 h 6858001"/>
              <a:gd name="connsiteX277" fmla="*/ 5386612 w 12191999"/>
              <a:gd name="connsiteY277" fmla="*/ 3070775 h 6858001"/>
              <a:gd name="connsiteX278" fmla="*/ 5369848 w 12191999"/>
              <a:gd name="connsiteY278" fmla="*/ 3061581 h 6858001"/>
              <a:gd name="connsiteX279" fmla="*/ 3306559 w 12191999"/>
              <a:gd name="connsiteY279" fmla="*/ 2154124 h 6858001"/>
              <a:gd name="connsiteX280" fmla="*/ 3328408 w 12191999"/>
              <a:gd name="connsiteY280" fmla="*/ 2154124 h 6858001"/>
              <a:gd name="connsiteX281" fmla="*/ 4519141 w 12191999"/>
              <a:gd name="connsiteY281" fmla="*/ 4302278 h 6858001"/>
              <a:gd name="connsiteX282" fmla="*/ 4502377 w 12191999"/>
              <a:gd name="connsiteY282" fmla="*/ 4311572 h 6858001"/>
              <a:gd name="connsiteX283" fmla="*/ 4682022 w 12191999"/>
              <a:gd name="connsiteY283" fmla="*/ 2154121 h 6858001"/>
              <a:gd name="connsiteX284" fmla="*/ 4703962 w 12191999"/>
              <a:gd name="connsiteY284" fmla="*/ 2154121 h 6858001"/>
              <a:gd name="connsiteX285" fmla="*/ 5894983 w 12191999"/>
              <a:gd name="connsiteY285" fmla="*/ 4302272 h 6858001"/>
              <a:gd name="connsiteX286" fmla="*/ 5878212 w 12191999"/>
              <a:gd name="connsiteY286" fmla="*/ 4311567 h 6858001"/>
              <a:gd name="connsiteX287" fmla="*/ 7248831 w 12191999"/>
              <a:gd name="connsiteY287" fmla="*/ 2154118 h 6858001"/>
              <a:gd name="connsiteX288" fmla="*/ 7270679 w 12191999"/>
              <a:gd name="connsiteY288" fmla="*/ 2154118 h 6858001"/>
              <a:gd name="connsiteX289" fmla="*/ 6762496 w 12191999"/>
              <a:gd name="connsiteY289" fmla="*/ 3070772 h 6858001"/>
              <a:gd name="connsiteX290" fmla="*/ 6745731 w 12191999"/>
              <a:gd name="connsiteY290" fmla="*/ 3061575 h 6858001"/>
              <a:gd name="connsiteX291" fmla="*/ 8624295 w 12191999"/>
              <a:gd name="connsiteY291" fmla="*/ 2154116 h 6858001"/>
              <a:gd name="connsiteX292" fmla="*/ 8646089 w 12191999"/>
              <a:gd name="connsiteY292" fmla="*/ 2154116 h 6858001"/>
              <a:gd name="connsiteX293" fmla="*/ 8138010 w 12191999"/>
              <a:gd name="connsiteY293" fmla="*/ 3070767 h 6858001"/>
              <a:gd name="connsiteX294" fmla="*/ 8121253 w 12191999"/>
              <a:gd name="connsiteY294" fmla="*/ 3061570 h 6858001"/>
              <a:gd name="connsiteX295" fmla="*/ 6057810 w 12191999"/>
              <a:gd name="connsiteY295" fmla="*/ 2154116 h 6858001"/>
              <a:gd name="connsiteX296" fmla="*/ 6079750 w 12191999"/>
              <a:gd name="connsiteY296" fmla="*/ 2154116 h 6858001"/>
              <a:gd name="connsiteX297" fmla="*/ 7270676 w 12191999"/>
              <a:gd name="connsiteY297" fmla="*/ 4302270 h 6858001"/>
              <a:gd name="connsiteX298" fmla="*/ 7253903 w 12191999"/>
              <a:gd name="connsiteY298" fmla="*/ 4311564 h 6858001"/>
              <a:gd name="connsiteX299" fmla="*/ 7433559 w 12191999"/>
              <a:gd name="connsiteY299" fmla="*/ 2154113 h 6858001"/>
              <a:gd name="connsiteX300" fmla="*/ 7455493 w 12191999"/>
              <a:gd name="connsiteY300" fmla="*/ 2154113 h 6858001"/>
              <a:gd name="connsiteX301" fmla="*/ 8646089 w 12191999"/>
              <a:gd name="connsiteY301" fmla="*/ 4302266 h 6858001"/>
              <a:gd name="connsiteX302" fmla="*/ 8629372 w 12191999"/>
              <a:gd name="connsiteY302" fmla="*/ 4311558 h 6858001"/>
              <a:gd name="connsiteX303" fmla="*/ 9999926 w 12191999"/>
              <a:gd name="connsiteY303" fmla="*/ 2154110 h 6858001"/>
              <a:gd name="connsiteX304" fmla="*/ 10021771 w 12191999"/>
              <a:gd name="connsiteY304" fmla="*/ 2154110 h 6858001"/>
              <a:gd name="connsiteX305" fmla="*/ 9513733 w 12191999"/>
              <a:gd name="connsiteY305" fmla="*/ 3070764 h 6858001"/>
              <a:gd name="connsiteX306" fmla="*/ 9496971 w 12191999"/>
              <a:gd name="connsiteY306" fmla="*/ 3061567 h 6858001"/>
              <a:gd name="connsiteX307" fmla="*/ 8808969 w 12191999"/>
              <a:gd name="connsiteY307" fmla="*/ 2154107 h 6858001"/>
              <a:gd name="connsiteX308" fmla="*/ 8830925 w 12191999"/>
              <a:gd name="connsiteY308" fmla="*/ 2154107 h 6858001"/>
              <a:gd name="connsiteX309" fmla="*/ 10021771 w 12191999"/>
              <a:gd name="connsiteY309" fmla="*/ 4302261 h 6858001"/>
              <a:gd name="connsiteX310" fmla="*/ 10005012 w 12191999"/>
              <a:gd name="connsiteY310" fmla="*/ 4311556 h 6858001"/>
              <a:gd name="connsiteX311" fmla="*/ 11375379 w 12191999"/>
              <a:gd name="connsiteY311" fmla="*/ 2154040 h 6858001"/>
              <a:gd name="connsiteX312" fmla="*/ 11397301 w 12191999"/>
              <a:gd name="connsiteY312" fmla="*/ 2154040 h 6858001"/>
              <a:gd name="connsiteX313" fmla="*/ 10889252 w 12191999"/>
              <a:gd name="connsiteY313" fmla="*/ 3070691 h 6858001"/>
              <a:gd name="connsiteX314" fmla="*/ 10872480 w 12191999"/>
              <a:gd name="connsiteY314" fmla="*/ 3061494 h 6858001"/>
              <a:gd name="connsiteX315" fmla="*/ 10184610 w 12191999"/>
              <a:gd name="connsiteY315" fmla="*/ 2154037 h 6858001"/>
              <a:gd name="connsiteX316" fmla="*/ 10206540 w 12191999"/>
              <a:gd name="connsiteY316" fmla="*/ 2154037 h 6858001"/>
              <a:gd name="connsiteX317" fmla="*/ 11397301 w 12191999"/>
              <a:gd name="connsiteY317" fmla="*/ 4302188 h 6858001"/>
              <a:gd name="connsiteX318" fmla="*/ 11380543 w 12191999"/>
              <a:gd name="connsiteY318" fmla="*/ 4311483 h 6858001"/>
              <a:gd name="connsiteX319" fmla="*/ 11560173 w 12191999"/>
              <a:gd name="connsiteY319" fmla="*/ 2154032 h 6858001"/>
              <a:gd name="connsiteX320" fmla="*/ 11582139 w 12191999"/>
              <a:gd name="connsiteY320" fmla="*/ 2154032 h 6858001"/>
              <a:gd name="connsiteX321" fmla="*/ 12191999 w 12191999"/>
              <a:gd name="connsiteY321" fmla="*/ 3254182 h 6858001"/>
              <a:gd name="connsiteX322" fmla="*/ 12191999 w 12191999"/>
              <a:gd name="connsiteY322" fmla="*/ 3293779 h 6858001"/>
              <a:gd name="connsiteX323" fmla="*/ 572194 w 12191999"/>
              <a:gd name="connsiteY323" fmla="*/ 2144930 h 6858001"/>
              <a:gd name="connsiteX324" fmla="*/ 577271 w 12191999"/>
              <a:gd name="connsiteY324" fmla="*/ 2154127 h 6858001"/>
              <a:gd name="connsiteX325" fmla="*/ 555522 w 12191999"/>
              <a:gd name="connsiteY325" fmla="*/ 2154127 h 6858001"/>
              <a:gd name="connsiteX326" fmla="*/ 1947742 w 12191999"/>
              <a:gd name="connsiteY326" fmla="*/ 2144924 h 6858001"/>
              <a:gd name="connsiteX327" fmla="*/ 1952819 w 12191999"/>
              <a:gd name="connsiteY327" fmla="*/ 2154121 h 6858001"/>
              <a:gd name="connsiteX328" fmla="*/ 1931070 w 12191999"/>
              <a:gd name="connsiteY328" fmla="*/ 2154121 h 6858001"/>
              <a:gd name="connsiteX329" fmla="*/ 3323244 w 12191999"/>
              <a:gd name="connsiteY329" fmla="*/ 2144854 h 6858001"/>
              <a:gd name="connsiteX330" fmla="*/ 3328322 w 12191999"/>
              <a:gd name="connsiteY330" fmla="*/ 2154051 h 6858001"/>
              <a:gd name="connsiteX331" fmla="*/ 3306572 w 12191999"/>
              <a:gd name="connsiteY331" fmla="*/ 2154051 h 6858001"/>
              <a:gd name="connsiteX332" fmla="*/ 4698705 w 12191999"/>
              <a:gd name="connsiteY332" fmla="*/ 2144849 h 6858001"/>
              <a:gd name="connsiteX333" fmla="*/ 4703880 w 12191999"/>
              <a:gd name="connsiteY333" fmla="*/ 2154046 h 6858001"/>
              <a:gd name="connsiteX334" fmla="*/ 4682033 w 12191999"/>
              <a:gd name="connsiteY334" fmla="*/ 2154046 h 6858001"/>
              <a:gd name="connsiteX335" fmla="*/ 6074491 w 12191999"/>
              <a:gd name="connsiteY335" fmla="*/ 2144846 h 6858001"/>
              <a:gd name="connsiteX336" fmla="*/ 6079671 w 12191999"/>
              <a:gd name="connsiteY336" fmla="*/ 2154043 h 6858001"/>
              <a:gd name="connsiteX337" fmla="*/ 6057833 w 12191999"/>
              <a:gd name="connsiteY337" fmla="*/ 2154043 h 6858001"/>
              <a:gd name="connsiteX338" fmla="*/ 7450246 w 12191999"/>
              <a:gd name="connsiteY338" fmla="*/ 2144840 h 6858001"/>
              <a:gd name="connsiteX339" fmla="*/ 7455415 w 12191999"/>
              <a:gd name="connsiteY339" fmla="*/ 2154037 h 6858001"/>
              <a:gd name="connsiteX340" fmla="*/ 7433576 w 12191999"/>
              <a:gd name="connsiteY340" fmla="*/ 2154037 h 6858001"/>
              <a:gd name="connsiteX341" fmla="*/ 8825669 w 12191999"/>
              <a:gd name="connsiteY341" fmla="*/ 2144835 h 6858001"/>
              <a:gd name="connsiteX342" fmla="*/ 8830861 w 12191999"/>
              <a:gd name="connsiteY342" fmla="*/ 2154032 h 6858001"/>
              <a:gd name="connsiteX343" fmla="*/ 8808998 w 12191999"/>
              <a:gd name="connsiteY343" fmla="*/ 2154032 h 6858001"/>
              <a:gd name="connsiteX344" fmla="*/ 10201296 w 12191999"/>
              <a:gd name="connsiteY344" fmla="*/ 2144765 h 6858001"/>
              <a:gd name="connsiteX345" fmla="*/ 10206454 w 12191999"/>
              <a:gd name="connsiteY345" fmla="*/ 2153962 h 6858001"/>
              <a:gd name="connsiteX346" fmla="*/ 10184627 w 12191999"/>
              <a:gd name="connsiteY346" fmla="*/ 2153962 h 6858001"/>
              <a:gd name="connsiteX347" fmla="*/ 11576896 w 12191999"/>
              <a:gd name="connsiteY347" fmla="*/ 2144762 h 6858001"/>
              <a:gd name="connsiteX348" fmla="*/ 11582054 w 12191999"/>
              <a:gd name="connsiteY348" fmla="*/ 2153956 h 6858001"/>
              <a:gd name="connsiteX349" fmla="*/ 11560185 w 12191999"/>
              <a:gd name="connsiteY349" fmla="*/ 2153956 h 6858001"/>
              <a:gd name="connsiteX350" fmla="*/ 0 w 12191999"/>
              <a:gd name="connsiteY350" fmla="*/ 1112463 h 6858001"/>
              <a:gd name="connsiteX351" fmla="*/ 392650 w 12191999"/>
              <a:gd name="connsiteY351" fmla="*/ 1820797 h 6858001"/>
              <a:gd name="connsiteX352" fmla="*/ 375882 w 12191999"/>
              <a:gd name="connsiteY352" fmla="*/ 1830092 h 6858001"/>
              <a:gd name="connsiteX353" fmla="*/ 0 w 12191999"/>
              <a:gd name="connsiteY353" fmla="*/ 1151962 h 6858001"/>
              <a:gd name="connsiteX354" fmla="*/ 1063602 w 12191999"/>
              <a:gd name="connsiteY354" fmla="*/ 904138 h 6858001"/>
              <a:gd name="connsiteX355" fmla="*/ 1080369 w 12191999"/>
              <a:gd name="connsiteY355" fmla="*/ 913335 h 6858001"/>
              <a:gd name="connsiteX356" fmla="*/ 555525 w 12191999"/>
              <a:gd name="connsiteY356" fmla="*/ 1860355 h 6858001"/>
              <a:gd name="connsiteX357" fmla="*/ 555525 w 12191999"/>
              <a:gd name="connsiteY357" fmla="*/ 1860557 h 6858001"/>
              <a:gd name="connsiteX358" fmla="*/ 392745 w 12191999"/>
              <a:gd name="connsiteY358" fmla="*/ 2154135 h 6858001"/>
              <a:gd name="connsiteX359" fmla="*/ 370802 w 12191999"/>
              <a:gd name="connsiteY359" fmla="*/ 2154135 h 6858001"/>
              <a:gd name="connsiteX360" fmla="*/ 555525 w 12191999"/>
              <a:gd name="connsiteY360" fmla="*/ 1820991 h 6858001"/>
              <a:gd name="connsiteX361" fmla="*/ 555525 w 12191999"/>
              <a:gd name="connsiteY361" fmla="*/ 1820792 h 6858001"/>
              <a:gd name="connsiteX362" fmla="*/ 2439155 w 12191999"/>
              <a:gd name="connsiteY362" fmla="*/ 904132 h 6858001"/>
              <a:gd name="connsiteX363" fmla="*/ 2455922 w 12191999"/>
              <a:gd name="connsiteY363" fmla="*/ 913329 h 6858001"/>
              <a:gd name="connsiteX364" fmla="*/ 1931072 w 12191999"/>
              <a:gd name="connsiteY364" fmla="*/ 1860350 h 6858001"/>
              <a:gd name="connsiteX365" fmla="*/ 1931072 w 12191999"/>
              <a:gd name="connsiteY365" fmla="*/ 1860551 h 6858001"/>
              <a:gd name="connsiteX366" fmla="*/ 1768293 w 12191999"/>
              <a:gd name="connsiteY366" fmla="*/ 2154130 h 6858001"/>
              <a:gd name="connsiteX367" fmla="*/ 1746350 w 12191999"/>
              <a:gd name="connsiteY367" fmla="*/ 2154130 h 6858001"/>
              <a:gd name="connsiteX368" fmla="*/ 1931070 w 12191999"/>
              <a:gd name="connsiteY368" fmla="*/ 1820988 h 6858001"/>
              <a:gd name="connsiteX369" fmla="*/ 1931070 w 12191999"/>
              <a:gd name="connsiteY369" fmla="*/ 1820786 h 6858001"/>
              <a:gd name="connsiteX370" fmla="*/ 3814660 w 12191999"/>
              <a:gd name="connsiteY370" fmla="*/ 904063 h 6858001"/>
              <a:gd name="connsiteX371" fmla="*/ 3831428 w 12191999"/>
              <a:gd name="connsiteY371" fmla="*/ 913259 h 6858001"/>
              <a:gd name="connsiteX372" fmla="*/ 3306623 w 12191999"/>
              <a:gd name="connsiteY372" fmla="*/ 1860199 h 6858001"/>
              <a:gd name="connsiteX373" fmla="*/ 3306623 w 12191999"/>
              <a:gd name="connsiteY373" fmla="*/ 1860548 h 6858001"/>
              <a:gd name="connsiteX374" fmla="*/ 3143840 w 12191999"/>
              <a:gd name="connsiteY374" fmla="*/ 2154127 h 6858001"/>
              <a:gd name="connsiteX375" fmla="*/ 3121898 w 12191999"/>
              <a:gd name="connsiteY375" fmla="*/ 2154127 h 6858001"/>
              <a:gd name="connsiteX376" fmla="*/ 3306575 w 12191999"/>
              <a:gd name="connsiteY376" fmla="*/ 1821063 h 6858001"/>
              <a:gd name="connsiteX377" fmla="*/ 3306575 w 12191999"/>
              <a:gd name="connsiteY377" fmla="*/ 1820716 h 6858001"/>
              <a:gd name="connsiteX378" fmla="*/ 5190213 w 12191999"/>
              <a:gd name="connsiteY378" fmla="*/ 904057 h 6858001"/>
              <a:gd name="connsiteX379" fmla="*/ 5206981 w 12191999"/>
              <a:gd name="connsiteY379" fmla="*/ 913254 h 6858001"/>
              <a:gd name="connsiteX380" fmla="*/ 4682131 w 12191999"/>
              <a:gd name="connsiteY380" fmla="*/ 1860104 h 6858001"/>
              <a:gd name="connsiteX381" fmla="*/ 4682131 w 12191999"/>
              <a:gd name="connsiteY381" fmla="*/ 1860479 h 6858001"/>
              <a:gd name="connsiteX382" fmla="*/ 4519348 w 12191999"/>
              <a:gd name="connsiteY382" fmla="*/ 2154054 h 6858001"/>
              <a:gd name="connsiteX383" fmla="*/ 4497409 w 12191999"/>
              <a:gd name="connsiteY383" fmla="*/ 2154054 h 6858001"/>
              <a:gd name="connsiteX384" fmla="*/ 4682036 w 12191999"/>
              <a:gd name="connsiteY384" fmla="*/ 1821083 h 6858001"/>
              <a:gd name="connsiteX385" fmla="*/ 4682036 w 12191999"/>
              <a:gd name="connsiteY385" fmla="*/ 1820711 h 6858001"/>
              <a:gd name="connsiteX386" fmla="*/ 6566097 w 12191999"/>
              <a:gd name="connsiteY386" fmla="*/ 904054 h 6858001"/>
              <a:gd name="connsiteX387" fmla="*/ 6582875 w 12191999"/>
              <a:gd name="connsiteY387" fmla="*/ 913248 h 6858001"/>
              <a:gd name="connsiteX388" fmla="*/ 6057833 w 12191999"/>
              <a:gd name="connsiteY388" fmla="*/ 1860274 h 6858001"/>
              <a:gd name="connsiteX389" fmla="*/ 6057833 w 12191999"/>
              <a:gd name="connsiteY389" fmla="*/ 1860473 h 6858001"/>
              <a:gd name="connsiteX390" fmla="*/ 5895190 w 12191999"/>
              <a:gd name="connsiteY390" fmla="*/ 2154051 h 6858001"/>
              <a:gd name="connsiteX391" fmla="*/ 5873247 w 12191999"/>
              <a:gd name="connsiteY391" fmla="*/ 2154051 h 6858001"/>
              <a:gd name="connsiteX392" fmla="*/ 6057833 w 12191999"/>
              <a:gd name="connsiteY392" fmla="*/ 1820910 h 6858001"/>
              <a:gd name="connsiteX393" fmla="*/ 6057833 w 12191999"/>
              <a:gd name="connsiteY393" fmla="*/ 1820708 h 6858001"/>
              <a:gd name="connsiteX394" fmla="*/ 7941625 w 12191999"/>
              <a:gd name="connsiteY394" fmla="*/ 904049 h 6858001"/>
              <a:gd name="connsiteX395" fmla="*/ 7958392 w 12191999"/>
              <a:gd name="connsiteY395" fmla="*/ 913245 h 6858001"/>
              <a:gd name="connsiteX396" fmla="*/ 7433579 w 12191999"/>
              <a:gd name="connsiteY396" fmla="*/ 1860269 h 6858001"/>
              <a:gd name="connsiteX397" fmla="*/ 7433579 w 12191999"/>
              <a:gd name="connsiteY397" fmla="*/ 1860468 h 6858001"/>
              <a:gd name="connsiteX398" fmla="*/ 7270886 w 12191999"/>
              <a:gd name="connsiteY398" fmla="*/ 2154046 h 6858001"/>
              <a:gd name="connsiteX399" fmla="*/ 7248943 w 12191999"/>
              <a:gd name="connsiteY399" fmla="*/ 2154046 h 6858001"/>
              <a:gd name="connsiteX400" fmla="*/ 7433579 w 12191999"/>
              <a:gd name="connsiteY400" fmla="*/ 1820901 h 6858001"/>
              <a:gd name="connsiteX401" fmla="*/ 7433579 w 12191999"/>
              <a:gd name="connsiteY401" fmla="*/ 1820702 h 6858001"/>
              <a:gd name="connsiteX402" fmla="*/ 9317381 w 12191999"/>
              <a:gd name="connsiteY402" fmla="*/ 904043 h 6858001"/>
              <a:gd name="connsiteX403" fmla="*/ 9334138 w 12191999"/>
              <a:gd name="connsiteY403" fmla="*/ 913240 h 6858001"/>
              <a:gd name="connsiteX404" fmla="*/ 8809011 w 12191999"/>
              <a:gd name="connsiteY404" fmla="*/ 1860260 h 6858001"/>
              <a:gd name="connsiteX405" fmla="*/ 8809011 w 12191999"/>
              <a:gd name="connsiteY405" fmla="*/ 1860465 h 6858001"/>
              <a:gd name="connsiteX406" fmla="*/ 8646197 w 12191999"/>
              <a:gd name="connsiteY406" fmla="*/ 2154043 h 6858001"/>
              <a:gd name="connsiteX407" fmla="*/ 8624403 w 12191999"/>
              <a:gd name="connsiteY407" fmla="*/ 2154043 h 6858001"/>
              <a:gd name="connsiteX408" fmla="*/ 8809011 w 12191999"/>
              <a:gd name="connsiteY408" fmla="*/ 1820898 h 6858001"/>
              <a:gd name="connsiteX409" fmla="*/ 8809011 w 12191999"/>
              <a:gd name="connsiteY409" fmla="*/ 1820700 h 6858001"/>
              <a:gd name="connsiteX410" fmla="*/ 10692823 w 12191999"/>
              <a:gd name="connsiteY410" fmla="*/ 903973 h 6858001"/>
              <a:gd name="connsiteX411" fmla="*/ 10709501 w 12191999"/>
              <a:gd name="connsiteY411" fmla="*/ 913170 h 6858001"/>
              <a:gd name="connsiteX412" fmla="*/ 10184679 w 12191999"/>
              <a:gd name="connsiteY412" fmla="*/ 1860104 h 6858001"/>
              <a:gd name="connsiteX413" fmla="*/ 10184679 w 12191999"/>
              <a:gd name="connsiteY413" fmla="*/ 1860459 h 6858001"/>
              <a:gd name="connsiteX414" fmla="*/ 10021880 w 12191999"/>
              <a:gd name="connsiteY414" fmla="*/ 2154037 h 6858001"/>
              <a:gd name="connsiteX415" fmla="*/ 10000040 w 12191999"/>
              <a:gd name="connsiteY415" fmla="*/ 2154037 h 6858001"/>
              <a:gd name="connsiteX416" fmla="*/ 10184627 w 12191999"/>
              <a:gd name="connsiteY416" fmla="*/ 1820982 h 6858001"/>
              <a:gd name="connsiteX417" fmla="*/ 10184627 w 12191999"/>
              <a:gd name="connsiteY417" fmla="*/ 1820627 h 6858001"/>
              <a:gd name="connsiteX418" fmla="*/ 12068273 w 12191999"/>
              <a:gd name="connsiteY418" fmla="*/ 903967 h 6858001"/>
              <a:gd name="connsiteX419" fmla="*/ 12085046 w 12191999"/>
              <a:gd name="connsiteY419" fmla="*/ 913164 h 6858001"/>
              <a:gd name="connsiteX420" fmla="*/ 11560193 w 12191999"/>
              <a:gd name="connsiteY420" fmla="*/ 1860188 h 6858001"/>
              <a:gd name="connsiteX421" fmla="*/ 11560193 w 12191999"/>
              <a:gd name="connsiteY421" fmla="*/ 1860389 h 6858001"/>
              <a:gd name="connsiteX422" fmla="*/ 11397421 w 12191999"/>
              <a:gd name="connsiteY422" fmla="*/ 2153967 h 6858001"/>
              <a:gd name="connsiteX423" fmla="*/ 11375578 w 12191999"/>
              <a:gd name="connsiteY423" fmla="*/ 2153967 h 6858001"/>
              <a:gd name="connsiteX424" fmla="*/ 11560193 w 12191999"/>
              <a:gd name="connsiteY424" fmla="*/ 1820823 h 6858001"/>
              <a:gd name="connsiteX425" fmla="*/ 11560193 w 12191999"/>
              <a:gd name="connsiteY425" fmla="*/ 1820624 h 6858001"/>
              <a:gd name="connsiteX426" fmla="*/ 11741806 w 12191999"/>
              <a:gd name="connsiteY426" fmla="*/ 0 h 6858001"/>
              <a:gd name="connsiteX427" fmla="*/ 11763755 w 12191999"/>
              <a:gd name="connsiteY427" fmla="*/ 0 h 6858001"/>
              <a:gd name="connsiteX428" fmla="*/ 12191999 w 12191999"/>
              <a:gd name="connsiteY428" fmla="*/ 772556 h 6858001"/>
              <a:gd name="connsiteX429" fmla="*/ 12191999 w 12191999"/>
              <a:gd name="connsiteY429" fmla="*/ 812139 h 6858001"/>
              <a:gd name="connsiteX430" fmla="*/ 11193821 w 12191999"/>
              <a:gd name="connsiteY430" fmla="*/ 0 h 6858001"/>
              <a:gd name="connsiteX431" fmla="*/ 11215764 w 12191999"/>
              <a:gd name="connsiteY431" fmla="*/ 0 h 6858001"/>
              <a:gd name="connsiteX432" fmla="*/ 10889267 w 12191999"/>
              <a:gd name="connsiteY432" fmla="*/ 589130 h 6858001"/>
              <a:gd name="connsiteX433" fmla="*/ 10872493 w 12191999"/>
              <a:gd name="connsiteY433" fmla="*/ 579838 h 6858001"/>
              <a:gd name="connsiteX434" fmla="*/ 10366228 w 12191999"/>
              <a:gd name="connsiteY434" fmla="*/ 0 h 6858001"/>
              <a:gd name="connsiteX435" fmla="*/ 10388154 w 12191999"/>
              <a:gd name="connsiteY435" fmla="*/ 0 h 6858001"/>
              <a:gd name="connsiteX436" fmla="*/ 11397321 w 12191999"/>
              <a:gd name="connsiteY436" fmla="*/ 1820627 h 6858001"/>
              <a:gd name="connsiteX437" fmla="*/ 11380556 w 12191999"/>
              <a:gd name="connsiteY437" fmla="*/ 1829924 h 6858001"/>
              <a:gd name="connsiteX438" fmla="*/ 9818403 w 12191999"/>
              <a:gd name="connsiteY438" fmla="*/ 0 h 6858001"/>
              <a:gd name="connsiteX439" fmla="*/ 9840272 w 12191999"/>
              <a:gd name="connsiteY439" fmla="*/ 0 h 6858001"/>
              <a:gd name="connsiteX440" fmla="*/ 9513750 w 12191999"/>
              <a:gd name="connsiteY440" fmla="*/ 589202 h 6858001"/>
              <a:gd name="connsiteX441" fmla="*/ 9496982 w 12191999"/>
              <a:gd name="connsiteY441" fmla="*/ 579911 h 6858001"/>
              <a:gd name="connsiteX442" fmla="*/ 8990576 w 12191999"/>
              <a:gd name="connsiteY442" fmla="*/ 0 h 6858001"/>
              <a:gd name="connsiteX443" fmla="*/ 9012521 w 12191999"/>
              <a:gd name="connsiteY443" fmla="*/ 0 h 6858001"/>
              <a:gd name="connsiteX444" fmla="*/ 10021787 w 12191999"/>
              <a:gd name="connsiteY444" fmla="*/ 1820700 h 6858001"/>
              <a:gd name="connsiteX445" fmla="*/ 10005031 w 12191999"/>
              <a:gd name="connsiteY445" fmla="*/ 1829994 h 6858001"/>
              <a:gd name="connsiteX446" fmla="*/ 8442743 w 12191999"/>
              <a:gd name="connsiteY446" fmla="*/ 0 h 6858001"/>
              <a:gd name="connsiteX447" fmla="*/ 8464573 w 12191999"/>
              <a:gd name="connsiteY447" fmla="*/ 0 h 6858001"/>
              <a:gd name="connsiteX448" fmla="*/ 8138024 w 12191999"/>
              <a:gd name="connsiteY448" fmla="*/ 589205 h 6858001"/>
              <a:gd name="connsiteX449" fmla="*/ 8121278 w 12191999"/>
              <a:gd name="connsiteY449" fmla="*/ 579913 h 6858001"/>
              <a:gd name="connsiteX450" fmla="*/ 7615119 w 12191999"/>
              <a:gd name="connsiteY450" fmla="*/ 0 h 6858001"/>
              <a:gd name="connsiteX451" fmla="*/ 7637042 w 12191999"/>
              <a:gd name="connsiteY451" fmla="*/ 0 h 6858001"/>
              <a:gd name="connsiteX452" fmla="*/ 8646102 w 12191999"/>
              <a:gd name="connsiteY452" fmla="*/ 1820702 h 6858001"/>
              <a:gd name="connsiteX453" fmla="*/ 8629385 w 12191999"/>
              <a:gd name="connsiteY453" fmla="*/ 1829997 h 6858001"/>
              <a:gd name="connsiteX454" fmla="*/ 7067263 w 12191999"/>
              <a:gd name="connsiteY454" fmla="*/ 0 h 6858001"/>
              <a:gd name="connsiteX455" fmla="*/ 7089133 w 12191999"/>
              <a:gd name="connsiteY455" fmla="*/ 0 h 6858001"/>
              <a:gd name="connsiteX456" fmla="*/ 6762512 w 12191999"/>
              <a:gd name="connsiteY456" fmla="*/ 589211 h 6858001"/>
              <a:gd name="connsiteX457" fmla="*/ 6745750 w 12191999"/>
              <a:gd name="connsiteY457" fmla="*/ 579919 h 6858001"/>
              <a:gd name="connsiteX458" fmla="*/ 6239415 w 12191999"/>
              <a:gd name="connsiteY458" fmla="*/ 0 h 6858001"/>
              <a:gd name="connsiteX459" fmla="*/ 6261346 w 12191999"/>
              <a:gd name="connsiteY459" fmla="*/ 0 h 6858001"/>
              <a:gd name="connsiteX460" fmla="*/ 7270693 w 12191999"/>
              <a:gd name="connsiteY460" fmla="*/ 1820708 h 6858001"/>
              <a:gd name="connsiteX461" fmla="*/ 7253925 w 12191999"/>
              <a:gd name="connsiteY461" fmla="*/ 1830003 h 6858001"/>
              <a:gd name="connsiteX462" fmla="*/ 5691495 w 12191999"/>
              <a:gd name="connsiteY462" fmla="*/ 0 h 6858001"/>
              <a:gd name="connsiteX463" fmla="*/ 5713367 w 12191999"/>
              <a:gd name="connsiteY463" fmla="*/ 0 h 6858001"/>
              <a:gd name="connsiteX464" fmla="*/ 5386626 w 12191999"/>
              <a:gd name="connsiteY464" fmla="*/ 589216 h 6858001"/>
              <a:gd name="connsiteX465" fmla="*/ 5369862 w 12191999"/>
              <a:gd name="connsiteY465" fmla="*/ 579922 h 6858001"/>
              <a:gd name="connsiteX466" fmla="*/ 4863626 w 12191999"/>
              <a:gd name="connsiteY466" fmla="*/ 0 h 6858001"/>
              <a:gd name="connsiteX467" fmla="*/ 4885566 w 12191999"/>
              <a:gd name="connsiteY467" fmla="*/ 0 h 6858001"/>
              <a:gd name="connsiteX468" fmla="*/ 5894991 w 12191999"/>
              <a:gd name="connsiteY468" fmla="*/ 1820714 h 6858001"/>
              <a:gd name="connsiteX469" fmla="*/ 5878224 w 12191999"/>
              <a:gd name="connsiteY469" fmla="*/ 1830008 h 6858001"/>
              <a:gd name="connsiteX470" fmla="*/ 4315765 w 12191999"/>
              <a:gd name="connsiteY470" fmla="*/ 0 h 6858001"/>
              <a:gd name="connsiteX471" fmla="*/ 4337696 w 12191999"/>
              <a:gd name="connsiteY471" fmla="*/ 0 h 6858001"/>
              <a:gd name="connsiteX472" fmla="*/ 4011076 w 12191999"/>
              <a:gd name="connsiteY472" fmla="*/ 589219 h 6858001"/>
              <a:gd name="connsiteX473" fmla="*/ 3994308 w 12191999"/>
              <a:gd name="connsiteY473" fmla="*/ 579927 h 6858001"/>
              <a:gd name="connsiteX474" fmla="*/ 3488110 w 12191999"/>
              <a:gd name="connsiteY474" fmla="*/ 0 h 6858001"/>
              <a:gd name="connsiteX475" fmla="*/ 3509968 w 12191999"/>
              <a:gd name="connsiteY475" fmla="*/ 0 h 6858001"/>
              <a:gd name="connsiteX476" fmla="*/ 4519155 w 12191999"/>
              <a:gd name="connsiteY476" fmla="*/ 1820716 h 6858001"/>
              <a:gd name="connsiteX477" fmla="*/ 4502391 w 12191999"/>
              <a:gd name="connsiteY477" fmla="*/ 1830011 h 6858001"/>
              <a:gd name="connsiteX478" fmla="*/ 2940296 w 12191999"/>
              <a:gd name="connsiteY478" fmla="*/ 0 h 6858001"/>
              <a:gd name="connsiteX479" fmla="*/ 2962227 w 12191999"/>
              <a:gd name="connsiteY479" fmla="*/ 0 h 6858001"/>
              <a:gd name="connsiteX480" fmla="*/ 2635567 w 12191999"/>
              <a:gd name="connsiteY480" fmla="*/ 589292 h 6858001"/>
              <a:gd name="connsiteX481" fmla="*/ 2618800 w 12191999"/>
              <a:gd name="connsiteY481" fmla="*/ 579997 h 6858001"/>
              <a:gd name="connsiteX482" fmla="*/ 2112565 w 12191999"/>
              <a:gd name="connsiteY482" fmla="*/ 0 h 6858001"/>
              <a:gd name="connsiteX483" fmla="*/ 2134420 w 12191999"/>
              <a:gd name="connsiteY483" fmla="*/ 0 h 6858001"/>
              <a:gd name="connsiteX484" fmla="*/ 3143647 w 12191999"/>
              <a:gd name="connsiteY484" fmla="*/ 1820789 h 6858001"/>
              <a:gd name="connsiteX485" fmla="*/ 3126882 w 12191999"/>
              <a:gd name="connsiteY485" fmla="*/ 1830084 h 6858001"/>
              <a:gd name="connsiteX486" fmla="*/ 1564746 w 12191999"/>
              <a:gd name="connsiteY486" fmla="*/ 0 h 6858001"/>
              <a:gd name="connsiteX487" fmla="*/ 1586679 w 12191999"/>
              <a:gd name="connsiteY487" fmla="*/ 0 h 6858001"/>
              <a:gd name="connsiteX488" fmla="*/ 1260014 w 12191999"/>
              <a:gd name="connsiteY488" fmla="*/ 589295 h 6858001"/>
              <a:gd name="connsiteX489" fmla="*/ 1243247 w 12191999"/>
              <a:gd name="connsiteY489" fmla="*/ 580003 h 6858001"/>
              <a:gd name="connsiteX490" fmla="*/ 737029 w 12191999"/>
              <a:gd name="connsiteY490" fmla="*/ 0 h 6858001"/>
              <a:gd name="connsiteX491" fmla="*/ 758884 w 12191999"/>
              <a:gd name="connsiteY491" fmla="*/ 0 h 6858001"/>
              <a:gd name="connsiteX492" fmla="*/ 1768194 w 12191999"/>
              <a:gd name="connsiteY492" fmla="*/ 1820792 h 6858001"/>
              <a:gd name="connsiteX493" fmla="*/ 1751430 w 12191999"/>
              <a:gd name="connsiteY493" fmla="*/ 1830087 h 6858001"/>
              <a:gd name="connsiteX494" fmla="*/ 189206 w 12191999"/>
              <a:gd name="connsiteY494" fmla="*/ 0 h 6858001"/>
              <a:gd name="connsiteX495" fmla="*/ 211137 w 12191999"/>
              <a:gd name="connsiteY495" fmla="*/ 0 h 6858001"/>
              <a:gd name="connsiteX496" fmla="*/ 0 w 12191999"/>
              <a:gd name="connsiteY496" fmla="*/ 380891 h 6858001"/>
              <a:gd name="connsiteX497" fmla="*/ 0 w 12191999"/>
              <a:gd name="connsiteY497" fmla="*/ 34134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Lst>
            <a:rect l="l" t="t" r="r" b="b"/>
            <a:pathLst>
              <a:path w="12191999" h="6858001">
                <a:moveTo>
                  <a:pt x="0" y="6075743"/>
                </a:moveTo>
                <a:lnTo>
                  <a:pt x="392619" y="6784024"/>
                </a:lnTo>
                <a:lnTo>
                  <a:pt x="375851" y="6793319"/>
                </a:lnTo>
                <a:lnTo>
                  <a:pt x="0" y="6115245"/>
                </a:lnTo>
                <a:close/>
                <a:moveTo>
                  <a:pt x="1063571" y="5867365"/>
                </a:moveTo>
                <a:lnTo>
                  <a:pt x="1080338" y="5876662"/>
                </a:lnTo>
                <a:lnTo>
                  <a:pt x="555494" y="6823585"/>
                </a:lnTo>
                <a:lnTo>
                  <a:pt x="555494" y="6823784"/>
                </a:lnTo>
                <a:lnTo>
                  <a:pt x="536528" y="6858001"/>
                </a:lnTo>
                <a:lnTo>
                  <a:pt x="514637" y="6858001"/>
                </a:lnTo>
                <a:lnTo>
                  <a:pt x="555494" y="6784315"/>
                </a:lnTo>
                <a:lnTo>
                  <a:pt x="555494" y="6784116"/>
                </a:lnTo>
                <a:close/>
                <a:moveTo>
                  <a:pt x="2439127" y="5867361"/>
                </a:moveTo>
                <a:lnTo>
                  <a:pt x="2455894" y="5876653"/>
                </a:lnTo>
                <a:lnTo>
                  <a:pt x="1931044" y="6823576"/>
                </a:lnTo>
                <a:lnTo>
                  <a:pt x="1931044" y="6823784"/>
                </a:lnTo>
                <a:lnTo>
                  <a:pt x="1912078" y="6858001"/>
                </a:lnTo>
                <a:lnTo>
                  <a:pt x="1890182" y="6858001"/>
                </a:lnTo>
                <a:lnTo>
                  <a:pt x="1931042" y="6784312"/>
                </a:lnTo>
                <a:lnTo>
                  <a:pt x="1931042" y="6784111"/>
                </a:lnTo>
                <a:close/>
                <a:moveTo>
                  <a:pt x="3814632" y="5867289"/>
                </a:moveTo>
                <a:lnTo>
                  <a:pt x="3831400" y="5876587"/>
                </a:lnTo>
                <a:lnTo>
                  <a:pt x="3306595" y="6823428"/>
                </a:lnTo>
                <a:lnTo>
                  <a:pt x="3306595" y="6823775"/>
                </a:lnTo>
                <a:lnTo>
                  <a:pt x="3287624" y="6858001"/>
                </a:lnTo>
                <a:lnTo>
                  <a:pt x="3265732" y="6858001"/>
                </a:lnTo>
                <a:lnTo>
                  <a:pt x="3306550" y="6784388"/>
                </a:lnTo>
                <a:lnTo>
                  <a:pt x="3306550" y="6784041"/>
                </a:lnTo>
                <a:close/>
                <a:moveTo>
                  <a:pt x="5190188" y="5867283"/>
                </a:moveTo>
                <a:lnTo>
                  <a:pt x="5206956" y="5876578"/>
                </a:lnTo>
                <a:lnTo>
                  <a:pt x="4682103" y="6823330"/>
                </a:lnTo>
                <a:lnTo>
                  <a:pt x="4682103" y="6823702"/>
                </a:lnTo>
                <a:lnTo>
                  <a:pt x="4663092" y="6858001"/>
                </a:lnTo>
                <a:lnTo>
                  <a:pt x="4641201" y="6858001"/>
                </a:lnTo>
                <a:lnTo>
                  <a:pt x="4682008" y="6784407"/>
                </a:lnTo>
                <a:lnTo>
                  <a:pt x="4682008" y="6784032"/>
                </a:lnTo>
                <a:close/>
                <a:moveTo>
                  <a:pt x="6566080" y="5867281"/>
                </a:moveTo>
                <a:lnTo>
                  <a:pt x="6582839" y="5876575"/>
                </a:lnTo>
                <a:lnTo>
                  <a:pt x="6057805" y="6823498"/>
                </a:lnTo>
                <a:lnTo>
                  <a:pt x="6057805" y="6823700"/>
                </a:lnTo>
                <a:lnTo>
                  <a:pt x="6038808" y="6858001"/>
                </a:lnTo>
                <a:lnTo>
                  <a:pt x="6016914" y="6858001"/>
                </a:lnTo>
                <a:lnTo>
                  <a:pt x="6057793" y="6784231"/>
                </a:lnTo>
                <a:lnTo>
                  <a:pt x="6057793" y="6784029"/>
                </a:lnTo>
                <a:close/>
                <a:moveTo>
                  <a:pt x="7941599" y="5867275"/>
                </a:moveTo>
                <a:lnTo>
                  <a:pt x="7958367" y="5876573"/>
                </a:lnTo>
                <a:lnTo>
                  <a:pt x="7433545" y="6823492"/>
                </a:lnTo>
                <a:lnTo>
                  <a:pt x="7433545" y="6823694"/>
                </a:lnTo>
                <a:lnTo>
                  <a:pt x="7414539" y="6858001"/>
                </a:lnTo>
                <a:lnTo>
                  <a:pt x="7392654" y="6858001"/>
                </a:lnTo>
                <a:lnTo>
                  <a:pt x="7433542" y="6784226"/>
                </a:lnTo>
                <a:lnTo>
                  <a:pt x="7433542" y="6784024"/>
                </a:lnTo>
                <a:close/>
                <a:moveTo>
                  <a:pt x="9317351" y="5867272"/>
                </a:moveTo>
                <a:lnTo>
                  <a:pt x="9334104" y="5876569"/>
                </a:lnTo>
                <a:lnTo>
                  <a:pt x="8808969" y="6823492"/>
                </a:lnTo>
                <a:lnTo>
                  <a:pt x="8808969" y="6823694"/>
                </a:lnTo>
                <a:lnTo>
                  <a:pt x="8789950" y="6858001"/>
                </a:lnTo>
                <a:lnTo>
                  <a:pt x="8768091" y="6858001"/>
                </a:lnTo>
                <a:lnTo>
                  <a:pt x="8808969" y="6784223"/>
                </a:lnTo>
                <a:lnTo>
                  <a:pt x="8808969" y="6784024"/>
                </a:lnTo>
                <a:close/>
                <a:moveTo>
                  <a:pt x="10692789" y="5867199"/>
                </a:moveTo>
                <a:lnTo>
                  <a:pt x="10709468" y="5876497"/>
                </a:lnTo>
                <a:lnTo>
                  <a:pt x="10184648" y="6823330"/>
                </a:lnTo>
                <a:lnTo>
                  <a:pt x="10184648" y="6823686"/>
                </a:lnTo>
                <a:lnTo>
                  <a:pt x="10165625" y="6858001"/>
                </a:lnTo>
                <a:lnTo>
                  <a:pt x="10143755" y="6858001"/>
                </a:lnTo>
                <a:lnTo>
                  <a:pt x="10184599" y="6784303"/>
                </a:lnTo>
                <a:lnTo>
                  <a:pt x="10184599" y="6783951"/>
                </a:lnTo>
                <a:close/>
                <a:moveTo>
                  <a:pt x="12068242" y="5867196"/>
                </a:moveTo>
                <a:lnTo>
                  <a:pt x="12085015" y="5876488"/>
                </a:lnTo>
                <a:lnTo>
                  <a:pt x="11560167" y="6823411"/>
                </a:lnTo>
                <a:lnTo>
                  <a:pt x="11560167" y="6823618"/>
                </a:lnTo>
                <a:lnTo>
                  <a:pt x="11541109" y="6858001"/>
                </a:lnTo>
                <a:lnTo>
                  <a:pt x="11519240" y="6858001"/>
                </a:lnTo>
                <a:lnTo>
                  <a:pt x="11560167" y="6784150"/>
                </a:lnTo>
                <a:lnTo>
                  <a:pt x="11560167" y="6783943"/>
                </a:lnTo>
                <a:close/>
                <a:moveTo>
                  <a:pt x="572180" y="4626494"/>
                </a:moveTo>
                <a:lnTo>
                  <a:pt x="577243" y="4635767"/>
                </a:lnTo>
                <a:lnTo>
                  <a:pt x="577335" y="4635767"/>
                </a:lnTo>
                <a:lnTo>
                  <a:pt x="1768164" y="6784015"/>
                </a:lnTo>
                <a:lnTo>
                  <a:pt x="1751399" y="6793310"/>
                </a:lnTo>
                <a:lnTo>
                  <a:pt x="555491" y="4635767"/>
                </a:lnTo>
                <a:lnTo>
                  <a:pt x="555545" y="4635767"/>
                </a:lnTo>
                <a:close/>
                <a:moveTo>
                  <a:pt x="1947725" y="4626489"/>
                </a:moveTo>
                <a:lnTo>
                  <a:pt x="1952791" y="4635764"/>
                </a:lnTo>
                <a:lnTo>
                  <a:pt x="1952883" y="4635764"/>
                </a:lnTo>
                <a:lnTo>
                  <a:pt x="3143619" y="6784013"/>
                </a:lnTo>
                <a:lnTo>
                  <a:pt x="3126852" y="6793307"/>
                </a:lnTo>
                <a:lnTo>
                  <a:pt x="1931039" y="4635764"/>
                </a:lnTo>
                <a:lnTo>
                  <a:pt x="1931092" y="4635764"/>
                </a:lnTo>
                <a:close/>
                <a:moveTo>
                  <a:pt x="3323231" y="4626421"/>
                </a:moveTo>
                <a:lnTo>
                  <a:pt x="3328297" y="4635691"/>
                </a:lnTo>
                <a:lnTo>
                  <a:pt x="3328392" y="4635691"/>
                </a:lnTo>
                <a:lnTo>
                  <a:pt x="4519130" y="6783940"/>
                </a:lnTo>
                <a:lnTo>
                  <a:pt x="4502363" y="6793235"/>
                </a:lnTo>
                <a:lnTo>
                  <a:pt x="3306547" y="4635691"/>
                </a:lnTo>
                <a:lnTo>
                  <a:pt x="3306597" y="4635691"/>
                </a:lnTo>
                <a:close/>
                <a:moveTo>
                  <a:pt x="4698692" y="4626413"/>
                </a:moveTo>
                <a:lnTo>
                  <a:pt x="4703855" y="4635688"/>
                </a:lnTo>
                <a:lnTo>
                  <a:pt x="4703948" y="4635688"/>
                </a:lnTo>
                <a:lnTo>
                  <a:pt x="5894966" y="6783937"/>
                </a:lnTo>
                <a:lnTo>
                  <a:pt x="5878198" y="6793232"/>
                </a:lnTo>
                <a:lnTo>
                  <a:pt x="4682008" y="4635688"/>
                </a:lnTo>
                <a:lnTo>
                  <a:pt x="4682056" y="4635688"/>
                </a:lnTo>
                <a:close/>
                <a:moveTo>
                  <a:pt x="6074477" y="4626410"/>
                </a:moveTo>
                <a:lnTo>
                  <a:pt x="6079652" y="4635683"/>
                </a:lnTo>
                <a:lnTo>
                  <a:pt x="6079730" y="4635683"/>
                </a:lnTo>
                <a:lnTo>
                  <a:pt x="7270659" y="6783932"/>
                </a:lnTo>
                <a:lnTo>
                  <a:pt x="7253889" y="6793229"/>
                </a:lnTo>
                <a:lnTo>
                  <a:pt x="6057793" y="4635683"/>
                </a:lnTo>
                <a:lnTo>
                  <a:pt x="6057847" y="4635683"/>
                </a:lnTo>
                <a:close/>
                <a:moveTo>
                  <a:pt x="7450229" y="4626405"/>
                </a:moveTo>
                <a:lnTo>
                  <a:pt x="7455384" y="4635683"/>
                </a:lnTo>
                <a:lnTo>
                  <a:pt x="7455476" y="4635683"/>
                </a:lnTo>
                <a:lnTo>
                  <a:pt x="8646070" y="6783932"/>
                </a:lnTo>
                <a:lnTo>
                  <a:pt x="8629357" y="6793220"/>
                </a:lnTo>
                <a:lnTo>
                  <a:pt x="7433542" y="4635683"/>
                </a:lnTo>
                <a:lnTo>
                  <a:pt x="7433596" y="4635683"/>
                </a:lnTo>
                <a:close/>
                <a:moveTo>
                  <a:pt x="8825656" y="4626402"/>
                </a:moveTo>
                <a:lnTo>
                  <a:pt x="8830817" y="4635674"/>
                </a:lnTo>
                <a:lnTo>
                  <a:pt x="8830907" y="4635674"/>
                </a:lnTo>
                <a:lnTo>
                  <a:pt x="10021750" y="6783923"/>
                </a:lnTo>
                <a:lnTo>
                  <a:pt x="10004992" y="6793218"/>
                </a:lnTo>
                <a:lnTo>
                  <a:pt x="8808969" y="4635674"/>
                </a:lnTo>
                <a:lnTo>
                  <a:pt x="8809030" y="4635674"/>
                </a:lnTo>
                <a:close/>
                <a:moveTo>
                  <a:pt x="10201271" y="4626329"/>
                </a:moveTo>
                <a:lnTo>
                  <a:pt x="10206435" y="4635604"/>
                </a:lnTo>
                <a:lnTo>
                  <a:pt x="10206521" y="4635604"/>
                </a:lnTo>
                <a:lnTo>
                  <a:pt x="11397288" y="6783850"/>
                </a:lnTo>
                <a:lnTo>
                  <a:pt x="11380522" y="6793148"/>
                </a:lnTo>
                <a:lnTo>
                  <a:pt x="10184592" y="4635604"/>
                </a:lnTo>
                <a:lnTo>
                  <a:pt x="10184648" y="4635604"/>
                </a:lnTo>
                <a:close/>
                <a:moveTo>
                  <a:pt x="11576877" y="4626326"/>
                </a:moveTo>
                <a:lnTo>
                  <a:pt x="11582029" y="4635598"/>
                </a:lnTo>
                <a:lnTo>
                  <a:pt x="11582125" y="4635598"/>
                </a:lnTo>
                <a:lnTo>
                  <a:pt x="12191999" y="5735833"/>
                </a:lnTo>
                <a:lnTo>
                  <a:pt x="12191999" y="5775414"/>
                </a:lnTo>
                <a:lnTo>
                  <a:pt x="11560167" y="4635598"/>
                </a:lnTo>
                <a:lnTo>
                  <a:pt x="11560222" y="4635598"/>
                </a:lnTo>
                <a:close/>
                <a:moveTo>
                  <a:pt x="0" y="3594086"/>
                </a:moveTo>
                <a:lnTo>
                  <a:pt x="392633" y="4302359"/>
                </a:lnTo>
                <a:lnTo>
                  <a:pt x="375865" y="4311657"/>
                </a:lnTo>
                <a:lnTo>
                  <a:pt x="0" y="3633586"/>
                </a:lnTo>
                <a:close/>
                <a:moveTo>
                  <a:pt x="1063587" y="3385705"/>
                </a:moveTo>
                <a:lnTo>
                  <a:pt x="1080355" y="3395000"/>
                </a:lnTo>
                <a:lnTo>
                  <a:pt x="555511" y="4341922"/>
                </a:lnTo>
                <a:lnTo>
                  <a:pt x="555511" y="4342121"/>
                </a:lnTo>
                <a:lnTo>
                  <a:pt x="392731" y="4635794"/>
                </a:lnTo>
                <a:lnTo>
                  <a:pt x="392608" y="4635794"/>
                </a:lnTo>
                <a:lnTo>
                  <a:pt x="0" y="5344059"/>
                </a:lnTo>
                <a:lnTo>
                  <a:pt x="0" y="5304509"/>
                </a:lnTo>
                <a:lnTo>
                  <a:pt x="370679" y="4635775"/>
                </a:lnTo>
                <a:lnTo>
                  <a:pt x="370797" y="4635775"/>
                </a:lnTo>
                <a:lnTo>
                  <a:pt x="555508" y="4302653"/>
                </a:lnTo>
                <a:lnTo>
                  <a:pt x="555508" y="4302454"/>
                </a:lnTo>
                <a:close/>
                <a:moveTo>
                  <a:pt x="2439140" y="3385700"/>
                </a:moveTo>
                <a:lnTo>
                  <a:pt x="2455908" y="3394997"/>
                </a:lnTo>
                <a:lnTo>
                  <a:pt x="1931058" y="4341920"/>
                </a:lnTo>
                <a:lnTo>
                  <a:pt x="1931058" y="4342119"/>
                </a:lnTo>
                <a:lnTo>
                  <a:pt x="1768276" y="4635792"/>
                </a:lnTo>
                <a:lnTo>
                  <a:pt x="1768155" y="4635792"/>
                </a:lnTo>
                <a:lnTo>
                  <a:pt x="1259986" y="5552518"/>
                </a:lnTo>
                <a:lnTo>
                  <a:pt x="1243219" y="5543226"/>
                </a:lnTo>
                <a:lnTo>
                  <a:pt x="1746227" y="4635770"/>
                </a:lnTo>
                <a:lnTo>
                  <a:pt x="1746345" y="4635770"/>
                </a:lnTo>
                <a:lnTo>
                  <a:pt x="1931055" y="4302650"/>
                </a:lnTo>
                <a:lnTo>
                  <a:pt x="1931055" y="4302449"/>
                </a:lnTo>
                <a:close/>
                <a:moveTo>
                  <a:pt x="3814646" y="3385629"/>
                </a:moveTo>
                <a:lnTo>
                  <a:pt x="3831413" y="3394924"/>
                </a:lnTo>
                <a:lnTo>
                  <a:pt x="3306608" y="4341766"/>
                </a:lnTo>
                <a:lnTo>
                  <a:pt x="3306608" y="4342113"/>
                </a:lnTo>
                <a:lnTo>
                  <a:pt x="3143829" y="4635786"/>
                </a:lnTo>
                <a:lnTo>
                  <a:pt x="3143706" y="4635786"/>
                </a:lnTo>
                <a:lnTo>
                  <a:pt x="2635539" y="5552512"/>
                </a:lnTo>
                <a:lnTo>
                  <a:pt x="2618772" y="5543226"/>
                </a:lnTo>
                <a:lnTo>
                  <a:pt x="3121777" y="4635767"/>
                </a:lnTo>
                <a:lnTo>
                  <a:pt x="3121898" y="4635767"/>
                </a:lnTo>
                <a:lnTo>
                  <a:pt x="3306561" y="4302723"/>
                </a:lnTo>
                <a:lnTo>
                  <a:pt x="3306561" y="4302379"/>
                </a:lnTo>
                <a:close/>
                <a:moveTo>
                  <a:pt x="5190202" y="3385627"/>
                </a:moveTo>
                <a:lnTo>
                  <a:pt x="5206970" y="3394919"/>
                </a:lnTo>
                <a:lnTo>
                  <a:pt x="4682120" y="4341670"/>
                </a:lnTo>
                <a:lnTo>
                  <a:pt x="4682120" y="4342045"/>
                </a:lnTo>
                <a:lnTo>
                  <a:pt x="4519337" y="4635719"/>
                </a:lnTo>
                <a:lnTo>
                  <a:pt x="4519214" y="4635719"/>
                </a:lnTo>
                <a:lnTo>
                  <a:pt x="4011048" y="5552443"/>
                </a:lnTo>
                <a:lnTo>
                  <a:pt x="3994283" y="5543154"/>
                </a:lnTo>
                <a:lnTo>
                  <a:pt x="4497288" y="4635693"/>
                </a:lnTo>
                <a:lnTo>
                  <a:pt x="4497406" y="4635693"/>
                </a:lnTo>
                <a:lnTo>
                  <a:pt x="4682022" y="4302745"/>
                </a:lnTo>
                <a:lnTo>
                  <a:pt x="4682022" y="4302373"/>
                </a:lnTo>
                <a:close/>
                <a:moveTo>
                  <a:pt x="6566097" y="3385621"/>
                </a:moveTo>
                <a:lnTo>
                  <a:pt x="6582853" y="3394916"/>
                </a:lnTo>
                <a:lnTo>
                  <a:pt x="6057813" y="4341839"/>
                </a:lnTo>
                <a:lnTo>
                  <a:pt x="6057813" y="4342037"/>
                </a:lnTo>
                <a:lnTo>
                  <a:pt x="5895162" y="4635711"/>
                </a:lnTo>
                <a:lnTo>
                  <a:pt x="5894944" y="4635711"/>
                </a:lnTo>
                <a:lnTo>
                  <a:pt x="5386601" y="5552437"/>
                </a:lnTo>
                <a:lnTo>
                  <a:pt x="5369834" y="5543148"/>
                </a:lnTo>
                <a:lnTo>
                  <a:pt x="5873111" y="4635691"/>
                </a:lnTo>
                <a:lnTo>
                  <a:pt x="5873247" y="4635691"/>
                </a:lnTo>
                <a:lnTo>
                  <a:pt x="6057810" y="4302569"/>
                </a:lnTo>
                <a:lnTo>
                  <a:pt x="6057810" y="4302370"/>
                </a:lnTo>
                <a:close/>
                <a:moveTo>
                  <a:pt x="7941611" y="3385615"/>
                </a:moveTo>
                <a:lnTo>
                  <a:pt x="7958384" y="3394910"/>
                </a:lnTo>
                <a:lnTo>
                  <a:pt x="7433562" y="4341833"/>
                </a:lnTo>
                <a:lnTo>
                  <a:pt x="7433562" y="4342031"/>
                </a:lnTo>
                <a:lnTo>
                  <a:pt x="7270866" y="4635705"/>
                </a:lnTo>
                <a:lnTo>
                  <a:pt x="7270648" y="4635705"/>
                </a:lnTo>
                <a:lnTo>
                  <a:pt x="6762479" y="5552435"/>
                </a:lnTo>
                <a:lnTo>
                  <a:pt x="6745717" y="5543143"/>
                </a:lnTo>
                <a:lnTo>
                  <a:pt x="7248812" y="4635685"/>
                </a:lnTo>
                <a:lnTo>
                  <a:pt x="7248932" y="4635685"/>
                </a:lnTo>
                <a:lnTo>
                  <a:pt x="7433562" y="4302564"/>
                </a:lnTo>
                <a:lnTo>
                  <a:pt x="7433562" y="4302364"/>
                </a:lnTo>
                <a:close/>
                <a:moveTo>
                  <a:pt x="9317362" y="3385610"/>
                </a:moveTo>
                <a:lnTo>
                  <a:pt x="9334119" y="3394907"/>
                </a:lnTo>
                <a:lnTo>
                  <a:pt x="8808998" y="4341830"/>
                </a:lnTo>
                <a:lnTo>
                  <a:pt x="8808998" y="4342029"/>
                </a:lnTo>
                <a:lnTo>
                  <a:pt x="8646184" y="4635702"/>
                </a:lnTo>
                <a:lnTo>
                  <a:pt x="8646061" y="4635702"/>
                </a:lnTo>
                <a:lnTo>
                  <a:pt x="8137996" y="5552431"/>
                </a:lnTo>
                <a:lnTo>
                  <a:pt x="8121237" y="5543139"/>
                </a:lnTo>
                <a:lnTo>
                  <a:pt x="8624283" y="4635683"/>
                </a:lnTo>
                <a:lnTo>
                  <a:pt x="8624403" y="4635683"/>
                </a:lnTo>
                <a:lnTo>
                  <a:pt x="8808998" y="4302560"/>
                </a:lnTo>
                <a:lnTo>
                  <a:pt x="8808998" y="4302362"/>
                </a:lnTo>
                <a:close/>
                <a:moveTo>
                  <a:pt x="10692814" y="3385540"/>
                </a:moveTo>
                <a:lnTo>
                  <a:pt x="10709486" y="3394835"/>
                </a:lnTo>
                <a:lnTo>
                  <a:pt x="10184660" y="4341674"/>
                </a:lnTo>
                <a:lnTo>
                  <a:pt x="10184660" y="4342023"/>
                </a:lnTo>
                <a:lnTo>
                  <a:pt x="10021861" y="4635697"/>
                </a:lnTo>
                <a:lnTo>
                  <a:pt x="10021748" y="4635697"/>
                </a:lnTo>
                <a:lnTo>
                  <a:pt x="9513721" y="5552426"/>
                </a:lnTo>
                <a:lnTo>
                  <a:pt x="9496951" y="5543134"/>
                </a:lnTo>
                <a:lnTo>
                  <a:pt x="9999915" y="4635677"/>
                </a:lnTo>
                <a:lnTo>
                  <a:pt x="10000040" y="4635677"/>
                </a:lnTo>
                <a:lnTo>
                  <a:pt x="10184612" y="4302639"/>
                </a:lnTo>
                <a:lnTo>
                  <a:pt x="10184612" y="4302289"/>
                </a:lnTo>
                <a:close/>
                <a:moveTo>
                  <a:pt x="12068258" y="3385537"/>
                </a:moveTo>
                <a:lnTo>
                  <a:pt x="12085027" y="3394832"/>
                </a:lnTo>
                <a:lnTo>
                  <a:pt x="11560185" y="4341755"/>
                </a:lnTo>
                <a:lnTo>
                  <a:pt x="11560185" y="4341956"/>
                </a:lnTo>
                <a:lnTo>
                  <a:pt x="11397403" y="4635627"/>
                </a:lnTo>
                <a:lnTo>
                  <a:pt x="11397282" y="4635627"/>
                </a:lnTo>
                <a:lnTo>
                  <a:pt x="10889231" y="5552353"/>
                </a:lnTo>
                <a:lnTo>
                  <a:pt x="10872465" y="5543064"/>
                </a:lnTo>
                <a:lnTo>
                  <a:pt x="11375358" y="4635610"/>
                </a:lnTo>
                <a:lnTo>
                  <a:pt x="11375578" y="4635610"/>
                </a:lnTo>
                <a:lnTo>
                  <a:pt x="11560173" y="4302485"/>
                </a:lnTo>
                <a:lnTo>
                  <a:pt x="11560173" y="4302286"/>
                </a:lnTo>
                <a:close/>
                <a:moveTo>
                  <a:pt x="370696" y="2154208"/>
                </a:moveTo>
                <a:lnTo>
                  <a:pt x="392636" y="2154208"/>
                </a:lnTo>
                <a:lnTo>
                  <a:pt x="0" y="2862444"/>
                </a:lnTo>
                <a:lnTo>
                  <a:pt x="0" y="2822967"/>
                </a:lnTo>
                <a:close/>
                <a:moveTo>
                  <a:pt x="3121791" y="2154203"/>
                </a:moveTo>
                <a:lnTo>
                  <a:pt x="3143731" y="2154203"/>
                </a:lnTo>
                <a:lnTo>
                  <a:pt x="2635553" y="3070851"/>
                </a:lnTo>
                <a:lnTo>
                  <a:pt x="2618786" y="3061657"/>
                </a:lnTo>
                <a:close/>
                <a:moveTo>
                  <a:pt x="1746241" y="2154203"/>
                </a:moveTo>
                <a:lnTo>
                  <a:pt x="1768183" y="2154203"/>
                </a:lnTo>
                <a:lnTo>
                  <a:pt x="1260000" y="3070856"/>
                </a:lnTo>
                <a:lnTo>
                  <a:pt x="1243233" y="3061659"/>
                </a:lnTo>
                <a:close/>
                <a:moveTo>
                  <a:pt x="555508" y="2154203"/>
                </a:moveTo>
                <a:lnTo>
                  <a:pt x="577352" y="2154203"/>
                </a:lnTo>
                <a:lnTo>
                  <a:pt x="1768180" y="4302354"/>
                </a:lnTo>
                <a:lnTo>
                  <a:pt x="1751413" y="4311648"/>
                </a:lnTo>
                <a:close/>
                <a:moveTo>
                  <a:pt x="1931055" y="2154197"/>
                </a:moveTo>
                <a:lnTo>
                  <a:pt x="1952900" y="2154197"/>
                </a:lnTo>
                <a:lnTo>
                  <a:pt x="3143633" y="4302348"/>
                </a:lnTo>
                <a:lnTo>
                  <a:pt x="3126868" y="4311642"/>
                </a:lnTo>
                <a:close/>
                <a:moveTo>
                  <a:pt x="4497300" y="2154127"/>
                </a:moveTo>
                <a:lnTo>
                  <a:pt x="4519239" y="2154127"/>
                </a:lnTo>
                <a:lnTo>
                  <a:pt x="4011062" y="3070781"/>
                </a:lnTo>
                <a:lnTo>
                  <a:pt x="3994294" y="3061584"/>
                </a:lnTo>
                <a:close/>
                <a:moveTo>
                  <a:pt x="5873130" y="2154124"/>
                </a:moveTo>
                <a:lnTo>
                  <a:pt x="5894983" y="2154124"/>
                </a:lnTo>
                <a:lnTo>
                  <a:pt x="5386612" y="3070775"/>
                </a:lnTo>
                <a:lnTo>
                  <a:pt x="5369848" y="3061581"/>
                </a:lnTo>
                <a:close/>
                <a:moveTo>
                  <a:pt x="3306559" y="2154124"/>
                </a:moveTo>
                <a:lnTo>
                  <a:pt x="3328408" y="2154124"/>
                </a:lnTo>
                <a:lnTo>
                  <a:pt x="4519141" y="4302278"/>
                </a:lnTo>
                <a:lnTo>
                  <a:pt x="4502377" y="4311572"/>
                </a:lnTo>
                <a:close/>
                <a:moveTo>
                  <a:pt x="4682022" y="2154121"/>
                </a:moveTo>
                <a:lnTo>
                  <a:pt x="4703962" y="2154121"/>
                </a:lnTo>
                <a:lnTo>
                  <a:pt x="5894983" y="4302272"/>
                </a:lnTo>
                <a:lnTo>
                  <a:pt x="5878212" y="4311567"/>
                </a:lnTo>
                <a:close/>
                <a:moveTo>
                  <a:pt x="7248831" y="2154118"/>
                </a:moveTo>
                <a:lnTo>
                  <a:pt x="7270679" y="2154118"/>
                </a:lnTo>
                <a:lnTo>
                  <a:pt x="6762496" y="3070772"/>
                </a:lnTo>
                <a:lnTo>
                  <a:pt x="6745731" y="3061575"/>
                </a:lnTo>
                <a:close/>
                <a:moveTo>
                  <a:pt x="8624295" y="2154116"/>
                </a:moveTo>
                <a:lnTo>
                  <a:pt x="8646089" y="2154116"/>
                </a:lnTo>
                <a:lnTo>
                  <a:pt x="8138010" y="3070767"/>
                </a:lnTo>
                <a:lnTo>
                  <a:pt x="8121253" y="3061570"/>
                </a:lnTo>
                <a:close/>
                <a:moveTo>
                  <a:pt x="6057810" y="2154116"/>
                </a:moveTo>
                <a:lnTo>
                  <a:pt x="6079750" y="2154116"/>
                </a:lnTo>
                <a:lnTo>
                  <a:pt x="7270676" y="4302270"/>
                </a:lnTo>
                <a:lnTo>
                  <a:pt x="7253903" y="4311564"/>
                </a:lnTo>
                <a:close/>
                <a:moveTo>
                  <a:pt x="7433559" y="2154113"/>
                </a:moveTo>
                <a:lnTo>
                  <a:pt x="7455493" y="2154113"/>
                </a:lnTo>
                <a:lnTo>
                  <a:pt x="8646089" y="4302266"/>
                </a:lnTo>
                <a:lnTo>
                  <a:pt x="8629372" y="4311558"/>
                </a:lnTo>
                <a:close/>
                <a:moveTo>
                  <a:pt x="9999926" y="2154110"/>
                </a:moveTo>
                <a:lnTo>
                  <a:pt x="10021771" y="2154110"/>
                </a:lnTo>
                <a:lnTo>
                  <a:pt x="9513733" y="3070764"/>
                </a:lnTo>
                <a:lnTo>
                  <a:pt x="9496971" y="3061567"/>
                </a:lnTo>
                <a:close/>
                <a:moveTo>
                  <a:pt x="8808969" y="2154107"/>
                </a:moveTo>
                <a:lnTo>
                  <a:pt x="8830925" y="2154107"/>
                </a:lnTo>
                <a:lnTo>
                  <a:pt x="10021771" y="4302261"/>
                </a:lnTo>
                <a:lnTo>
                  <a:pt x="10005012" y="4311556"/>
                </a:lnTo>
                <a:close/>
                <a:moveTo>
                  <a:pt x="11375379" y="2154040"/>
                </a:moveTo>
                <a:lnTo>
                  <a:pt x="11397301" y="2154040"/>
                </a:lnTo>
                <a:lnTo>
                  <a:pt x="10889252" y="3070691"/>
                </a:lnTo>
                <a:lnTo>
                  <a:pt x="10872480" y="3061494"/>
                </a:lnTo>
                <a:close/>
                <a:moveTo>
                  <a:pt x="10184610" y="2154037"/>
                </a:moveTo>
                <a:lnTo>
                  <a:pt x="10206540" y="2154037"/>
                </a:lnTo>
                <a:lnTo>
                  <a:pt x="11397301" y="4302188"/>
                </a:lnTo>
                <a:lnTo>
                  <a:pt x="11380543" y="4311483"/>
                </a:lnTo>
                <a:close/>
                <a:moveTo>
                  <a:pt x="11560173" y="2154032"/>
                </a:moveTo>
                <a:lnTo>
                  <a:pt x="11582139" y="2154032"/>
                </a:lnTo>
                <a:lnTo>
                  <a:pt x="12191999" y="3254182"/>
                </a:lnTo>
                <a:lnTo>
                  <a:pt x="12191999" y="3293779"/>
                </a:lnTo>
                <a:close/>
                <a:moveTo>
                  <a:pt x="572194" y="2144930"/>
                </a:moveTo>
                <a:lnTo>
                  <a:pt x="577271" y="2154127"/>
                </a:lnTo>
                <a:lnTo>
                  <a:pt x="555522" y="2154127"/>
                </a:lnTo>
                <a:close/>
                <a:moveTo>
                  <a:pt x="1947742" y="2144924"/>
                </a:moveTo>
                <a:lnTo>
                  <a:pt x="1952819" y="2154121"/>
                </a:lnTo>
                <a:lnTo>
                  <a:pt x="1931070" y="2154121"/>
                </a:lnTo>
                <a:close/>
                <a:moveTo>
                  <a:pt x="3323244" y="2144854"/>
                </a:moveTo>
                <a:lnTo>
                  <a:pt x="3328322" y="2154051"/>
                </a:lnTo>
                <a:lnTo>
                  <a:pt x="3306572" y="2154051"/>
                </a:lnTo>
                <a:close/>
                <a:moveTo>
                  <a:pt x="4698705" y="2144849"/>
                </a:moveTo>
                <a:lnTo>
                  <a:pt x="4703880" y="2154046"/>
                </a:lnTo>
                <a:lnTo>
                  <a:pt x="4682033" y="2154046"/>
                </a:lnTo>
                <a:close/>
                <a:moveTo>
                  <a:pt x="6074491" y="2144846"/>
                </a:moveTo>
                <a:lnTo>
                  <a:pt x="6079671" y="2154043"/>
                </a:lnTo>
                <a:lnTo>
                  <a:pt x="6057833" y="2154043"/>
                </a:lnTo>
                <a:close/>
                <a:moveTo>
                  <a:pt x="7450246" y="2144840"/>
                </a:moveTo>
                <a:lnTo>
                  <a:pt x="7455415" y="2154037"/>
                </a:lnTo>
                <a:lnTo>
                  <a:pt x="7433576" y="2154037"/>
                </a:lnTo>
                <a:close/>
                <a:moveTo>
                  <a:pt x="8825669" y="2144835"/>
                </a:moveTo>
                <a:lnTo>
                  <a:pt x="8830861" y="2154032"/>
                </a:lnTo>
                <a:lnTo>
                  <a:pt x="8808998" y="2154032"/>
                </a:lnTo>
                <a:close/>
                <a:moveTo>
                  <a:pt x="10201296" y="2144765"/>
                </a:moveTo>
                <a:lnTo>
                  <a:pt x="10206454" y="2153962"/>
                </a:lnTo>
                <a:lnTo>
                  <a:pt x="10184627" y="2153962"/>
                </a:lnTo>
                <a:close/>
                <a:moveTo>
                  <a:pt x="11576896" y="2144762"/>
                </a:moveTo>
                <a:lnTo>
                  <a:pt x="11582054" y="2153956"/>
                </a:lnTo>
                <a:lnTo>
                  <a:pt x="11560185" y="2153956"/>
                </a:lnTo>
                <a:close/>
                <a:moveTo>
                  <a:pt x="0" y="1112463"/>
                </a:moveTo>
                <a:lnTo>
                  <a:pt x="392650" y="1820797"/>
                </a:lnTo>
                <a:lnTo>
                  <a:pt x="375882" y="1830092"/>
                </a:lnTo>
                <a:lnTo>
                  <a:pt x="0" y="1151962"/>
                </a:lnTo>
                <a:close/>
                <a:moveTo>
                  <a:pt x="1063602" y="904138"/>
                </a:moveTo>
                <a:lnTo>
                  <a:pt x="1080369" y="913335"/>
                </a:lnTo>
                <a:lnTo>
                  <a:pt x="555525" y="1860355"/>
                </a:lnTo>
                <a:lnTo>
                  <a:pt x="555525" y="1860557"/>
                </a:lnTo>
                <a:lnTo>
                  <a:pt x="392745" y="2154135"/>
                </a:lnTo>
                <a:lnTo>
                  <a:pt x="370802" y="2154135"/>
                </a:lnTo>
                <a:lnTo>
                  <a:pt x="555525" y="1820991"/>
                </a:lnTo>
                <a:lnTo>
                  <a:pt x="555525" y="1820792"/>
                </a:lnTo>
                <a:close/>
                <a:moveTo>
                  <a:pt x="2439155" y="904132"/>
                </a:moveTo>
                <a:lnTo>
                  <a:pt x="2455922" y="913329"/>
                </a:lnTo>
                <a:lnTo>
                  <a:pt x="1931072" y="1860350"/>
                </a:lnTo>
                <a:lnTo>
                  <a:pt x="1931072" y="1860551"/>
                </a:lnTo>
                <a:lnTo>
                  <a:pt x="1768293" y="2154130"/>
                </a:lnTo>
                <a:lnTo>
                  <a:pt x="1746350" y="2154130"/>
                </a:lnTo>
                <a:lnTo>
                  <a:pt x="1931070" y="1820988"/>
                </a:lnTo>
                <a:lnTo>
                  <a:pt x="1931070" y="1820786"/>
                </a:lnTo>
                <a:close/>
                <a:moveTo>
                  <a:pt x="3814660" y="904063"/>
                </a:moveTo>
                <a:lnTo>
                  <a:pt x="3831428" y="913259"/>
                </a:lnTo>
                <a:lnTo>
                  <a:pt x="3306623" y="1860199"/>
                </a:lnTo>
                <a:lnTo>
                  <a:pt x="3306623" y="1860548"/>
                </a:lnTo>
                <a:lnTo>
                  <a:pt x="3143840" y="2154127"/>
                </a:lnTo>
                <a:lnTo>
                  <a:pt x="3121898" y="2154127"/>
                </a:lnTo>
                <a:lnTo>
                  <a:pt x="3306575" y="1821063"/>
                </a:lnTo>
                <a:lnTo>
                  <a:pt x="3306575" y="1820716"/>
                </a:lnTo>
                <a:close/>
                <a:moveTo>
                  <a:pt x="5190213" y="904057"/>
                </a:moveTo>
                <a:lnTo>
                  <a:pt x="5206981" y="913254"/>
                </a:lnTo>
                <a:lnTo>
                  <a:pt x="4682131" y="1860104"/>
                </a:lnTo>
                <a:lnTo>
                  <a:pt x="4682131" y="1860479"/>
                </a:lnTo>
                <a:lnTo>
                  <a:pt x="4519348" y="2154054"/>
                </a:lnTo>
                <a:lnTo>
                  <a:pt x="4497409" y="2154054"/>
                </a:lnTo>
                <a:lnTo>
                  <a:pt x="4682036" y="1821083"/>
                </a:lnTo>
                <a:lnTo>
                  <a:pt x="4682036" y="1820711"/>
                </a:lnTo>
                <a:close/>
                <a:moveTo>
                  <a:pt x="6566097" y="904054"/>
                </a:moveTo>
                <a:lnTo>
                  <a:pt x="6582875" y="913248"/>
                </a:lnTo>
                <a:lnTo>
                  <a:pt x="6057833" y="1860274"/>
                </a:lnTo>
                <a:lnTo>
                  <a:pt x="6057833" y="1860473"/>
                </a:lnTo>
                <a:lnTo>
                  <a:pt x="5895190" y="2154051"/>
                </a:lnTo>
                <a:lnTo>
                  <a:pt x="5873247" y="2154051"/>
                </a:lnTo>
                <a:lnTo>
                  <a:pt x="6057833" y="1820910"/>
                </a:lnTo>
                <a:lnTo>
                  <a:pt x="6057833" y="1820708"/>
                </a:lnTo>
                <a:close/>
                <a:moveTo>
                  <a:pt x="7941625" y="904049"/>
                </a:moveTo>
                <a:lnTo>
                  <a:pt x="7958392" y="913245"/>
                </a:lnTo>
                <a:lnTo>
                  <a:pt x="7433579" y="1860269"/>
                </a:lnTo>
                <a:lnTo>
                  <a:pt x="7433579" y="1860468"/>
                </a:lnTo>
                <a:lnTo>
                  <a:pt x="7270886" y="2154046"/>
                </a:lnTo>
                <a:lnTo>
                  <a:pt x="7248943" y="2154046"/>
                </a:lnTo>
                <a:lnTo>
                  <a:pt x="7433579" y="1820901"/>
                </a:lnTo>
                <a:lnTo>
                  <a:pt x="7433579" y="1820702"/>
                </a:lnTo>
                <a:close/>
                <a:moveTo>
                  <a:pt x="9317381" y="904043"/>
                </a:moveTo>
                <a:lnTo>
                  <a:pt x="9334138" y="913240"/>
                </a:lnTo>
                <a:lnTo>
                  <a:pt x="8809011" y="1860260"/>
                </a:lnTo>
                <a:lnTo>
                  <a:pt x="8809011" y="1860465"/>
                </a:lnTo>
                <a:lnTo>
                  <a:pt x="8646197" y="2154043"/>
                </a:lnTo>
                <a:lnTo>
                  <a:pt x="8624403" y="2154043"/>
                </a:lnTo>
                <a:lnTo>
                  <a:pt x="8809011" y="1820898"/>
                </a:lnTo>
                <a:lnTo>
                  <a:pt x="8809011" y="1820700"/>
                </a:lnTo>
                <a:close/>
                <a:moveTo>
                  <a:pt x="10692823" y="903973"/>
                </a:moveTo>
                <a:lnTo>
                  <a:pt x="10709501" y="913170"/>
                </a:lnTo>
                <a:lnTo>
                  <a:pt x="10184679" y="1860104"/>
                </a:lnTo>
                <a:lnTo>
                  <a:pt x="10184679" y="1860459"/>
                </a:lnTo>
                <a:lnTo>
                  <a:pt x="10021880" y="2154037"/>
                </a:lnTo>
                <a:lnTo>
                  <a:pt x="10000040" y="2154037"/>
                </a:lnTo>
                <a:lnTo>
                  <a:pt x="10184627" y="1820982"/>
                </a:lnTo>
                <a:lnTo>
                  <a:pt x="10184627" y="1820627"/>
                </a:lnTo>
                <a:close/>
                <a:moveTo>
                  <a:pt x="12068273" y="903967"/>
                </a:moveTo>
                <a:lnTo>
                  <a:pt x="12085046" y="913164"/>
                </a:lnTo>
                <a:lnTo>
                  <a:pt x="11560193" y="1860188"/>
                </a:lnTo>
                <a:lnTo>
                  <a:pt x="11560193" y="1860389"/>
                </a:lnTo>
                <a:lnTo>
                  <a:pt x="11397421" y="2153967"/>
                </a:lnTo>
                <a:lnTo>
                  <a:pt x="11375578" y="2153967"/>
                </a:lnTo>
                <a:lnTo>
                  <a:pt x="11560193" y="1820823"/>
                </a:lnTo>
                <a:lnTo>
                  <a:pt x="11560193" y="1820624"/>
                </a:lnTo>
                <a:close/>
                <a:moveTo>
                  <a:pt x="11741806" y="0"/>
                </a:moveTo>
                <a:lnTo>
                  <a:pt x="11763755" y="0"/>
                </a:lnTo>
                <a:lnTo>
                  <a:pt x="12191999" y="772556"/>
                </a:lnTo>
                <a:lnTo>
                  <a:pt x="12191999" y="812139"/>
                </a:lnTo>
                <a:close/>
                <a:moveTo>
                  <a:pt x="11193821" y="0"/>
                </a:moveTo>
                <a:lnTo>
                  <a:pt x="11215764" y="0"/>
                </a:lnTo>
                <a:lnTo>
                  <a:pt x="10889267" y="589130"/>
                </a:lnTo>
                <a:lnTo>
                  <a:pt x="10872493" y="579838"/>
                </a:lnTo>
                <a:close/>
                <a:moveTo>
                  <a:pt x="10366228" y="0"/>
                </a:moveTo>
                <a:lnTo>
                  <a:pt x="10388154" y="0"/>
                </a:lnTo>
                <a:lnTo>
                  <a:pt x="11397321" y="1820627"/>
                </a:lnTo>
                <a:lnTo>
                  <a:pt x="11380556" y="1829924"/>
                </a:lnTo>
                <a:close/>
                <a:moveTo>
                  <a:pt x="9818403" y="0"/>
                </a:moveTo>
                <a:lnTo>
                  <a:pt x="9840272" y="0"/>
                </a:lnTo>
                <a:lnTo>
                  <a:pt x="9513750" y="589202"/>
                </a:lnTo>
                <a:lnTo>
                  <a:pt x="9496982" y="579911"/>
                </a:lnTo>
                <a:close/>
                <a:moveTo>
                  <a:pt x="8990576" y="0"/>
                </a:moveTo>
                <a:lnTo>
                  <a:pt x="9012521" y="0"/>
                </a:lnTo>
                <a:lnTo>
                  <a:pt x="10021787" y="1820700"/>
                </a:lnTo>
                <a:lnTo>
                  <a:pt x="10005031" y="1829994"/>
                </a:lnTo>
                <a:close/>
                <a:moveTo>
                  <a:pt x="8442743" y="0"/>
                </a:moveTo>
                <a:lnTo>
                  <a:pt x="8464573" y="0"/>
                </a:lnTo>
                <a:lnTo>
                  <a:pt x="8138024" y="589205"/>
                </a:lnTo>
                <a:lnTo>
                  <a:pt x="8121278" y="579913"/>
                </a:lnTo>
                <a:close/>
                <a:moveTo>
                  <a:pt x="7615119" y="0"/>
                </a:moveTo>
                <a:lnTo>
                  <a:pt x="7637042" y="0"/>
                </a:lnTo>
                <a:lnTo>
                  <a:pt x="8646102" y="1820702"/>
                </a:lnTo>
                <a:lnTo>
                  <a:pt x="8629385" y="1829997"/>
                </a:lnTo>
                <a:close/>
                <a:moveTo>
                  <a:pt x="7067263" y="0"/>
                </a:moveTo>
                <a:lnTo>
                  <a:pt x="7089133" y="0"/>
                </a:lnTo>
                <a:lnTo>
                  <a:pt x="6762512" y="589211"/>
                </a:lnTo>
                <a:lnTo>
                  <a:pt x="6745750" y="579919"/>
                </a:lnTo>
                <a:close/>
                <a:moveTo>
                  <a:pt x="6239415" y="0"/>
                </a:moveTo>
                <a:lnTo>
                  <a:pt x="6261346" y="0"/>
                </a:lnTo>
                <a:lnTo>
                  <a:pt x="7270693" y="1820708"/>
                </a:lnTo>
                <a:lnTo>
                  <a:pt x="7253925" y="1830003"/>
                </a:lnTo>
                <a:close/>
                <a:moveTo>
                  <a:pt x="5691495" y="0"/>
                </a:moveTo>
                <a:lnTo>
                  <a:pt x="5713367" y="0"/>
                </a:lnTo>
                <a:lnTo>
                  <a:pt x="5386626" y="589216"/>
                </a:lnTo>
                <a:lnTo>
                  <a:pt x="5369862" y="579922"/>
                </a:lnTo>
                <a:close/>
                <a:moveTo>
                  <a:pt x="4863626" y="0"/>
                </a:moveTo>
                <a:lnTo>
                  <a:pt x="4885566" y="0"/>
                </a:lnTo>
                <a:lnTo>
                  <a:pt x="5894991" y="1820714"/>
                </a:lnTo>
                <a:lnTo>
                  <a:pt x="5878224" y="1830008"/>
                </a:lnTo>
                <a:close/>
                <a:moveTo>
                  <a:pt x="4315765" y="0"/>
                </a:moveTo>
                <a:lnTo>
                  <a:pt x="4337696" y="0"/>
                </a:lnTo>
                <a:lnTo>
                  <a:pt x="4011076" y="589219"/>
                </a:lnTo>
                <a:lnTo>
                  <a:pt x="3994308" y="579927"/>
                </a:lnTo>
                <a:close/>
                <a:moveTo>
                  <a:pt x="3488110" y="0"/>
                </a:moveTo>
                <a:lnTo>
                  <a:pt x="3509968" y="0"/>
                </a:lnTo>
                <a:lnTo>
                  <a:pt x="4519155" y="1820716"/>
                </a:lnTo>
                <a:lnTo>
                  <a:pt x="4502391" y="1830011"/>
                </a:lnTo>
                <a:close/>
                <a:moveTo>
                  <a:pt x="2940296" y="0"/>
                </a:moveTo>
                <a:lnTo>
                  <a:pt x="2962227" y="0"/>
                </a:lnTo>
                <a:lnTo>
                  <a:pt x="2635567" y="589292"/>
                </a:lnTo>
                <a:lnTo>
                  <a:pt x="2618800" y="579997"/>
                </a:lnTo>
                <a:close/>
                <a:moveTo>
                  <a:pt x="2112565" y="0"/>
                </a:moveTo>
                <a:lnTo>
                  <a:pt x="2134420" y="0"/>
                </a:lnTo>
                <a:lnTo>
                  <a:pt x="3143647" y="1820789"/>
                </a:lnTo>
                <a:lnTo>
                  <a:pt x="3126882" y="1830084"/>
                </a:lnTo>
                <a:close/>
                <a:moveTo>
                  <a:pt x="1564746" y="0"/>
                </a:moveTo>
                <a:lnTo>
                  <a:pt x="1586679" y="0"/>
                </a:lnTo>
                <a:lnTo>
                  <a:pt x="1260014" y="589295"/>
                </a:lnTo>
                <a:lnTo>
                  <a:pt x="1243247" y="580003"/>
                </a:lnTo>
                <a:close/>
                <a:moveTo>
                  <a:pt x="737029" y="0"/>
                </a:moveTo>
                <a:lnTo>
                  <a:pt x="758884" y="0"/>
                </a:lnTo>
                <a:lnTo>
                  <a:pt x="1768194" y="1820792"/>
                </a:lnTo>
                <a:lnTo>
                  <a:pt x="1751430" y="1830087"/>
                </a:lnTo>
                <a:close/>
                <a:moveTo>
                  <a:pt x="189206" y="0"/>
                </a:moveTo>
                <a:lnTo>
                  <a:pt x="211137" y="0"/>
                </a:lnTo>
                <a:lnTo>
                  <a:pt x="0" y="380891"/>
                </a:lnTo>
                <a:lnTo>
                  <a:pt x="0" y="341342"/>
                </a:lnTo>
                <a:close/>
              </a:path>
            </a:pathLst>
          </a:custGeom>
          <a:solidFill>
            <a:schemeClr val="bg2">
              <a:alpha val="15000"/>
            </a:schemeClr>
          </a:solidFill>
          <a:ln w="1415" cap="flat">
            <a:noFill/>
            <a:prstDash val="solid"/>
            <a:miter/>
          </a:ln>
        </p:spPr>
        <p:txBody>
          <a:bodyPr wrap="square" rtlCol="0" anchor="ctr">
            <a:noAutofit/>
          </a:bodyPr>
          <a:lstStyle/>
          <a:p>
            <a:pPr lvl="0"/>
            <a:endParaRPr lang="en-US"/>
          </a:p>
        </p:txBody>
      </p:sp>
      <p:sp>
        <p:nvSpPr>
          <p:cNvPr id="10" name="Rectangle 9">
            <a:extLst>
              <a:ext uri="{FF2B5EF4-FFF2-40B4-BE49-F238E27FC236}">
                <a16:creationId xmlns:a16="http://schemas.microsoft.com/office/drawing/2014/main" id="{54F2B1FF-FB50-2E6E-FC10-357C654ADB61}"/>
              </a:ext>
            </a:extLst>
          </p:cNvPr>
          <p:cNvSpPr/>
          <p:nvPr userDrawn="1"/>
        </p:nvSpPr>
        <p:spPr>
          <a:xfrm>
            <a:off x="304800" y="304800"/>
            <a:ext cx="5700713" cy="61374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sp>
        <p:nvSpPr>
          <p:cNvPr id="7" name="Text Placeholder 8">
            <a:extLst>
              <a:ext uri="{FF2B5EF4-FFF2-40B4-BE49-F238E27FC236}">
                <a16:creationId xmlns:a16="http://schemas.microsoft.com/office/drawing/2014/main" id="{D256D8B8-1CCE-7639-CB7E-11A296D62645}"/>
              </a:ext>
            </a:extLst>
          </p:cNvPr>
          <p:cNvSpPr>
            <a:spLocks noGrp="1"/>
          </p:cNvSpPr>
          <p:nvPr>
            <p:ph type="body" sz="quarter" idx="11" hasCustomPrompt="1"/>
          </p:nvPr>
        </p:nvSpPr>
        <p:spPr>
          <a:xfrm>
            <a:off x="492125" y="1710803"/>
            <a:ext cx="1711325" cy="498598"/>
          </a:xfrm>
        </p:spPr>
        <p:txBody>
          <a:bodyPr>
            <a:noAutofit/>
          </a:bodyPr>
          <a:lstStyle>
            <a:lvl1pPr>
              <a:lnSpc>
                <a:spcPct val="90000"/>
              </a:lnSpc>
              <a:spcBef>
                <a:spcPts val="0"/>
              </a:spcBef>
              <a:spcAft>
                <a:spcPts val="0"/>
              </a:spcAft>
              <a:buFontTx/>
              <a:buNone/>
              <a:defRPr sz="3600" b="0" i="0" cap="all" baseline="0">
                <a:solidFill>
                  <a:schemeClr val="accent1"/>
                </a:solidFill>
                <a:latin typeface="+mn-lt"/>
              </a:defRPr>
            </a:lvl1pPr>
            <a:lvl2pPr>
              <a:lnSpc>
                <a:spcPct val="90000"/>
              </a:lnSpc>
              <a:spcBef>
                <a:spcPts val="0"/>
              </a:spcBef>
              <a:spcAft>
                <a:spcPts val="0"/>
              </a:spcAft>
              <a:buFontTx/>
              <a:buNone/>
              <a:defRPr sz="3600" b="0" i="0" cap="all" baseline="0">
                <a:solidFill>
                  <a:schemeClr val="accent1"/>
                </a:solidFill>
                <a:latin typeface="+mn-lt"/>
              </a:defRPr>
            </a:lvl2pPr>
            <a:lvl3pPr marL="0" indent="0">
              <a:lnSpc>
                <a:spcPct val="90000"/>
              </a:lnSpc>
              <a:spcBef>
                <a:spcPts val="0"/>
              </a:spcBef>
              <a:spcAft>
                <a:spcPts val="0"/>
              </a:spcAft>
              <a:buFontTx/>
              <a:buNone/>
              <a:defRPr sz="3600" b="0" i="0" cap="all" baseline="0">
                <a:solidFill>
                  <a:schemeClr val="accent1"/>
                </a:solidFill>
                <a:latin typeface="+mn-lt"/>
              </a:defRPr>
            </a:lvl3pPr>
            <a:lvl4pPr marL="0" indent="0">
              <a:lnSpc>
                <a:spcPct val="90000"/>
              </a:lnSpc>
              <a:spcBef>
                <a:spcPts val="0"/>
              </a:spcBef>
              <a:spcAft>
                <a:spcPts val="0"/>
              </a:spcAft>
              <a:buFontTx/>
              <a:buNone/>
              <a:defRPr sz="3600" b="0" i="0" cap="all" baseline="0">
                <a:solidFill>
                  <a:schemeClr val="accent1"/>
                </a:solidFill>
                <a:latin typeface="+mn-lt"/>
              </a:defRPr>
            </a:lvl4pPr>
            <a:lvl5pPr marL="0" indent="0">
              <a:lnSpc>
                <a:spcPct val="90000"/>
              </a:lnSpc>
              <a:spcBef>
                <a:spcPts val="0"/>
              </a:spcBef>
              <a:spcAft>
                <a:spcPts val="0"/>
              </a:spcAft>
              <a:buFontTx/>
              <a:buNone/>
              <a:defRPr sz="3600" b="0" i="0" cap="all" baseline="0">
                <a:solidFill>
                  <a:schemeClr val="accent1"/>
                </a:solidFill>
                <a:latin typeface="+mn-lt"/>
              </a:defRPr>
            </a:lvl5pPr>
            <a:lvl6pPr>
              <a:lnSpc>
                <a:spcPct val="90000"/>
              </a:lnSpc>
              <a:spcBef>
                <a:spcPts val="0"/>
              </a:spcBef>
              <a:spcAft>
                <a:spcPts val="0"/>
              </a:spcAft>
              <a:buFontTx/>
              <a:buNone/>
              <a:defRPr sz="3600" b="0" i="0" cap="all" baseline="0">
                <a:solidFill>
                  <a:schemeClr val="accent1"/>
                </a:solidFill>
                <a:latin typeface="+mn-lt"/>
              </a:defRPr>
            </a:lvl6pPr>
            <a:lvl7pPr>
              <a:lnSpc>
                <a:spcPct val="90000"/>
              </a:lnSpc>
              <a:spcBef>
                <a:spcPts val="0"/>
              </a:spcBef>
              <a:spcAft>
                <a:spcPts val="0"/>
              </a:spcAft>
              <a:buFontTx/>
              <a:buNone/>
              <a:defRPr sz="3600" b="0" i="0" cap="all" baseline="0">
                <a:solidFill>
                  <a:schemeClr val="accent1"/>
                </a:solidFill>
                <a:latin typeface="+mn-lt"/>
              </a:defRPr>
            </a:lvl7pPr>
            <a:lvl8pPr>
              <a:lnSpc>
                <a:spcPct val="90000"/>
              </a:lnSpc>
              <a:spcBef>
                <a:spcPts val="0"/>
              </a:spcBef>
              <a:spcAft>
                <a:spcPts val="0"/>
              </a:spcAft>
              <a:buFontTx/>
              <a:buNone/>
              <a:defRPr sz="3600" b="0" i="0" cap="all" baseline="0">
                <a:solidFill>
                  <a:schemeClr val="accent1"/>
                </a:solidFill>
                <a:latin typeface="+mn-lt"/>
              </a:defRPr>
            </a:lvl8pPr>
            <a:lvl9pPr>
              <a:lnSpc>
                <a:spcPct val="90000"/>
              </a:lnSpc>
              <a:spcBef>
                <a:spcPts val="0"/>
              </a:spcBef>
              <a:spcAft>
                <a:spcPts val="0"/>
              </a:spcAft>
              <a:buFontTx/>
              <a:buNone/>
              <a:defRPr sz="3600" b="0" i="0" cap="all" baseline="0">
                <a:solidFill>
                  <a:schemeClr val="accent1"/>
                </a:solidFill>
                <a:latin typeface="+mn-lt"/>
              </a:defRPr>
            </a:lvl9pPr>
          </a:lstStyle>
          <a:p>
            <a:pPr lvl="0"/>
            <a:r>
              <a:rPr lang="en-US"/>
              <a:t>00</a:t>
            </a:r>
          </a:p>
        </p:txBody>
      </p:sp>
      <p:sp>
        <p:nvSpPr>
          <p:cNvPr id="11" name="Titre 18">
            <a:extLst>
              <a:ext uri="{FF2B5EF4-FFF2-40B4-BE49-F238E27FC236}">
                <a16:creationId xmlns:a16="http://schemas.microsoft.com/office/drawing/2014/main" id="{03CA9EA0-498E-7F52-E3CE-50F51D182469}"/>
              </a:ext>
            </a:extLst>
          </p:cNvPr>
          <p:cNvSpPr>
            <a:spLocks noGrp="1"/>
          </p:cNvSpPr>
          <p:nvPr>
            <p:ph type="title" hasCustomPrompt="1"/>
          </p:nvPr>
        </p:nvSpPr>
        <p:spPr>
          <a:xfrm>
            <a:off x="492124" y="2736634"/>
            <a:ext cx="5238195" cy="920965"/>
          </a:xfrm>
        </p:spPr>
        <p:txBody>
          <a:bodyPr>
            <a:noAutofit/>
          </a:bodyPr>
          <a:lstStyle>
            <a:lvl1pPr>
              <a:defRPr sz="2800"/>
            </a:lvl1pPr>
          </a:lstStyle>
          <a:p>
            <a:r>
              <a:rPr lang="en-US"/>
              <a:t>Click to edit Master text styles</a:t>
            </a:r>
          </a:p>
        </p:txBody>
      </p:sp>
      <p:sp>
        <p:nvSpPr>
          <p:cNvPr id="12" name="Text Placeholder 14">
            <a:extLst>
              <a:ext uri="{FF2B5EF4-FFF2-40B4-BE49-F238E27FC236}">
                <a16:creationId xmlns:a16="http://schemas.microsoft.com/office/drawing/2014/main" id="{2746DCE0-4704-71C3-B755-6E493943006F}"/>
              </a:ext>
            </a:extLst>
          </p:cNvPr>
          <p:cNvSpPr>
            <a:spLocks noGrp="1"/>
          </p:cNvSpPr>
          <p:nvPr>
            <p:ph type="body" sz="quarter" idx="15" hasCustomPrompt="1"/>
          </p:nvPr>
        </p:nvSpPr>
        <p:spPr>
          <a:xfrm>
            <a:off x="492125" y="3800087"/>
            <a:ext cx="5238194" cy="215444"/>
          </a:xfrm>
        </p:spPr>
        <p:txBody>
          <a:bodyPr wrap="square">
            <a:spAutoFit/>
          </a:bodyPr>
          <a:lstStyle>
            <a:lvl1pPr>
              <a:lnSpc>
                <a:spcPct val="100000"/>
              </a:lnSpc>
              <a:spcBef>
                <a:spcPts val="0"/>
              </a:spcBef>
              <a:spcAft>
                <a:spcPts val="0"/>
              </a:spcAft>
              <a:buFontTx/>
              <a:buNone/>
              <a:defRPr sz="14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13" name="Espace réservé de la date 12">
            <a:extLst>
              <a:ext uri="{FF2B5EF4-FFF2-40B4-BE49-F238E27FC236}">
                <a16:creationId xmlns:a16="http://schemas.microsoft.com/office/drawing/2014/main" id="{3F7407F5-6068-2053-CB45-EE604E548099}"/>
              </a:ext>
            </a:extLst>
          </p:cNvPr>
          <p:cNvSpPr>
            <a:spLocks noGrp="1"/>
          </p:cNvSpPr>
          <p:nvPr>
            <p:ph type="dt" sz="half" idx="21"/>
          </p:nvPr>
        </p:nvSpPr>
        <p:spPr/>
        <p:txBody>
          <a:bodyPr/>
          <a:lstStyle>
            <a:lvl1pPr>
              <a:defRPr>
                <a:solidFill>
                  <a:schemeClr val="bg1"/>
                </a:solidFill>
              </a:defRPr>
            </a:lvl1pPr>
          </a:lstStyle>
          <a:p>
            <a:fld id="{E03C8094-C778-4021-9D22-480B17150894}" type="datetime1">
              <a:rPr lang="en-US" smtClean="0"/>
              <a:t>4/1/2026</a:t>
            </a:fld>
            <a:endParaRPr lang="en-US"/>
          </a:p>
        </p:txBody>
      </p:sp>
      <p:sp>
        <p:nvSpPr>
          <p:cNvPr id="14" name="Espace réservé du pied de page 13">
            <a:extLst>
              <a:ext uri="{FF2B5EF4-FFF2-40B4-BE49-F238E27FC236}">
                <a16:creationId xmlns:a16="http://schemas.microsoft.com/office/drawing/2014/main" id="{BDEED2B4-9E39-8B18-896D-15B486A1A13B}"/>
              </a:ext>
            </a:extLst>
          </p:cNvPr>
          <p:cNvSpPr>
            <a:spLocks noGrp="1"/>
          </p:cNvSpPr>
          <p:nvPr>
            <p:ph type="ftr" sz="quarter" idx="22"/>
          </p:nvPr>
        </p:nvSpPr>
        <p:spPr/>
        <p:txBody>
          <a:bodyPr/>
          <a:lstStyle>
            <a:lvl1pPr>
              <a:defRPr>
                <a:solidFill>
                  <a:schemeClr val="bg1"/>
                </a:solidFill>
              </a:defRPr>
            </a:lvl1pPr>
          </a:lstStyle>
          <a:p>
            <a:endParaRPr lang="en-US"/>
          </a:p>
        </p:txBody>
      </p:sp>
      <p:sp>
        <p:nvSpPr>
          <p:cNvPr id="15" name="Espace réservé du numéro de diapositive 14">
            <a:extLst>
              <a:ext uri="{FF2B5EF4-FFF2-40B4-BE49-F238E27FC236}">
                <a16:creationId xmlns:a16="http://schemas.microsoft.com/office/drawing/2014/main" id="{9379CF46-F8D2-43FD-46D3-1B6A967EF3FE}"/>
              </a:ext>
            </a:extLst>
          </p:cNvPr>
          <p:cNvSpPr>
            <a:spLocks noGrp="1"/>
          </p:cNvSpPr>
          <p:nvPr>
            <p:ph type="sldNum" sz="quarter" idx="23"/>
          </p:nvPr>
        </p:nvSpPr>
        <p:spPr/>
        <p:txBody>
          <a:bodyPr/>
          <a:lstStyle>
            <a:lvl1pPr>
              <a:defRPr>
                <a:solidFill>
                  <a:schemeClr val="bg1"/>
                </a:solidFill>
              </a:defRPr>
            </a:lvl1pPr>
          </a:lstStyle>
          <a:p>
            <a:fld id="{A3DC67AC-589B-465F-8375-83B2CE47653E}" type="slidenum">
              <a:rPr lang="en-US" smtClean="0"/>
              <a:pPr/>
              <a:t>‹#›</a:t>
            </a:fld>
            <a:endParaRPr lang="en-US"/>
          </a:p>
        </p:txBody>
      </p:sp>
      <p:pic>
        <p:nvPicPr>
          <p:cNvPr id="18" name="Image 17">
            <a:extLst>
              <a:ext uri="{FF2B5EF4-FFF2-40B4-BE49-F238E27FC236}">
                <a16:creationId xmlns:a16="http://schemas.microsoft.com/office/drawing/2014/main" id="{36664A70-97BC-5142-81A6-BEFC4F5765BC}"/>
              </a:ext>
            </a:extLst>
          </p:cNvPr>
          <p:cNvPicPr>
            <a:picLocks noChangeAspect="1"/>
          </p:cNvPicPr>
          <p:nvPr userDrawn="1"/>
        </p:nvPicPr>
        <p:blipFill>
          <a:blip r:embed="rId2"/>
          <a:stretch>
            <a:fillRect/>
          </a:stretch>
        </p:blipFill>
        <p:spPr>
          <a:xfrm>
            <a:off x="492124" y="630892"/>
            <a:ext cx="1195200" cy="438240"/>
          </a:xfrm>
          <a:prstGeom prst="rect">
            <a:avLst/>
          </a:prstGeom>
        </p:spPr>
      </p:pic>
      <p:sp>
        <p:nvSpPr>
          <p:cNvPr id="16" name="Espace réservé du texte 2">
            <a:extLst>
              <a:ext uri="{FF2B5EF4-FFF2-40B4-BE49-F238E27FC236}">
                <a16:creationId xmlns:a16="http://schemas.microsoft.com/office/drawing/2014/main" id="{B4B6834B-F837-174D-849D-8553A2FFC109}"/>
              </a:ext>
            </a:extLst>
          </p:cNvPr>
          <p:cNvSpPr txBox="1">
            <a:spLocks/>
          </p:cNvSpPr>
          <p:nvPr userDrawn="1"/>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2116632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20C28F-F3B7-6197-09CD-8FA6C11D64BC}"/>
              </a:ext>
            </a:extLst>
          </p:cNvPr>
          <p:cNvSpPr/>
          <p:nvPr userDrawn="1"/>
        </p:nvSpPr>
        <p:spPr>
          <a:xfrm>
            <a:off x="0" y="0"/>
            <a:ext cx="12192000" cy="6858000"/>
          </a:xfrm>
          <a:prstGeom prst="rect">
            <a:avLst/>
          </a:prstGeom>
          <a:gradFill>
            <a:gsLst>
              <a:gs pos="100000">
                <a:schemeClr val="tx1">
                  <a:alpha val="25000"/>
                </a:schemeClr>
              </a:gs>
              <a:gs pos="0">
                <a:schemeClr val="tx1">
                  <a:alpha val="35000"/>
                </a:schemeClr>
              </a:gs>
            </a:gsLst>
            <a:lin ang="0" scaled="0"/>
          </a:gradFill>
        </p:spPr>
        <p:txBody>
          <a:bodyPr vert="horz" wrap="square" lIns="0" tIns="0" rIns="0" bIns="0" rtlCol="0">
            <a:no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10" name="Rectangle 9">
            <a:extLst>
              <a:ext uri="{FF2B5EF4-FFF2-40B4-BE49-F238E27FC236}">
                <a16:creationId xmlns:a16="http://schemas.microsoft.com/office/drawing/2014/main" id="{54F2B1FF-FB50-2E6E-FC10-357C654ADB61}"/>
              </a:ext>
            </a:extLst>
          </p:cNvPr>
          <p:cNvSpPr/>
          <p:nvPr userDrawn="1"/>
        </p:nvSpPr>
        <p:spPr>
          <a:xfrm>
            <a:off x="304800" y="304800"/>
            <a:ext cx="5700713" cy="61374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sp>
        <p:nvSpPr>
          <p:cNvPr id="7" name="Text Placeholder 8">
            <a:extLst>
              <a:ext uri="{FF2B5EF4-FFF2-40B4-BE49-F238E27FC236}">
                <a16:creationId xmlns:a16="http://schemas.microsoft.com/office/drawing/2014/main" id="{D256D8B8-1CCE-7639-CB7E-11A296D62645}"/>
              </a:ext>
            </a:extLst>
          </p:cNvPr>
          <p:cNvSpPr>
            <a:spLocks noGrp="1"/>
          </p:cNvSpPr>
          <p:nvPr>
            <p:ph type="body" sz="quarter" idx="11" hasCustomPrompt="1"/>
          </p:nvPr>
        </p:nvSpPr>
        <p:spPr>
          <a:xfrm>
            <a:off x="492125" y="1710803"/>
            <a:ext cx="1711325" cy="498598"/>
          </a:xfrm>
        </p:spPr>
        <p:txBody>
          <a:bodyPr>
            <a:noAutofit/>
          </a:bodyPr>
          <a:lstStyle>
            <a:lvl1pPr>
              <a:lnSpc>
                <a:spcPct val="90000"/>
              </a:lnSpc>
              <a:spcBef>
                <a:spcPts val="0"/>
              </a:spcBef>
              <a:spcAft>
                <a:spcPts val="0"/>
              </a:spcAft>
              <a:buFontTx/>
              <a:buNone/>
              <a:defRPr sz="3600" b="0" i="0" cap="all" baseline="0">
                <a:solidFill>
                  <a:schemeClr val="accent1"/>
                </a:solidFill>
                <a:latin typeface="+mn-lt"/>
              </a:defRPr>
            </a:lvl1pPr>
            <a:lvl2pPr>
              <a:lnSpc>
                <a:spcPct val="90000"/>
              </a:lnSpc>
              <a:spcBef>
                <a:spcPts val="0"/>
              </a:spcBef>
              <a:spcAft>
                <a:spcPts val="0"/>
              </a:spcAft>
              <a:buFontTx/>
              <a:buNone/>
              <a:defRPr sz="3600" b="0" i="0" cap="all" baseline="0">
                <a:solidFill>
                  <a:schemeClr val="accent1"/>
                </a:solidFill>
                <a:latin typeface="+mn-lt"/>
              </a:defRPr>
            </a:lvl2pPr>
            <a:lvl3pPr marL="0" indent="0">
              <a:lnSpc>
                <a:spcPct val="90000"/>
              </a:lnSpc>
              <a:spcBef>
                <a:spcPts val="0"/>
              </a:spcBef>
              <a:spcAft>
                <a:spcPts val="0"/>
              </a:spcAft>
              <a:buFontTx/>
              <a:buNone/>
              <a:defRPr sz="3600" b="0" i="0" cap="all" baseline="0">
                <a:solidFill>
                  <a:schemeClr val="accent1"/>
                </a:solidFill>
                <a:latin typeface="+mn-lt"/>
              </a:defRPr>
            </a:lvl3pPr>
            <a:lvl4pPr marL="0" indent="0">
              <a:lnSpc>
                <a:spcPct val="90000"/>
              </a:lnSpc>
              <a:spcBef>
                <a:spcPts val="0"/>
              </a:spcBef>
              <a:spcAft>
                <a:spcPts val="0"/>
              </a:spcAft>
              <a:buFontTx/>
              <a:buNone/>
              <a:defRPr sz="3600" b="0" i="0" cap="all" baseline="0">
                <a:solidFill>
                  <a:schemeClr val="accent1"/>
                </a:solidFill>
                <a:latin typeface="+mn-lt"/>
              </a:defRPr>
            </a:lvl4pPr>
            <a:lvl5pPr marL="0" indent="0">
              <a:lnSpc>
                <a:spcPct val="90000"/>
              </a:lnSpc>
              <a:spcBef>
                <a:spcPts val="0"/>
              </a:spcBef>
              <a:spcAft>
                <a:spcPts val="0"/>
              </a:spcAft>
              <a:buFontTx/>
              <a:buNone/>
              <a:defRPr sz="3600" b="0" i="0" cap="all" baseline="0">
                <a:solidFill>
                  <a:schemeClr val="accent1"/>
                </a:solidFill>
                <a:latin typeface="+mn-lt"/>
              </a:defRPr>
            </a:lvl5pPr>
            <a:lvl6pPr>
              <a:lnSpc>
                <a:spcPct val="90000"/>
              </a:lnSpc>
              <a:spcBef>
                <a:spcPts val="0"/>
              </a:spcBef>
              <a:spcAft>
                <a:spcPts val="0"/>
              </a:spcAft>
              <a:buFontTx/>
              <a:buNone/>
              <a:defRPr sz="3600" b="0" i="0" cap="all" baseline="0">
                <a:solidFill>
                  <a:schemeClr val="accent1"/>
                </a:solidFill>
                <a:latin typeface="+mn-lt"/>
              </a:defRPr>
            </a:lvl6pPr>
            <a:lvl7pPr>
              <a:lnSpc>
                <a:spcPct val="90000"/>
              </a:lnSpc>
              <a:spcBef>
                <a:spcPts val="0"/>
              </a:spcBef>
              <a:spcAft>
                <a:spcPts val="0"/>
              </a:spcAft>
              <a:buFontTx/>
              <a:buNone/>
              <a:defRPr sz="3600" b="0" i="0" cap="all" baseline="0">
                <a:solidFill>
                  <a:schemeClr val="accent1"/>
                </a:solidFill>
                <a:latin typeface="+mn-lt"/>
              </a:defRPr>
            </a:lvl7pPr>
            <a:lvl8pPr>
              <a:lnSpc>
                <a:spcPct val="90000"/>
              </a:lnSpc>
              <a:spcBef>
                <a:spcPts val="0"/>
              </a:spcBef>
              <a:spcAft>
                <a:spcPts val="0"/>
              </a:spcAft>
              <a:buFontTx/>
              <a:buNone/>
              <a:defRPr sz="3600" b="0" i="0" cap="all" baseline="0">
                <a:solidFill>
                  <a:schemeClr val="accent1"/>
                </a:solidFill>
                <a:latin typeface="+mn-lt"/>
              </a:defRPr>
            </a:lvl8pPr>
            <a:lvl9pPr>
              <a:lnSpc>
                <a:spcPct val="90000"/>
              </a:lnSpc>
              <a:spcBef>
                <a:spcPts val="0"/>
              </a:spcBef>
              <a:spcAft>
                <a:spcPts val="0"/>
              </a:spcAft>
              <a:buFontTx/>
              <a:buNone/>
              <a:defRPr sz="3600" b="0" i="0" cap="all" baseline="0">
                <a:solidFill>
                  <a:schemeClr val="accent1"/>
                </a:solidFill>
                <a:latin typeface="+mn-lt"/>
              </a:defRPr>
            </a:lvl9pPr>
          </a:lstStyle>
          <a:p>
            <a:pPr lvl="0"/>
            <a:r>
              <a:rPr lang="en-US"/>
              <a:t>00</a:t>
            </a:r>
          </a:p>
        </p:txBody>
      </p:sp>
      <p:sp>
        <p:nvSpPr>
          <p:cNvPr id="11" name="Titre 18">
            <a:extLst>
              <a:ext uri="{FF2B5EF4-FFF2-40B4-BE49-F238E27FC236}">
                <a16:creationId xmlns:a16="http://schemas.microsoft.com/office/drawing/2014/main" id="{03CA9EA0-498E-7F52-E3CE-50F51D182469}"/>
              </a:ext>
            </a:extLst>
          </p:cNvPr>
          <p:cNvSpPr>
            <a:spLocks noGrp="1"/>
          </p:cNvSpPr>
          <p:nvPr>
            <p:ph type="title" hasCustomPrompt="1"/>
          </p:nvPr>
        </p:nvSpPr>
        <p:spPr>
          <a:xfrm>
            <a:off x="492124" y="2736634"/>
            <a:ext cx="5238195" cy="920965"/>
          </a:xfrm>
        </p:spPr>
        <p:txBody>
          <a:bodyPr>
            <a:noAutofit/>
          </a:bodyPr>
          <a:lstStyle>
            <a:lvl1pPr>
              <a:defRPr sz="2800"/>
            </a:lvl1pPr>
          </a:lstStyle>
          <a:p>
            <a:r>
              <a:rPr lang="en-US"/>
              <a:t>Click to edit Master text styles</a:t>
            </a:r>
          </a:p>
        </p:txBody>
      </p:sp>
      <p:sp>
        <p:nvSpPr>
          <p:cNvPr id="12" name="Text Placeholder 14">
            <a:extLst>
              <a:ext uri="{FF2B5EF4-FFF2-40B4-BE49-F238E27FC236}">
                <a16:creationId xmlns:a16="http://schemas.microsoft.com/office/drawing/2014/main" id="{2746DCE0-4704-71C3-B755-6E493943006F}"/>
              </a:ext>
            </a:extLst>
          </p:cNvPr>
          <p:cNvSpPr>
            <a:spLocks noGrp="1"/>
          </p:cNvSpPr>
          <p:nvPr>
            <p:ph type="body" sz="quarter" idx="15" hasCustomPrompt="1"/>
          </p:nvPr>
        </p:nvSpPr>
        <p:spPr>
          <a:xfrm>
            <a:off x="492125" y="3800087"/>
            <a:ext cx="5238194" cy="215444"/>
          </a:xfrm>
        </p:spPr>
        <p:txBody>
          <a:bodyPr wrap="square">
            <a:spAutoFit/>
          </a:bodyPr>
          <a:lstStyle>
            <a:lvl1pPr>
              <a:lnSpc>
                <a:spcPct val="100000"/>
              </a:lnSpc>
              <a:spcBef>
                <a:spcPts val="0"/>
              </a:spcBef>
              <a:spcAft>
                <a:spcPts val="0"/>
              </a:spcAft>
              <a:buFontTx/>
              <a:buNone/>
              <a:defRPr sz="14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4" name="Espace réservé de la date 3">
            <a:extLst>
              <a:ext uri="{FF2B5EF4-FFF2-40B4-BE49-F238E27FC236}">
                <a16:creationId xmlns:a16="http://schemas.microsoft.com/office/drawing/2014/main" id="{097F6941-FA92-218F-2A0B-3AD3FE855F34}"/>
              </a:ext>
            </a:extLst>
          </p:cNvPr>
          <p:cNvSpPr>
            <a:spLocks noGrp="1"/>
          </p:cNvSpPr>
          <p:nvPr>
            <p:ph type="dt" sz="half" idx="21"/>
          </p:nvPr>
        </p:nvSpPr>
        <p:spPr/>
        <p:txBody>
          <a:bodyPr/>
          <a:lstStyle>
            <a:lvl1pPr>
              <a:defRPr>
                <a:solidFill>
                  <a:schemeClr val="bg1"/>
                </a:solidFill>
              </a:defRPr>
            </a:lvl1pPr>
          </a:lstStyle>
          <a:p>
            <a:fld id="{65A59381-75AB-4D5D-BC31-8A92ED2A67B8}" type="datetime1">
              <a:rPr lang="en-US" smtClean="0"/>
              <a:t>4/1/2026</a:t>
            </a:fld>
            <a:endParaRPr lang="en-US"/>
          </a:p>
        </p:txBody>
      </p:sp>
      <p:sp>
        <p:nvSpPr>
          <p:cNvPr id="5" name="Espace réservé du pied de page 4">
            <a:extLst>
              <a:ext uri="{FF2B5EF4-FFF2-40B4-BE49-F238E27FC236}">
                <a16:creationId xmlns:a16="http://schemas.microsoft.com/office/drawing/2014/main" id="{0695E476-81EC-B5A0-704A-D59D06243A57}"/>
              </a:ext>
            </a:extLst>
          </p:cNvPr>
          <p:cNvSpPr>
            <a:spLocks noGrp="1"/>
          </p:cNvSpPr>
          <p:nvPr>
            <p:ph type="ftr" sz="quarter" idx="22"/>
          </p:nvPr>
        </p:nvSpPr>
        <p:spPr/>
        <p:txBody>
          <a:bodyPr/>
          <a:lstStyle>
            <a:lvl1pPr>
              <a:defRPr>
                <a:solidFill>
                  <a:schemeClr val="bg1"/>
                </a:solidFill>
              </a:defRPr>
            </a:lvl1pPr>
          </a:lstStyle>
          <a:p>
            <a:endParaRPr lang="en-US"/>
          </a:p>
        </p:txBody>
      </p:sp>
      <p:sp>
        <p:nvSpPr>
          <p:cNvPr id="6" name="Espace réservé du numéro de diapositive 5">
            <a:extLst>
              <a:ext uri="{FF2B5EF4-FFF2-40B4-BE49-F238E27FC236}">
                <a16:creationId xmlns:a16="http://schemas.microsoft.com/office/drawing/2014/main" id="{87DAAB63-91A1-9BC1-96F6-23F3FB1A9A5F}"/>
              </a:ext>
            </a:extLst>
          </p:cNvPr>
          <p:cNvSpPr>
            <a:spLocks noGrp="1"/>
          </p:cNvSpPr>
          <p:nvPr>
            <p:ph type="sldNum" sz="quarter" idx="23"/>
          </p:nvPr>
        </p:nvSpPr>
        <p:spPr/>
        <p:txBody>
          <a:bodyPr/>
          <a:lstStyle>
            <a:lvl1pPr>
              <a:defRPr>
                <a:solidFill>
                  <a:schemeClr val="bg1"/>
                </a:solidFill>
              </a:defRPr>
            </a:lvl1pPr>
          </a:lstStyle>
          <a:p>
            <a:fld id="{A3DC67AC-589B-465F-8375-83B2CE47653E}" type="slidenum">
              <a:rPr lang="en-US" smtClean="0"/>
              <a:pPr/>
              <a:t>‹#›</a:t>
            </a:fld>
            <a:endParaRPr lang="en-US"/>
          </a:p>
        </p:txBody>
      </p:sp>
      <p:pic>
        <p:nvPicPr>
          <p:cNvPr id="13" name="Image 12">
            <a:extLst>
              <a:ext uri="{FF2B5EF4-FFF2-40B4-BE49-F238E27FC236}">
                <a16:creationId xmlns:a16="http://schemas.microsoft.com/office/drawing/2014/main" id="{D3690601-66BA-1D4E-9829-7E9111EAAA94}"/>
              </a:ext>
            </a:extLst>
          </p:cNvPr>
          <p:cNvPicPr>
            <a:picLocks noChangeAspect="1"/>
          </p:cNvPicPr>
          <p:nvPr userDrawn="1"/>
        </p:nvPicPr>
        <p:blipFill>
          <a:blip r:embed="rId2"/>
          <a:stretch>
            <a:fillRect/>
          </a:stretch>
        </p:blipFill>
        <p:spPr>
          <a:xfrm>
            <a:off x="492124" y="630892"/>
            <a:ext cx="1195200" cy="438240"/>
          </a:xfrm>
          <a:prstGeom prst="rect">
            <a:avLst/>
          </a:prstGeom>
        </p:spPr>
      </p:pic>
      <p:sp>
        <p:nvSpPr>
          <p:cNvPr id="14" name="Espace réservé du texte 2">
            <a:extLst>
              <a:ext uri="{FF2B5EF4-FFF2-40B4-BE49-F238E27FC236}">
                <a16:creationId xmlns:a16="http://schemas.microsoft.com/office/drawing/2014/main" id="{7E837981-4786-8A4D-9E0E-4D901A71403F}"/>
              </a:ext>
            </a:extLst>
          </p:cNvPr>
          <p:cNvSpPr txBox="1">
            <a:spLocks/>
          </p:cNvSpPr>
          <p:nvPr userDrawn="1"/>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16201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image 2">
    <p:bg>
      <p:bgPr>
        <a:solidFill>
          <a:schemeClr val="accent1"/>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F42669A2-D56D-D0F2-9168-887CC6061698}"/>
              </a:ext>
            </a:extLst>
          </p:cNvPr>
          <p:cNvSpPr/>
          <p:nvPr userDrawn="1"/>
        </p:nvSpPr>
        <p:spPr>
          <a:xfrm>
            <a:off x="0" y="0"/>
            <a:ext cx="12192000" cy="6858000"/>
          </a:xfrm>
          <a:custGeom>
            <a:avLst/>
            <a:gdLst>
              <a:gd name="connsiteX0" fmla="*/ 304800 w 12192000"/>
              <a:gd name="connsiteY0" fmla="*/ 304800 h 6858000"/>
              <a:gd name="connsiteX1" fmla="*/ 304800 w 12192000"/>
              <a:gd name="connsiteY1" fmla="*/ 6553200 h 6858000"/>
              <a:gd name="connsiteX2" fmla="*/ 11887200 w 12192000"/>
              <a:gd name="connsiteY2" fmla="*/ 6553200 h 6858000"/>
              <a:gd name="connsiteX3" fmla="*/ 11887200 w 12192000"/>
              <a:gd name="connsiteY3" fmla="*/ 30480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304800"/>
                </a:moveTo>
                <a:lnTo>
                  <a:pt x="304800" y="6553200"/>
                </a:lnTo>
                <a:lnTo>
                  <a:pt x="11887200" y="6553200"/>
                </a:lnTo>
                <a:lnTo>
                  <a:pt x="11887200" y="304800"/>
                </a:lnTo>
                <a:close/>
                <a:moveTo>
                  <a:pt x="0" y="0"/>
                </a:moveTo>
                <a:lnTo>
                  <a:pt x="12192000" y="0"/>
                </a:lnTo>
                <a:lnTo>
                  <a:pt x="12192000"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orme libre : forme 14">
            <a:extLst>
              <a:ext uri="{FF2B5EF4-FFF2-40B4-BE49-F238E27FC236}">
                <a16:creationId xmlns:a16="http://schemas.microsoft.com/office/drawing/2014/main" id="{5EE751F1-AA02-EA40-1CC4-F9C98FBEE5F9}"/>
              </a:ext>
            </a:extLst>
          </p:cNvPr>
          <p:cNvSpPr/>
          <p:nvPr userDrawn="1"/>
        </p:nvSpPr>
        <p:spPr>
          <a:xfrm>
            <a:off x="0" y="0"/>
            <a:ext cx="12192000" cy="6858000"/>
          </a:xfrm>
          <a:custGeom>
            <a:avLst/>
            <a:gdLst>
              <a:gd name="connsiteX0" fmla="*/ 0 w 12192000"/>
              <a:gd name="connsiteY0" fmla="*/ 6603833 h 6858000"/>
              <a:gd name="connsiteX1" fmla="*/ 140147 w 12192000"/>
              <a:gd name="connsiteY1" fmla="*/ 6856653 h 6858000"/>
              <a:gd name="connsiteX2" fmla="*/ 137717 w 12192000"/>
              <a:gd name="connsiteY2" fmla="*/ 6858000 h 6858000"/>
              <a:gd name="connsiteX3" fmla="*/ 133062 w 12192000"/>
              <a:gd name="connsiteY3" fmla="*/ 6858000 h 6858000"/>
              <a:gd name="connsiteX4" fmla="*/ 0 w 12192000"/>
              <a:gd name="connsiteY4" fmla="*/ 6617946 h 6858000"/>
              <a:gd name="connsiteX5" fmla="*/ 11759700 w 12192000"/>
              <a:gd name="connsiteY5" fmla="*/ 6553200 h 6858000"/>
              <a:gd name="connsiteX6" fmla="*/ 11767521 w 12192000"/>
              <a:gd name="connsiteY6" fmla="*/ 6553200 h 6858000"/>
              <a:gd name="connsiteX7" fmla="*/ 11935739 w 12192000"/>
              <a:gd name="connsiteY7" fmla="*/ 6856653 h 6858000"/>
              <a:gd name="connsiteX8" fmla="*/ 11933309 w 12192000"/>
              <a:gd name="connsiteY8" fmla="*/ 6858000 h 6858000"/>
              <a:gd name="connsiteX9" fmla="*/ 11928654 w 12192000"/>
              <a:gd name="connsiteY9" fmla="*/ 6858000 h 6858000"/>
              <a:gd name="connsiteX10" fmla="*/ 11670640 w 12192000"/>
              <a:gd name="connsiteY10" fmla="*/ 6553200 h 6858000"/>
              <a:gd name="connsiteX11" fmla="*/ 11678472 w 12192000"/>
              <a:gd name="connsiteY11" fmla="*/ 6553200 h 6858000"/>
              <a:gd name="connsiteX12" fmla="*/ 11509527 w 12192000"/>
              <a:gd name="connsiteY12" fmla="*/ 6858000 h 6858000"/>
              <a:gd name="connsiteX13" fmla="*/ 11501727 w 12192000"/>
              <a:gd name="connsiteY13" fmla="*/ 6858000 h 6858000"/>
              <a:gd name="connsiteX14" fmla="*/ 11502436 w 12192000"/>
              <a:gd name="connsiteY14" fmla="*/ 6856721 h 6858000"/>
              <a:gd name="connsiteX15" fmla="*/ 11502436 w 12192000"/>
              <a:gd name="connsiteY15" fmla="*/ 6856653 h 6858000"/>
              <a:gd name="connsiteX16" fmla="*/ 11268198 w 12192000"/>
              <a:gd name="connsiteY16" fmla="*/ 6553200 h 6858000"/>
              <a:gd name="connsiteX17" fmla="*/ 11276019 w 12192000"/>
              <a:gd name="connsiteY17" fmla="*/ 6553200 h 6858000"/>
              <a:gd name="connsiteX18" fmla="*/ 11444237 w 12192000"/>
              <a:gd name="connsiteY18" fmla="*/ 6856653 h 6858000"/>
              <a:gd name="connsiteX19" fmla="*/ 11441807 w 12192000"/>
              <a:gd name="connsiteY19" fmla="*/ 6858000 h 6858000"/>
              <a:gd name="connsiteX20" fmla="*/ 11437152 w 12192000"/>
              <a:gd name="connsiteY20" fmla="*/ 6858000 h 6858000"/>
              <a:gd name="connsiteX21" fmla="*/ 11179138 w 12192000"/>
              <a:gd name="connsiteY21" fmla="*/ 6553200 h 6858000"/>
              <a:gd name="connsiteX22" fmla="*/ 11186970 w 12192000"/>
              <a:gd name="connsiteY22" fmla="*/ 6553200 h 6858000"/>
              <a:gd name="connsiteX23" fmla="*/ 11018025 w 12192000"/>
              <a:gd name="connsiteY23" fmla="*/ 6858000 h 6858000"/>
              <a:gd name="connsiteX24" fmla="*/ 11010225 w 12192000"/>
              <a:gd name="connsiteY24" fmla="*/ 6858000 h 6858000"/>
              <a:gd name="connsiteX25" fmla="*/ 11010934 w 12192000"/>
              <a:gd name="connsiteY25" fmla="*/ 6856721 h 6858000"/>
              <a:gd name="connsiteX26" fmla="*/ 11010934 w 12192000"/>
              <a:gd name="connsiteY26" fmla="*/ 6856653 h 6858000"/>
              <a:gd name="connsiteX27" fmla="*/ 10776697 w 12192000"/>
              <a:gd name="connsiteY27" fmla="*/ 6553200 h 6858000"/>
              <a:gd name="connsiteX28" fmla="*/ 10784532 w 12192000"/>
              <a:gd name="connsiteY28" fmla="*/ 6553200 h 6858000"/>
              <a:gd name="connsiteX29" fmla="*/ 10952736 w 12192000"/>
              <a:gd name="connsiteY29" fmla="*/ 6856653 h 6858000"/>
              <a:gd name="connsiteX30" fmla="*/ 10950306 w 12192000"/>
              <a:gd name="connsiteY30" fmla="*/ 6858000 h 6858000"/>
              <a:gd name="connsiteX31" fmla="*/ 10945651 w 12192000"/>
              <a:gd name="connsiteY31" fmla="*/ 6858000 h 6858000"/>
              <a:gd name="connsiteX32" fmla="*/ 10687637 w 12192000"/>
              <a:gd name="connsiteY32" fmla="*/ 6553200 h 6858000"/>
              <a:gd name="connsiteX33" fmla="*/ 10695469 w 12192000"/>
              <a:gd name="connsiteY33" fmla="*/ 6553200 h 6858000"/>
              <a:gd name="connsiteX34" fmla="*/ 10526524 w 12192000"/>
              <a:gd name="connsiteY34" fmla="*/ 6858000 h 6858000"/>
              <a:gd name="connsiteX35" fmla="*/ 10518724 w 12192000"/>
              <a:gd name="connsiteY35" fmla="*/ 6858000 h 6858000"/>
              <a:gd name="connsiteX36" fmla="*/ 10519433 w 12192000"/>
              <a:gd name="connsiteY36" fmla="*/ 6856721 h 6858000"/>
              <a:gd name="connsiteX37" fmla="*/ 10519433 w 12192000"/>
              <a:gd name="connsiteY37" fmla="*/ 6856653 h 6858000"/>
              <a:gd name="connsiteX38" fmla="*/ 10285196 w 12192000"/>
              <a:gd name="connsiteY38" fmla="*/ 6553200 h 6858000"/>
              <a:gd name="connsiteX39" fmla="*/ 10293030 w 12192000"/>
              <a:gd name="connsiteY39" fmla="*/ 6553200 h 6858000"/>
              <a:gd name="connsiteX40" fmla="*/ 10461235 w 12192000"/>
              <a:gd name="connsiteY40" fmla="*/ 6856653 h 6858000"/>
              <a:gd name="connsiteX41" fmla="*/ 10458805 w 12192000"/>
              <a:gd name="connsiteY41" fmla="*/ 6858000 h 6858000"/>
              <a:gd name="connsiteX42" fmla="*/ 10454150 w 12192000"/>
              <a:gd name="connsiteY42" fmla="*/ 6858000 h 6858000"/>
              <a:gd name="connsiteX43" fmla="*/ 10196136 w 12192000"/>
              <a:gd name="connsiteY43" fmla="*/ 6553200 h 6858000"/>
              <a:gd name="connsiteX44" fmla="*/ 10203968 w 12192000"/>
              <a:gd name="connsiteY44" fmla="*/ 6553200 h 6858000"/>
              <a:gd name="connsiteX45" fmla="*/ 10035023 w 12192000"/>
              <a:gd name="connsiteY45" fmla="*/ 6858000 h 6858000"/>
              <a:gd name="connsiteX46" fmla="*/ 10027223 w 12192000"/>
              <a:gd name="connsiteY46" fmla="*/ 6858000 h 6858000"/>
              <a:gd name="connsiteX47" fmla="*/ 10027932 w 12192000"/>
              <a:gd name="connsiteY47" fmla="*/ 6856721 h 6858000"/>
              <a:gd name="connsiteX48" fmla="*/ 10027932 w 12192000"/>
              <a:gd name="connsiteY48" fmla="*/ 6856653 h 6858000"/>
              <a:gd name="connsiteX49" fmla="*/ 9793694 w 12192000"/>
              <a:gd name="connsiteY49" fmla="*/ 6553200 h 6858000"/>
              <a:gd name="connsiteX50" fmla="*/ 9801529 w 12192000"/>
              <a:gd name="connsiteY50" fmla="*/ 6553200 h 6858000"/>
              <a:gd name="connsiteX51" fmla="*/ 9969733 w 12192000"/>
              <a:gd name="connsiteY51" fmla="*/ 6856653 h 6858000"/>
              <a:gd name="connsiteX52" fmla="*/ 9967303 w 12192000"/>
              <a:gd name="connsiteY52" fmla="*/ 6858000 h 6858000"/>
              <a:gd name="connsiteX53" fmla="*/ 9962648 w 12192000"/>
              <a:gd name="connsiteY53" fmla="*/ 6858000 h 6858000"/>
              <a:gd name="connsiteX54" fmla="*/ 9704667 w 12192000"/>
              <a:gd name="connsiteY54" fmla="*/ 6553200 h 6858000"/>
              <a:gd name="connsiteX55" fmla="*/ 9712466 w 12192000"/>
              <a:gd name="connsiteY55" fmla="*/ 6553200 h 6858000"/>
              <a:gd name="connsiteX56" fmla="*/ 9543521 w 12192000"/>
              <a:gd name="connsiteY56" fmla="*/ 6858000 h 6858000"/>
              <a:gd name="connsiteX57" fmla="*/ 9535722 w 12192000"/>
              <a:gd name="connsiteY57" fmla="*/ 6858000 h 6858000"/>
              <a:gd name="connsiteX58" fmla="*/ 9536430 w 12192000"/>
              <a:gd name="connsiteY58" fmla="*/ 6856722 h 6858000"/>
              <a:gd name="connsiteX59" fmla="*/ 9536430 w 12192000"/>
              <a:gd name="connsiteY59" fmla="*/ 6856653 h 6858000"/>
              <a:gd name="connsiteX60" fmla="*/ 9302193 w 12192000"/>
              <a:gd name="connsiteY60" fmla="*/ 6553200 h 6858000"/>
              <a:gd name="connsiteX61" fmla="*/ 9310028 w 12192000"/>
              <a:gd name="connsiteY61" fmla="*/ 6553200 h 6858000"/>
              <a:gd name="connsiteX62" fmla="*/ 9478232 w 12192000"/>
              <a:gd name="connsiteY62" fmla="*/ 6856653 h 6858000"/>
              <a:gd name="connsiteX63" fmla="*/ 9475802 w 12192000"/>
              <a:gd name="connsiteY63" fmla="*/ 6858000 h 6858000"/>
              <a:gd name="connsiteX64" fmla="*/ 9471147 w 12192000"/>
              <a:gd name="connsiteY64" fmla="*/ 6858000 h 6858000"/>
              <a:gd name="connsiteX65" fmla="*/ 9213166 w 12192000"/>
              <a:gd name="connsiteY65" fmla="*/ 6553200 h 6858000"/>
              <a:gd name="connsiteX66" fmla="*/ 9220998 w 12192000"/>
              <a:gd name="connsiteY66" fmla="*/ 6553200 h 6858000"/>
              <a:gd name="connsiteX67" fmla="*/ 9052021 w 12192000"/>
              <a:gd name="connsiteY67" fmla="*/ 6858000 h 6858000"/>
              <a:gd name="connsiteX68" fmla="*/ 9044220 w 12192000"/>
              <a:gd name="connsiteY68" fmla="*/ 6858000 h 6858000"/>
              <a:gd name="connsiteX69" fmla="*/ 9044929 w 12192000"/>
              <a:gd name="connsiteY69" fmla="*/ 6856721 h 6858000"/>
              <a:gd name="connsiteX70" fmla="*/ 9044929 w 12192000"/>
              <a:gd name="connsiteY70" fmla="*/ 6856653 h 6858000"/>
              <a:gd name="connsiteX71" fmla="*/ 8810691 w 12192000"/>
              <a:gd name="connsiteY71" fmla="*/ 6553200 h 6858000"/>
              <a:gd name="connsiteX72" fmla="*/ 8818526 w 12192000"/>
              <a:gd name="connsiteY72" fmla="*/ 6553200 h 6858000"/>
              <a:gd name="connsiteX73" fmla="*/ 8986730 w 12192000"/>
              <a:gd name="connsiteY73" fmla="*/ 6856653 h 6858000"/>
              <a:gd name="connsiteX74" fmla="*/ 8984300 w 12192000"/>
              <a:gd name="connsiteY74" fmla="*/ 6858000 h 6858000"/>
              <a:gd name="connsiteX75" fmla="*/ 8979645 w 12192000"/>
              <a:gd name="connsiteY75" fmla="*/ 6858000 h 6858000"/>
              <a:gd name="connsiteX76" fmla="*/ 8721664 w 12192000"/>
              <a:gd name="connsiteY76" fmla="*/ 6553200 h 6858000"/>
              <a:gd name="connsiteX77" fmla="*/ 8729496 w 12192000"/>
              <a:gd name="connsiteY77" fmla="*/ 6553200 h 6858000"/>
              <a:gd name="connsiteX78" fmla="*/ 8560519 w 12192000"/>
              <a:gd name="connsiteY78" fmla="*/ 6858000 h 6858000"/>
              <a:gd name="connsiteX79" fmla="*/ 8552718 w 12192000"/>
              <a:gd name="connsiteY79" fmla="*/ 6858000 h 6858000"/>
              <a:gd name="connsiteX80" fmla="*/ 8553427 w 12192000"/>
              <a:gd name="connsiteY80" fmla="*/ 6856721 h 6858000"/>
              <a:gd name="connsiteX81" fmla="*/ 8553427 w 12192000"/>
              <a:gd name="connsiteY81" fmla="*/ 6856653 h 6858000"/>
              <a:gd name="connsiteX82" fmla="*/ 8319190 w 12192000"/>
              <a:gd name="connsiteY82" fmla="*/ 6553200 h 6858000"/>
              <a:gd name="connsiteX83" fmla="*/ 8327025 w 12192000"/>
              <a:gd name="connsiteY83" fmla="*/ 6553200 h 6858000"/>
              <a:gd name="connsiteX84" fmla="*/ 8495229 w 12192000"/>
              <a:gd name="connsiteY84" fmla="*/ 6856653 h 6858000"/>
              <a:gd name="connsiteX85" fmla="*/ 8492799 w 12192000"/>
              <a:gd name="connsiteY85" fmla="*/ 6858000 h 6858000"/>
              <a:gd name="connsiteX86" fmla="*/ 8488144 w 12192000"/>
              <a:gd name="connsiteY86" fmla="*/ 6858000 h 6858000"/>
              <a:gd name="connsiteX87" fmla="*/ 8230163 w 12192000"/>
              <a:gd name="connsiteY87" fmla="*/ 6553200 h 6858000"/>
              <a:gd name="connsiteX88" fmla="*/ 8237995 w 12192000"/>
              <a:gd name="connsiteY88" fmla="*/ 6553200 h 6858000"/>
              <a:gd name="connsiteX89" fmla="*/ 8069018 w 12192000"/>
              <a:gd name="connsiteY89" fmla="*/ 6858000 h 6858000"/>
              <a:gd name="connsiteX90" fmla="*/ 8061218 w 12192000"/>
              <a:gd name="connsiteY90" fmla="*/ 6858000 h 6858000"/>
              <a:gd name="connsiteX91" fmla="*/ 8061926 w 12192000"/>
              <a:gd name="connsiteY91" fmla="*/ 6856722 h 6858000"/>
              <a:gd name="connsiteX92" fmla="*/ 8061926 w 12192000"/>
              <a:gd name="connsiteY92" fmla="*/ 6856653 h 6858000"/>
              <a:gd name="connsiteX93" fmla="*/ 7827688 w 12192000"/>
              <a:gd name="connsiteY93" fmla="*/ 6553200 h 6858000"/>
              <a:gd name="connsiteX94" fmla="*/ 7835523 w 12192000"/>
              <a:gd name="connsiteY94" fmla="*/ 6553200 h 6858000"/>
              <a:gd name="connsiteX95" fmla="*/ 8003727 w 12192000"/>
              <a:gd name="connsiteY95" fmla="*/ 6856653 h 6858000"/>
              <a:gd name="connsiteX96" fmla="*/ 8001297 w 12192000"/>
              <a:gd name="connsiteY96" fmla="*/ 6858000 h 6858000"/>
              <a:gd name="connsiteX97" fmla="*/ 7996642 w 12192000"/>
              <a:gd name="connsiteY97" fmla="*/ 6858000 h 6858000"/>
              <a:gd name="connsiteX98" fmla="*/ 7738661 w 12192000"/>
              <a:gd name="connsiteY98" fmla="*/ 6553200 h 6858000"/>
              <a:gd name="connsiteX99" fmla="*/ 7746493 w 12192000"/>
              <a:gd name="connsiteY99" fmla="*/ 6553200 h 6858000"/>
              <a:gd name="connsiteX100" fmla="*/ 7577516 w 12192000"/>
              <a:gd name="connsiteY100" fmla="*/ 6858000 h 6858000"/>
              <a:gd name="connsiteX101" fmla="*/ 7569716 w 12192000"/>
              <a:gd name="connsiteY101" fmla="*/ 6858000 h 6858000"/>
              <a:gd name="connsiteX102" fmla="*/ 7570424 w 12192000"/>
              <a:gd name="connsiteY102" fmla="*/ 6856722 h 6858000"/>
              <a:gd name="connsiteX103" fmla="*/ 7570424 w 12192000"/>
              <a:gd name="connsiteY103" fmla="*/ 6856653 h 6858000"/>
              <a:gd name="connsiteX104" fmla="*/ 7336200 w 12192000"/>
              <a:gd name="connsiteY104" fmla="*/ 6553200 h 6858000"/>
              <a:gd name="connsiteX105" fmla="*/ 7344022 w 12192000"/>
              <a:gd name="connsiteY105" fmla="*/ 6553200 h 6858000"/>
              <a:gd name="connsiteX106" fmla="*/ 7512226 w 12192000"/>
              <a:gd name="connsiteY106" fmla="*/ 6856653 h 6858000"/>
              <a:gd name="connsiteX107" fmla="*/ 7509796 w 12192000"/>
              <a:gd name="connsiteY107" fmla="*/ 6858000 h 6858000"/>
              <a:gd name="connsiteX108" fmla="*/ 7505141 w 12192000"/>
              <a:gd name="connsiteY108" fmla="*/ 6858000 h 6858000"/>
              <a:gd name="connsiteX109" fmla="*/ 7247161 w 12192000"/>
              <a:gd name="connsiteY109" fmla="*/ 6553200 h 6858000"/>
              <a:gd name="connsiteX110" fmla="*/ 7254994 w 12192000"/>
              <a:gd name="connsiteY110" fmla="*/ 6553200 h 6858000"/>
              <a:gd name="connsiteX111" fmla="*/ 7086048 w 12192000"/>
              <a:gd name="connsiteY111" fmla="*/ 6858000 h 6858000"/>
              <a:gd name="connsiteX112" fmla="*/ 7078248 w 12192000"/>
              <a:gd name="connsiteY112" fmla="*/ 6858000 h 6858000"/>
              <a:gd name="connsiteX113" fmla="*/ 7078957 w 12192000"/>
              <a:gd name="connsiteY113" fmla="*/ 6856721 h 6858000"/>
              <a:gd name="connsiteX114" fmla="*/ 7078957 w 12192000"/>
              <a:gd name="connsiteY114" fmla="*/ 6856653 h 6858000"/>
              <a:gd name="connsiteX115" fmla="*/ 6844699 w 12192000"/>
              <a:gd name="connsiteY115" fmla="*/ 6553200 h 6858000"/>
              <a:gd name="connsiteX116" fmla="*/ 6852520 w 12192000"/>
              <a:gd name="connsiteY116" fmla="*/ 6553200 h 6858000"/>
              <a:gd name="connsiteX117" fmla="*/ 7020724 w 12192000"/>
              <a:gd name="connsiteY117" fmla="*/ 6856653 h 6858000"/>
              <a:gd name="connsiteX118" fmla="*/ 7018294 w 12192000"/>
              <a:gd name="connsiteY118" fmla="*/ 6858000 h 6858000"/>
              <a:gd name="connsiteX119" fmla="*/ 7013639 w 12192000"/>
              <a:gd name="connsiteY119" fmla="*/ 6858000 h 6858000"/>
              <a:gd name="connsiteX120" fmla="*/ 6755660 w 12192000"/>
              <a:gd name="connsiteY120" fmla="*/ 6553200 h 6858000"/>
              <a:gd name="connsiteX121" fmla="*/ 6763493 w 12192000"/>
              <a:gd name="connsiteY121" fmla="*/ 6553200 h 6858000"/>
              <a:gd name="connsiteX122" fmla="*/ 6594547 w 12192000"/>
              <a:gd name="connsiteY122" fmla="*/ 6858000 h 6858000"/>
              <a:gd name="connsiteX123" fmla="*/ 6586747 w 12192000"/>
              <a:gd name="connsiteY123" fmla="*/ 6858000 h 6858000"/>
              <a:gd name="connsiteX124" fmla="*/ 6587456 w 12192000"/>
              <a:gd name="connsiteY124" fmla="*/ 6856721 h 6858000"/>
              <a:gd name="connsiteX125" fmla="*/ 6587456 w 12192000"/>
              <a:gd name="connsiteY125" fmla="*/ 6856653 h 6858000"/>
              <a:gd name="connsiteX126" fmla="*/ 6353237 w 12192000"/>
              <a:gd name="connsiteY126" fmla="*/ 6553200 h 6858000"/>
              <a:gd name="connsiteX127" fmla="*/ 6361040 w 12192000"/>
              <a:gd name="connsiteY127" fmla="*/ 6553200 h 6858000"/>
              <a:gd name="connsiteX128" fmla="*/ 6529258 w 12192000"/>
              <a:gd name="connsiteY128" fmla="*/ 6856653 h 6858000"/>
              <a:gd name="connsiteX129" fmla="*/ 6526828 w 12192000"/>
              <a:gd name="connsiteY129" fmla="*/ 6858000 h 6858000"/>
              <a:gd name="connsiteX130" fmla="*/ 6522173 w 12192000"/>
              <a:gd name="connsiteY130" fmla="*/ 6858000 h 6858000"/>
              <a:gd name="connsiteX131" fmla="*/ 6264163 w 12192000"/>
              <a:gd name="connsiteY131" fmla="*/ 6553200 h 6858000"/>
              <a:gd name="connsiteX132" fmla="*/ 6271993 w 12192000"/>
              <a:gd name="connsiteY132" fmla="*/ 6553200 h 6858000"/>
              <a:gd name="connsiteX133" fmla="*/ 6103072 w 12192000"/>
              <a:gd name="connsiteY133" fmla="*/ 6858000 h 6858000"/>
              <a:gd name="connsiteX134" fmla="*/ 6095312 w 12192000"/>
              <a:gd name="connsiteY134" fmla="*/ 6858000 h 6858000"/>
              <a:gd name="connsiteX135" fmla="*/ 6096000 w 12192000"/>
              <a:gd name="connsiteY135" fmla="*/ 6856752 h 6858000"/>
              <a:gd name="connsiteX136" fmla="*/ 6096000 w 12192000"/>
              <a:gd name="connsiteY136" fmla="*/ 6856653 h 6858000"/>
              <a:gd name="connsiteX137" fmla="*/ 5862036 w 12192000"/>
              <a:gd name="connsiteY137" fmla="*/ 6553200 h 6858000"/>
              <a:gd name="connsiteX138" fmla="*/ 5869838 w 12192000"/>
              <a:gd name="connsiteY138" fmla="*/ 6553200 h 6858000"/>
              <a:gd name="connsiteX139" fmla="*/ 6038046 w 12192000"/>
              <a:gd name="connsiteY139" fmla="*/ 6856653 h 6858000"/>
              <a:gd name="connsiteX140" fmla="*/ 6035622 w 12192000"/>
              <a:gd name="connsiteY140" fmla="*/ 6858000 h 6858000"/>
              <a:gd name="connsiteX141" fmla="*/ 6030978 w 12192000"/>
              <a:gd name="connsiteY141" fmla="*/ 6858000 h 6858000"/>
              <a:gd name="connsiteX142" fmla="*/ 5772984 w 12192000"/>
              <a:gd name="connsiteY142" fmla="*/ 6553200 h 6858000"/>
              <a:gd name="connsiteX143" fmla="*/ 5780808 w 12192000"/>
              <a:gd name="connsiteY143" fmla="*/ 6553200 h 6858000"/>
              <a:gd name="connsiteX144" fmla="*/ 5611880 w 12192000"/>
              <a:gd name="connsiteY144" fmla="*/ 6858000 h 6858000"/>
              <a:gd name="connsiteX145" fmla="*/ 5604084 w 12192000"/>
              <a:gd name="connsiteY145" fmla="*/ 6858000 h 6858000"/>
              <a:gd name="connsiteX146" fmla="*/ 5604791 w 12192000"/>
              <a:gd name="connsiteY146" fmla="*/ 6856722 h 6858000"/>
              <a:gd name="connsiteX147" fmla="*/ 5604791 w 12192000"/>
              <a:gd name="connsiteY147" fmla="*/ 6856653 h 6858000"/>
              <a:gd name="connsiteX148" fmla="*/ 5370562 w 12192000"/>
              <a:gd name="connsiteY148" fmla="*/ 6553200 h 6858000"/>
              <a:gd name="connsiteX149" fmla="*/ 5378427 w 12192000"/>
              <a:gd name="connsiteY149" fmla="*/ 6553200 h 6858000"/>
              <a:gd name="connsiteX150" fmla="*/ 5546630 w 12192000"/>
              <a:gd name="connsiteY150" fmla="*/ 6856653 h 6858000"/>
              <a:gd name="connsiteX151" fmla="*/ 5544185 w 12192000"/>
              <a:gd name="connsiteY151" fmla="*/ 6858000 h 6858000"/>
              <a:gd name="connsiteX152" fmla="*/ 5539508 w 12192000"/>
              <a:gd name="connsiteY152" fmla="*/ 6858000 h 6858000"/>
              <a:gd name="connsiteX153" fmla="*/ 5281454 w 12192000"/>
              <a:gd name="connsiteY153" fmla="*/ 6553200 h 6858000"/>
              <a:gd name="connsiteX154" fmla="*/ 5289281 w 12192000"/>
              <a:gd name="connsiteY154" fmla="*/ 6553200 h 6858000"/>
              <a:gd name="connsiteX155" fmla="*/ 5120401 w 12192000"/>
              <a:gd name="connsiteY155" fmla="*/ 6858000 h 6858000"/>
              <a:gd name="connsiteX156" fmla="*/ 5112606 w 12192000"/>
              <a:gd name="connsiteY156" fmla="*/ 6858000 h 6858000"/>
              <a:gd name="connsiteX157" fmla="*/ 5113316 w 12192000"/>
              <a:gd name="connsiteY157" fmla="*/ 6856722 h 6858000"/>
              <a:gd name="connsiteX158" fmla="*/ 5113316 w 12192000"/>
              <a:gd name="connsiteY158" fmla="*/ 6856653 h 6858000"/>
              <a:gd name="connsiteX159" fmla="*/ 4879063 w 12192000"/>
              <a:gd name="connsiteY159" fmla="*/ 6553200 h 6858000"/>
              <a:gd name="connsiteX160" fmla="*/ 4886895 w 12192000"/>
              <a:gd name="connsiteY160" fmla="*/ 6553200 h 6858000"/>
              <a:gd name="connsiteX161" fmla="*/ 5055094 w 12192000"/>
              <a:gd name="connsiteY161" fmla="*/ 6856653 h 6858000"/>
              <a:gd name="connsiteX162" fmla="*/ 5052666 w 12192000"/>
              <a:gd name="connsiteY162" fmla="*/ 6858000 h 6858000"/>
              <a:gd name="connsiteX163" fmla="*/ 5048012 w 12192000"/>
              <a:gd name="connsiteY163" fmla="*/ 6858000 h 6858000"/>
              <a:gd name="connsiteX164" fmla="*/ 4790011 w 12192000"/>
              <a:gd name="connsiteY164" fmla="*/ 6553200 h 6858000"/>
              <a:gd name="connsiteX165" fmla="*/ 4797832 w 12192000"/>
              <a:gd name="connsiteY165" fmla="*/ 6553200 h 6858000"/>
              <a:gd name="connsiteX166" fmla="*/ 4628896 w 12192000"/>
              <a:gd name="connsiteY166" fmla="*/ 6858000 h 6858000"/>
              <a:gd name="connsiteX167" fmla="*/ 4621098 w 12192000"/>
              <a:gd name="connsiteY167" fmla="*/ 6858000 h 6858000"/>
              <a:gd name="connsiteX168" fmla="*/ 4621806 w 12192000"/>
              <a:gd name="connsiteY168" fmla="*/ 6856722 h 6858000"/>
              <a:gd name="connsiteX169" fmla="*/ 4621806 w 12192000"/>
              <a:gd name="connsiteY169" fmla="*/ 6856653 h 6858000"/>
              <a:gd name="connsiteX170" fmla="*/ 4387558 w 12192000"/>
              <a:gd name="connsiteY170" fmla="*/ 6553200 h 6858000"/>
              <a:gd name="connsiteX171" fmla="*/ 4395397 w 12192000"/>
              <a:gd name="connsiteY171" fmla="*/ 6553200 h 6858000"/>
              <a:gd name="connsiteX172" fmla="*/ 4563607 w 12192000"/>
              <a:gd name="connsiteY172" fmla="*/ 6856653 h 6858000"/>
              <a:gd name="connsiteX173" fmla="*/ 4561174 w 12192000"/>
              <a:gd name="connsiteY173" fmla="*/ 6858000 h 6858000"/>
              <a:gd name="connsiteX174" fmla="*/ 4556516 w 12192000"/>
              <a:gd name="connsiteY174" fmla="*/ 6858000 h 6858000"/>
              <a:gd name="connsiteX175" fmla="*/ 4298489 w 12192000"/>
              <a:gd name="connsiteY175" fmla="*/ 6553200 h 6858000"/>
              <a:gd name="connsiteX176" fmla="*/ 4306320 w 12192000"/>
              <a:gd name="connsiteY176" fmla="*/ 6553200 h 6858000"/>
              <a:gd name="connsiteX177" fmla="*/ 4137377 w 12192000"/>
              <a:gd name="connsiteY177" fmla="*/ 6858000 h 6858000"/>
              <a:gd name="connsiteX178" fmla="*/ 4129579 w 12192000"/>
              <a:gd name="connsiteY178" fmla="*/ 6858000 h 6858000"/>
              <a:gd name="connsiteX179" fmla="*/ 4130287 w 12192000"/>
              <a:gd name="connsiteY179" fmla="*/ 6856722 h 6858000"/>
              <a:gd name="connsiteX180" fmla="*/ 4130287 w 12192000"/>
              <a:gd name="connsiteY180" fmla="*/ 6856653 h 6858000"/>
              <a:gd name="connsiteX181" fmla="*/ 3896058 w 12192000"/>
              <a:gd name="connsiteY181" fmla="*/ 6553200 h 6858000"/>
              <a:gd name="connsiteX182" fmla="*/ 3903889 w 12192000"/>
              <a:gd name="connsiteY182" fmla="*/ 6553200 h 6858000"/>
              <a:gd name="connsiteX183" fmla="*/ 4072092 w 12192000"/>
              <a:gd name="connsiteY183" fmla="*/ 6856653 h 6858000"/>
              <a:gd name="connsiteX184" fmla="*/ 4069664 w 12192000"/>
              <a:gd name="connsiteY184" fmla="*/ 6858000 h 6858000"/>
              <a:gd name="connsiteX185" fmla="*/ 4065011 w 12192000"/>
              <a:gd name="connsiteY185" fmla="*/ 6858000 h 6858000"/>
              <a:gd name="connsiteX186" fmla="*/ 3807034 w 12192000"/>
              <a:gd name="connsiteY186" fmla="*/ 6553200 h 6858000"/>
              <a:gd name="connsiteX187" fmla="*/ 3814836 w 12192000"/>
              <a:gd name="connsiteY187" fmla="*/ 6553200 h 6858000"/>
              <a:gd name="connsiteX188" fmla="*/ 3645889 w 12192000"/>
              <a:gd name="connsiteY188" fmla="*/ 6858000 h 6858000"/>
              <a:gd name="connsiteX189" fmla="*/ 3638108 w 12192000"/>
              <a:gd name="connsiteY189" fmla="*/ 6858000 h 6858000"/>
              <a:gd name="connsiteX190" fmla="*/ 3638798 w 12192000"/>
              <a:gd name="connsiteY190" fmla="*/ 6856754 h 6858000"/>
              <a:gd name="connsiteX191" fmla="*/ 3638798 w 12192000"/>
              <a:gd name="connsiteY191" fmla="*/ 6856653 h 6858000"/>
              <a:gd name="connsiteX192" fmla="*/ 3404571 w 12192000"/>
              <a:gd name="connsiteY192" fmla="*/ 6553200 h 6858000"/>
              <a:gd name="connsiteX193" fmla="*/ 3412402 w 12192000"/>
              <a:gd name="connsiteY193" fmla="*/ 6553200 h 6858000"/>
              <a:gd name="connsiteX194" fmla="*/ 3580615 w 12192000"/>
              <a:gd name="connsiteY194" fmla="*/ 6856653 h 6858000"/>
              <a:gd name="connsiteX195" fmla="*/ 3578186 w 12192000"/>
              <a:gd name="connsiteY195" fmla="*/ 6858000 h 6858000"/>
              <a:gd name="connsiteX196" fmla="*/ 3573533 w 12192000"/>
              <a:gd name="connsiteY196" fmla="*/ 6858000 h 6858000"/>
              <a:gd name="connsiteX197" fmla="*/ 3315576 w 12192000"/>
              <a:gd name="connsiteY197" fmla="*/ 6553200 h 6858000"/>
              <a:gd name="connsiteX198" fmla="*/ 3323407 w 12192000"/>
              <a:gd name="connsiteY198" fmla="*/ 6553200 h 6858000"/>
              <a:gd name="connsiteX199" fmla="*/ 3154388 w 12192000"/>
              <a:gd name="connsiteY199" fmla="*/ 6858000 h 6858000"/>
              <a:gd name="connsiteX200" fmla="*/ 3146587 w 12192000"/>
              <a:gd name="connsiteY200" fmla="*/ 6858000 h 6858000"/>
              <a:gd name="connsiteX201" fmla="*/ 3147295 w 12192000"/>
              <a:gd name="connsiteY201" fmla="*/ 6856722 h 6858000"/>
              <a:gd name="connsiteX202" fmla="*/ 3147295 w 12192000"/>
              <a:gd name="connsiteY202" fmla="*/ 6856653 h 6858000"/>
              <a:gd name="connsiteX203" fmla="*/ 2913082 w 12192000"/>
              <a:gd name="connsiteY203" fmla="*/ 6553200 h 6858000"/>
              <a:gd name="connsiteX204" fmla="*/ 2920908 w 12192000"/>
              <a:gd name="connsiteY204" fmla="*/ 6553200 h 6858000"/>
              <a:gd name="connsiteX205" fmla="*/ 3089094 w 12192000"/>
              <a:gd name="connsiteY205" fmla="*/ 6856653 h 6858000"/>
              <a:gd name="connsiteX206" fmla="*/ 3086669 w 12192000"/>
              <a:gd name="connsiteY206" fmla="*/ 6858000 h 6858000"/>
              <a:gd name="connsiteX207" fmla="*/ 3082022 w 12192000"/>
              <a:gd name="connsiteY207" fmla="*/ 6858000 h 6858000"/>
              <a:gd name="connsiteX208" fmla="*/ 2824043 w 12192000"/>
              <a:gd name="connsiteY208" fmla="*/ 6553200 h 6858000"/>
              <a:gd name="connsiteX209" fmla="*/ 2831876 w 12192000"/>
              <a:gd name="connsiteY209" fmla="*/ 6553200 h 6858000"/>
              <a:gd name="connsiteX210" fmla="*/ 2662932 w 12192000"/>
              <a:gd name="connsiteY210" fmla="*/ 6858000 h 6858000"/>
              <a:gd name="connsiteX211" fmla="*/ 2655132 w 12192000"/>
              <a:gd name="connsiteY211" fmla="*/ 6858000 h 6858000"/>
              <a:gd name="connsiteX212" fmla="*/ 2655840 w 12192000"/>
              <a:gd name="connsiteY212" fmla="*/ 6856723 h 6858000"/>
              <a:gd name="connsiteX213" fmla="*/ 2655840 w 12192000"/>
              <a:gd name="connsiteY213" fmla="*/ 6856653 h 6858000"/>
              <a:gd name="connsiteX214" fmla="*/ 2421589 w 12192000"/>
              <a:gd name="connsiteY214" fmla="*/ 6553200 h 6858000"/>
              <a:gd name="connsiteX215" fmla="*/ 2429423 w 12192000"/>
              <a:gd name="connsiteY215" fmla="*/ 6553200 h 6858000"/>
              <a:gd name="connsiteX216" fmla="*/ 2597643 w 12192000"/>
              <a:gd name="connsiteY216" fmla="*/ 6856653 h 6858000"/>
              <a:gd name="connsiteX217" fmla="*/ 2595213 w 12192000"/>
              <a:gd name="connsiteY217" fmla="*/ 6858000 h 6858000"/>
              <a:gd name="connsiteX218" fmla="*/ 2590557 w 12192000"/>
              <a:gd name="connsiteY218" fmla="*/ 6858000 h 6858000"/>
              <a:gd name="connsiteX219" fmla="*/ 2332558 w 12192000"/>
              <a:gd name="connsiteY219" fmla="*/ 6553200 h 6858000"/>
              <a:gd name="connsiteX220" fmla="*/ 2340393 w 12192000"/>
              <a:gd name="connsiteY220" fmla="*/ 6553200 h 6858000"/>
              <a:gd name="connsiteX221" fmla="*/ 2171396 w 12192000"/>
              <a:gd name="connsiteY221" fmla="*/ 6858000 h 6858000"/>
              <a:gd name="connsiteX222" fmla="*/ 2163596 w 12192000"/>
              <a:gd name="connsiteY222" fmla="*/ 6858000 h 6858000"/>
              <a:gd name="connsiteX223" fmla="*/ 2164303 w 12192000"/>
              <a:gd name="connsiteY223" fmla="*/ 6856723 h 6858000"/>
              <a:gd name="connsiteX224" fmla="*/ 2164303 w 12192000"/>
              <a:gd name="connsiteY224" fmla="*/ 6856653 h 6858000"/>
              <a:gd name="connsiteX225" fmla="*/ 1930053 w 12192000"/>
              <a:gd name="connsiteY225" fmla="*/ 6553200 h 6858000"/>
              <a:gd name="connsiteX226" fmla="*/ 1937889 w 12192000"/>
              <a:gd name="connsiteY226" fmla="*/ 6553200 h 6858000"/>
              <a:gd name="connsiteX227" fmla="*/ 2106117 w 12192000"/>
              <a:gd name="connsiteY227" fmla="*/ 6856653 h 6858000"/>
              <a:gd name="connsiteX228" fmla="*/ 2103686 w 12192000"/>
              <a:gd name="connsiteY228" fmla="*/ 6858000 h 6858000"/>
              <a:gd name="connsiteX229" fmla="*/ 2099030 w 12192000"/>
              <a:gd name="connsiteY229" fmla="*/ 6858000 h 6858000"/>
              <a:gd name="connsiteX230" fmla="*/ 1840986 w 12192000"/>
              <a:gd name="connsiteY230" fmla="*/ 6553200 h 6858000"/>
              <a:gd name="connsiteX231" fmla="*/ 1848819 w 12192000"/>
              <a:gd name="connsiteY231" fmla="*/ 6553200 h 6858000"/>
              <a:gd name="connsiteX232" fmla="*/ 1679846 w 12192000"/>
              <a:gd name="connsiteY232" fmla="*/ 6858000 h 6858000"/>
              <a:gd name="connsiteX233" fmla="*/ 1672079 w 12192000"/>
              <a:gd name="connsiteY233" fmla="*/ 6858000 h 6858000"/>
              <a:gd name="connsiteX234" fmla="*/ 1672754 w 12192000"/>
              <a:gd name="connsiteY234" fmla="*/ 6856783 h 6858000"/>
              <a:gd name="connsiteX235" fmla="*/ 1672754 w 12192000"/>
              <a:gd name="connsiteY235" fmla="*/ 6856653 h 6858000"/>
              <a:gd name="connsiteX236" fmla="*/ 1438536 w 12192000"/>
              <a:gd name="connsiteY236" fmla="*/ 6553200 h 6858000"/>
              <a:gd name="connsiteX237" fmla="*/ 1446357 w 12192000"/>
              <a:gd name="connsiteY237" fmla="*/ 6553200 h 6858000"/>
              <a:gd name="connsiteX238" fmla="*/ 1614557 w 12192000"/>
              <a:gd name="connsiteY238" fmla="*/ 6856653 h 6858000"/>
              <a:gd name="connsiteX239" fmla="*/ 1612128 w 12192000"/>
              <a:gd name="connsiteY239" fmla="*/ 6858000 h 6858000"/>
              <a:gd name="connsiteX240" fmla="*/ 1607473 w 12192000"/>
              <a:gd name="connsiteY240" fmla="*/ 6858000 h 6858000"/>
              <a:gd name="connsiteX241" fmla="*/ 1349500 w 12192000"/>
              <a:gd name="connsiteY241" fmla="*/ 6553200 h 6858000"/>
              <a:gd name="connsiteX242" fmla="*/ 1357332 w 12192000"/>
              <a:gd name="connsiteY242" fmla="*/ 6553200 h 6858000"/>
              <a:gd name="connsiteX243" fmla="*/ 1188390 w 12192000"/>
              <a:gd name="connsiteY243" fmla="*/ 6858000 h 6858000"/>
              <a:gd name="connsiteX244" fmla="*/ 1180608 w 12192000"/>
              <a:gd name="connsiteY244" fmla="*/ 6858000 h 6858000"/>
              <a:gd name="connsiteX245" fmla="*/ 1181300 w 12192000"/>
              <a:gd name="connsiteY245" fmla="*/ 6856751 h 6858000"/>
              <a:gd name="connsiteX246" fmla="*/ 1181300 w 12192000"/>
              <a:gd name="connsiteY246" fmla="*/ 6856653 h 6858000"/>
              <a:gd name="connsiteX247" fmla="*/ 947064 w 12192000"/>
              <a:gd name="connsiteY247" fmla="*/ 6553200 h 6858000"/>
              <a:gd name="connsiteX248" fmla="*/ 954885 w 12192000"/>
              <a:gd name="connsiteY248" fmla="*/ 6553200 h 6858000"/>
              <a:gd name="connsiteX249" fmla="*/ 1123085 w 12192000"/>
              <a:gd name="connsiteY249" fmla="*/ 6856653 h 6858000"/>
              <a:gd name="connsiteX250" fmla="*/ 1120655 w 12192000"/>
              <a:gd name="connsiteY250" fmla="*/ 6858000 h 6858000"/>
              <a:gd name="connsiteX251" fmla="*/ 1116000 w 12192000"/>
              <a:gd name="connsiteY251" fmla="*/ 6858000 h 6858000"/>
              <a:gd name="connsiteX252" fmla="*/ 858029 w 12192000"/>
              <a:gd name="connsiteY252" fmla="*/ 6553200 h 6858000"/>
              <a:gd name="connsiteX253" fmla="*/ 865861 w 12192000"/>
              <a:gd name="connsiteY253" fmla="*/ 6553200 h 6858000"/>
              <a:gd name="connsiteX254" fmla="*/ 696919 w 12192000"/>
              <a:gd name="connsiteY254" fmla="*/ 6858000 h 6858000"/>
              <a:gd name="connsiteX255" fmla="*/ 689119 w 12192000"/>
              <a:gd name="connsiteY255" fmla="*/ 6858000 h 6858000"/>
              <a:gd name="connsiteX256" fmla="*/ 689828 w 12192000"/>
              <a:gd name="connsiteY256" fmla="*/ 6856722 h 6858000"/>
              <a:gd name="connsiteX257" fmla="*/ 689828 w 12192000"/>
              <a:gd name="connsiteY257" fmla="*/ 6856653 h 6858000"/>
              <a:gd name="connsiteX258" fmla="*/ 455599 w 12192000"/>
              <a:gd name="connsiteY258" fmla="*/ 6553200 h 6858000"/>
              <a:gd name="connsiteX259" fmla="*/ 463420 w 12192000"/>
              <a:gd name="connsiteY259" fmla="*/ 6553200 h 6858000"/>
              <a:gd name="connsiteX260" fmla="*/ 631633 w 12192000"/>
              <a:gd name="connsiteY260" fmla="*/ 6856653 h 6858000"/>
              <a:gd name="connsiteX261" fmla="*/ 629203 w 12192000"/>
              <a:gd name="connsiteY261" fmla="*/ 6858000 h 6858000"/>
              <a:gd name="connsiteX262" fmla="*/ 624548 w 12192000"/>
              <a:gd name="connsiteY262" fmla="*/ 6858000 h 6858000"/>
              <a:gd name="connsiteX263" fmla="*/ 366541 w 12192000"/>
              <a:gd name="connsiteY263" fmla="*/ 6553200 h 6858000"/>
              <a:gd name="connsiteX264" fmla="*/ 374373 w 12192000"/>
              <a:gd name="connsiteY264" fmla="*/ 6553200 h 6858000"/>
              <a:gd name="connsiteX265" fmla="*/ 205433 w 12192000"/>
              <a:gd name="connsiteY265" fmla="*/ 6858000 h 6858000"/>
              <a:gd name="connsiteX266" fmla="*/ 197634 w 12192000"/>
              <a:gd name="connsiteY266" fmla="*/ 6858000 h 6858000"/>
              <a:gd name="connsiteX267" fmla="*/ 198342 w 12192000"/>
              <a:gd name="connsiteY267" fmla="*/ 6856722 h 6858000"/>
              <a:gd name="connsiteX268" fmla="*/ 198342 w 12192000"/>
              <a:gd name="connsiteY268" fmla="*/ 6856653 h 6858000"/>
              <a:gd name="connsiteX269" fmla="*/ 12175482 w 12192000"/>
              <a:gd name="connsiteY269" fmla="*/ 6529134 h 6858000"/>
              <a:gd name="connsiteX270" fmla="*/ 12181473 w 12192000"/>
              <a:gd name="connsiteY270" fmla="*/ 6532455 h 6858000"/>
              <a:gd name="connsiteX271" fmla="*/ 12001029 w 12192000"/>
              <a:gd name="connsiteY271" fmla="*/ 6858000 h 6858000"/>
              <a:gd name="connsiteX272" fmla="*/ 11993229 w 12192000"/>
              <a:gd name="connsiteY272" fmla="*/ 6858000 h 6858000"/>
              <a:gd name="connsiteX273" fmla="*/ 11993938 w 12192000"/>
              <a:gd name="connsiteY273" fmla="*/ 6856721 h 6858000"/>
              <a:gd name="connsiteX274" fmla="*/ 11993938 w 12192000"/>
              <a:gd name="connsiteY274" fmla="*/ 6856653 h 6858000"/>
              <a:gd name="connsiteX275" fmla="*/ 11999895 w 12192000"/>
              <a:gd name="connsiteY275" fmla="*/ 6085766 h 6858000"/>
              <a:gd name="connsiteX276" fmla="*/ 12001708 w 12192000"/>
              <a:gd name="connsiteY276" fmla="*/ 6089087 h 6858000"/>
              <a:gd name="connsiteX277" fmla="*/ 12001743 w 12192000"/>
              <a:gd name="connsiteY277" fmla="*/ 6089087 h 6858000"/>
              <a:gd name="connsiteX278" fmla="*/ 12192000 w 12192000"/>
              <a:gd name="connsiteY278" fmla="*/ 6432325 h 6858000"/>
              <a:gd name="connsiteX279" fmla="*/ 12192000 w 12192000"/>
              <a:gd name="connsiteY279" fmla="*/ 6446428 h 6858000"/>
              <a:gd name="connsiteX280" fmla="*/ 11993938 w 12192000"/>
              <a:gd name="connsiteY280" fmla="*/ 6089087 h 6858000"/>
              <a:gd name="connsiteX281" fmla="*/ 11993938 w 12192000"/>
              <a:gd name="connsiteY281" fmla="*/ 6089053 h 6858000"/>
              <a:gd name="connsiteX282" fmla="*/ 204304 w 12192000"/>
              <a:gd name="connsiteY282" fmla="*/ 6085766 h 6858000"/>
              <a:gd name="connsiteX283" fmla="*/ 206118 w 12192000"/>
              <a:gd name="connsiteY283" fmla="*/ 6089087 h 6858000"/>
              <a:gd name="connsiteX284" fmla="*/ 206147 w 12192000"/>
              <a:gd name="connsiteY284" fmla="*/ 6089087 h 6858000"/>
              <a:gd name="connsiteX285" fmla="*/ 304800 w 12192000"/>
              <a:gd name="connsiteY285" fmla="*/ 6267055 h 6858000"/>
              <a:gd name="connsiteX286" fmla="*/ 304800 w 12192000"/>
              <a:gd name="connsiteY286" fmla="*/ 6281147 h 6858000"/>
              <a:gd name="connsiteX287" fmla="*/ 198342 w 12192000"/>
              <a:gd name="connsiteY287" fmla="*/ 6089087 h 6858000"/>
              <a:gd name="connsiteX288" fmla="*/ 198347 w 12192000"/>
              <a:gd name="connsiteY288" fmla="*/ 6089087 h 6858000"/>
              <a:gd name="connsiteX289" fmla="*/ 198347 w 12192000"/>
              <a:gd name="connsiteY289" fmla="*/ 6089053 h 6858000"/>
              <a:gd name="connsiteX290" fmla="*/ 11887200 w 12192000"/>
              <a:gd name="connsiteY290" fmla="*/ 5882391 h 6858000"/>
              <a:gd name="connsiteX291" fmla="*/ 11935739 w 12192000"/>
              <a:gd name="connsiteY291" fmla="*/ 5969952 h 6858000"/>
              <a:gd name="connsiteX292" fmla="*/ 11929748 w 12192000"/>
              <a:gd name="connsiteY292" fmla="*/ 5973273 h 6858000"/>
              <a:gd name="connsiteX293" fmla="*/ 11887200 w 12192000"/>
              <a:gd name="connsiteY293" fmla="*/ 5896515 h 6858000"/>
              <a:gd name="connsiteX294" fmla="*/ 304800 w 12192000"/>
              <a:gd name="connsiteY294" fmla="*/ 5777911 h 6858000"/>
              <a:gd name="connsiteX295" fmla="*/ 304800 w 12192000"/>
              <a:gd name="connsiteY295" fmla="*/ 5792030 h 6858000"/>
              <a:gd name="connsiteX296" fmla="*/ 198348 w 12192000"/>
              <a:gd name="connsiteY296" fmla="*/ 5984088 h 6858000"/>
              <a:gd name="connsiteX297" fmla="*/ 198348 w 12192000"/>
              <a:gd name="connsiteY297" fmla="*/ 5984158 h 6858000"/>
              <a:gd name="connsiteX298" fmla="*/ 140186 w 12192000"/>
              <a:gd name="connsiteY298" fmla="*/ 6089087 h 6858000"/>
              <a:gd name="connsiteX299" fmla="*/ 140147 w 12192000"/>
              <a:gd name="connsiteY299" fmla="*/ 6089087 h 6858000"/>
              <a:gd name="connsiteX300" fmla="*/ 0 w 12192000"/>
              <a:gd name="connsiteY300" fmla="*/ 6341909 h 6858000"/>
              <a:gd name="connsiteX301" fmla="*/ 0 w 12192000"/>
              <a:gd name="connsiteY301" fmla="*/ 6327778 h 6858000"/>
              <a:gd name="connsiteX302" fmla="*/ 132308 w 12192000"/>
              <a:gd name="connsiteY302" fmla="*/ 6089087 h 6858000"/>
              <a:gd name="connsiteX303" fmla="*/ 132346 w 12192000"/>
              <a:gd name="connsiteY303" fmla="*/ 6089087 h 6858000"/>
              <a:gd name="connsiteX304" fmla="*/ 198347 w 12192000"/>
              <a:gd name="connsiteY304" fmla="*/ 5970021 h 6858000"/>
              <a:gd name="connsiteX305" fmla="*/ 198347 w 12192000"/>
              <a:gd name="connsiteY305" fmla="*/ 5969986 h 6858000"/>
              <a:gd name="connsiteX306" fmla="*/ 0 w 12192000"/>
              <a:gd name="connsiteY306" fmla="*/ 5717122 h 6858000"/>
              <a:gd name="connsiteX307" fmla="*/ 140152 w 12192000"/>
              <a:gd name="connsiteY307" fmla="*/ 5969952 h 6858000"/>
              <a:gd name="connsiteX308" fmla="*/ 134161 w 12192000"/>
              <a:gd name="connsiteY308" fmla="*/ 5973273 h 6858000"/>
              <a:gd name="connsiteX309" fmla="*/ 0 w 12192000"/>
              <a:gd name="connsiteY309" fmla="*/ 5731236 h 6858000"/>
              <a:gd name="connsiteX310" fmla="*/ 12175482 w 12192000"/>
              <a:gd name="connsiteY310" fmla="*/ 5642432 h 6858000"/>
              <a:gd name="connsiteX311" fmla="*/ 12181473 w 12192000"/>
              <a:gd name="connsiteY311" fmla="*/ 5645753 h 6858000"/>
              <a:gd name="connsiteX312" fmla="*/ 11993938 w 12192000"/>
              <a:gd name="connsiteY312" fmla="*/ 5984090 h 6858000"/>
              <a:gd name="connsiteX313" fmla="*/ 11993938 w 12192000"/>
              <a:gd name="connsiteY313" fmla="*/ 5984158 h 6858000"/>
              <a:gd name="connsiteX314" fmla="*/ 11935773 w 12192000"/>
              <a:gd name="connsiteY314" fmla="*/ 6089087 h 6858000"/>
              <a:gd name="connsiteX315" fmla="*/ 11935740 w 12192000"/>
              <a:gd name="connsiteY315" fmla="*/ 6089087 h 6858000"/>
              <a:gd name="connsiteX316" fmla="*/ 11887200 w 12192000"/>
              <a:gd name="connsiteY316" fmla="*/ 6176649 h 6858000"/>
              <a:gd name="connsiteX317" fmla="*/ 11887200 w 12192000"/>
              <a:gd name="connsiteY317" fmla="*/ 6162510 h 6858000"/>
              <a:gd name="connsiteX318" fmla="*/ 11927900 w 12192000"/>
              <a:gd name="connsiteY318" fmla="*/ 6089087 h 6858000"/>
              <a:gd name="connsiteX319" fmla="*/ 11927934 w 12192000"/>
              <a:gd name="connsiteY319" fmla="*/ 6089087 h 6858000"/>
              <a:gd name="connsiteX320" fmla="*/ 11993938 w 12192000"/>
              <a:gd name="connsiteY320" fmla="*/ 5970020 h 6858000"/>
              <a:gd name="connsiteX321" fmla="*/ 11993938 w 12192000"/>
              <a:gd name="connsiteY321" fmla="*/ 5969986 h 6858000"/>
              <a:gd name="connsiteX322" fmla="*/ 11993938 w 12192000"/>
              <a:gd name="connsiteY322" fmla="*/ 5202386 h 6858000"/>
              <a:gd name="connsiteX323" fmla="*/ 12001743 w 12192000"/>
              <a:gd name="connsiteY323" fmla="*/ 5202386 h 6858000"/>
              <a:gd name="connsiteX324" fmla="*/ 12192000 w 12192000"/>
              <a:gd name="connsiteY324" fmla="*/ 5545624 h 6858000"/>
              <a:gd name="connsiteX325" fmla="*/ 12192000 w 12192000"/>
              <a:gd name="connsiteY325" fmla="*/ 5559727 h 6858000"/>
              <a:gd name="connsiteX326" fmla="*/ 198347 w 12192000"/>
              <a:gd name="connsiteY326" fmla="*/ 5202386 h 6858000"/>
              <a:gd name="connsiteX327" fmla="*/ 206152 w 12192000"/>
              <a:gd name="connsiteY327" fmla="*/ 5202386 h 6858000"/>
              <a:gd name="connsiteX328" fmla="*/ 304800 w 12192000"/>
              <a:gd name="connsiteY328" fmla="*/ 5380345 h 6858000"/>
              <a:gd name="connsiteX329" fmla="*/ 304800 w 12192000"/>
              <a:gd name="connsiteY329" fmla="*/ 5394437 h 6858000"/>
              <a:gd name="connsiteX330" fmla="*/ 11999895 w 12192000"/>
              <a:gd name="connsiteY330" fmla="*/ 5199064 h 6858000"/>
              <a:gd name="connsiteX331" fmla="*/ 12001708 w 12192000"/>
              <a:gd name="connsiteY331" fmla="*/ 5202385 h 6858000"/>
              <a:gd name="connsiteX332" fmla="*/ 11993938 w 12192000"/>
              <a:gd name="connsiteY332" fmla="*/ 5202385 h 6858000"/>
              <a:gd name="connsiteX333" fmla="*/ 204309 w 12192000"/>
              <a:gd name="connsiteY333" fmla="*/ 5199064 h 6858000"/>
              <a:gd name="connsiteX334" fmla="*/ 206123 w 12192000"/>
              <a:gd name="connsiteY334" fmla="*/ 5202385 h 6858000"/>
              <a:gd name="connsiteX335" fmla="*/ 198353 w 12192000"/>
              <a:gd name="connsiteY335" fmla="*/ 5202385 h 6858000"/>
              <a:gd name="connsiteX336" fmla="*/ 11887200 w 12192000"/>
              <a:gd name="connsiteY336" fmla="*/ 4995689 h 6858000"/>
              <a:gd name="connsiteX337" fmla="*/ 11935739 w 12192000"/>
              <a:gd name="connsiteY337" fmla="*/ 5083250 h 6858000"/>
              <a:gd name="connsiteX338" fmla="*/ 11929748 w 12192000"/>
              <a:gd name="connsiteY338" fmla="*/ 5086571 h 6858000"/>
              <a:gd name="connsiteX339" fmla="*/ 11887200 w 12192000"/>
              <a:gd name="connsiteY339" fmla="*/ 5009813 h 6858000"/>
              <a:gd name="connsiteX340" fmla="*/ 304800 w 12192000"/>
              <a:gd name="connsiteY340" fmla="*/ 4891219 h 6858000"/>
              <a:gd name="connsiteX341" fmla="*/ 304800 w 12192000"/>
              <a:gd name="connsiteY341" fmla="*/ 4905338 h 6858000"/>
              <a:gd name="connsiteX342" fmla="*/ 198354 w 12192000"/>
              <a:gd name="connsiteY342" fmla="*/ 5097386 h 6858000"/>
              <a:gd name="connsiteX343" fmla="*/ 198354 w 12192000"/>
              <a:gd name="connsiteY343" fmla="*/ 5097457 h 6858000"/>
              <a:gd name="connsiteX344" fmla="*/ 140192 w 12192000"/>
              <a:gd name="connsiteY344" fmla="*/ 5202386 h 6858000"/>
              <a:gd name="connsiteX345" fmla="*/ 140153 w 12192000"/>
              <a:gd name="connsiteY345" fmla="*/ 5202386 h 6858000"/>
              <a:gd name="connsiteX346" fmla="*/ 0 w 12192000"/>
              <a:gd name="connsiteY346" fmla="*/ 5455217 h 6858000"/>
              <a:gd name="connsiteX347" fmla="*/ 0 w 12192000"/>
              <a:gd name="connsiteY347" fmla="*/ 5441086 h 6858000"/>
              <a:gd name="connsiteX348" fmla="*/ 132314 w 12192000"/>
              <a:gd name="connsiteY348" fmla="*/ 5202386 h 6858000"/>
              <a:gd name="connsiteX349" fmla="*/ 132352 w 12192000"/>
              <a:gd name="connsiteY349" fmla="*/ 5202386 h 6858000"/>
              <a:gd name="connsiteX350" fmla="*/ 198353 w 12192000"/>
              <a:gd name="connsiteY350" fmla="*/ 5083354 h 6858000"/>
              <a:gd name="connsiteX351" fmla="*/ 198353 w 12192000"/>
              <a:gd name="connsiteY351" fmla="*/ 5083284 h 6858000"/>
              <a:gd name="connsiteX352" fmla="*/ 0 w 12192000"/>
              <a:gd name="connsiteY352" fmla="*/ 4830410 h 6858000"/>
              <a:gd name="connsiteX353" fmla="*/ 140158 w 12192000"/>
              <a:gd name="connsiteY353" fmla="*/ 5083250 h 6858000"/>
              <a:gd name="connsiteX354" fmla="*/ 134167 w 12192000"/>
              <a:gd name="connsiteY354" fmla="*/ 5086571 h 6858000"/>
              <a:gd name="connsiteX355" fmla="*/ 0 w 12192000"/>
              <a:gd name="connsiteY355" fmla="*/ 4844523 h 6858000"/>
              <a:gd name="connsiteX356" fmla="*/ 12175482 w 12192000"/>
              <a:gd name="connsiteY356" fmla="*/ 4755730 h 6858000"/>
              <a:gd name="connsiteX357" fmla="*/ 12181473 w 12192000"/>
              <a:gd name="connsiteY357" fmla="*/ 4759051 h 6858000"/>
              <a:gd name="connsiteX358" fmla="*/ 11993938 w 12192000"/>
              <a:gd name="connsiteY358" fmla="*/ 5097388 h 6858000"/>
              <a:gd name="connsiteX359" fmla="*/ 11993938 w 12192000"/>
              <a:gd name="connsiteY359" fmla="*/ 5097457 h 6858000"/>
              <a:gd name="connsiteX360" fmla="*/ 11935773 w 12192000"/>
              <a:gd name="connsiteY360" fmla="*/ 5202386 h 6858000"/>
              <a:gd name="connsiteX361" fmla="*/ 11935740 w 12192000"/>
              <a:gd name="connsiteY361" fmla="*/ 5202386 h 6858000"/>
              <a:gd name="connsiteX362" fmla="*/ 11887200 w 12192000"/>
              <a:gd name="connsiteY362" fmla="*/ 5289948 h 6858000"/>
              <a:gd name="connsiteX363" fmla="*/ 11887200 w 12192000"/>
              <a:gd name="connsiteY363" fmla="*/ 5275809 h 6858000"/>
              <a:gd name="connsiteX364" fmla="*/ 11927900 w 12192000"/>
              <a:gd name="connsiteY364" fmla="*/ 5202386 h 6858000"/>
              <a:gd name="connsiteX365" fmla="*/ 11927934 w 12192000"/>
              <a:gd name="connsiteY365" fmla="*/ 5202386 h 6858000"/>
              <a:gd name="connsiteX366" fmla="*/ 11993938 w 12192000"/>
              <a:gd name="connsiteY366" fmla="*/ 5083353 h 6858000"/>
              <a:gd name="connsiteX367" fmla="*/ 11993938 w 12192000"/>
              <a:gd name="connsiteY367" fmla="*/ 5083284 h 6858000"/>
              <a:gd name="connsiteX368" fmla="*/ 11999895 w 12192000"/>
              <a:gd name="connsiteY368" fmla="*/ 4312397 h 6858000"/>
              <a:gd name="connsiteX369" fmla="*/ 12001708 w 12192000"/>
              <a:gd name="connsiteY369" fmla="*/ 4315684 h 6858000"/>
              <a:gd name="connsiteX370" fmla="*/ 12001743 w 12192000"/>
              <a:gd name="connsiteY370" fmla="*/ 4315684 h 6858000"/>
              <a:gd name="connsiteX371" fmla="*/ 12192000 w 12192000"/>
              <a:gd name="connsiteY371" fmla="*/ 4658922 h 6858000"/>
              <a:gd name="connsiteX372" fmla="*/ 12192000 w 12192000"/>
              <a:gd name="connsiteY372" fmla="*/ 4673025 h 6858000"/>
              <a:gd name="connsiteX373" fmla="*/ 11993938 w 12192000"/>
              <a:gd name="connsiteY373" fmla="*/ 4315684 h 6858000"/>
              <a:gd name="connsiteX374" fmla="*/ 204315 w 12192000"/>
              <a:gd name="connsiteY374" fmla="*/ 4312397 h 6858000"/>
              <a:gd name="connsiteX375" fmla="*/ 206129 w 12192000"/>
              <a:gd name="connsiteY375" fmla="*/ 4315684 h 6858000"/>
              <a:gd name="connsiteX376" fmla="*/ 206158 w 12192000"/>
              <a:gd name="connsiteY376" fmla="*/ 4315684 h 6858000"/>
              <a:gd name="connsiteX377" fmla="*/ 304800 w 12192000"/>
              <a:gd name="connsiteY377" fmla="*/ 4493632 h 6858000"/>
              <a:gd name="connsiteX378" fmla="*/ 304800 w 12192000"/>
              <a:gd name="connsiteY378" fmla="*/ 4507725 h 6858000"/>
              <a:gd name="connsiteX379" fmla="*/ 198353 w 12192000"/>
              <a:gd name="connsiteY379" fmla="*/ 4315684 h 6858000"/>
              <a:gd name="connsiteX380" fmla="*/ 198358 w 12192000"/>
              <a:gd name="connsiteY380" fmla="*/ 4315684 h 6858000"/>
              <a:gd name="connsiteX381" fmla="*/ 11887200 w 12192000"/>
              <a:gd name="connsiteY381" fmla="*/ 4109021 h 6858000"/>
              <a:gd name="connsiteX382" fmla="*/ 11935739 w 12192000"/>
              <a:gd name="connsiteY382" fmla="*/ 4196582 h 6858000"/>
              <a:gd name="connsiteX383" fmla="*/ 11929748 w 12192000"/>
              <a:gd name="connsiteY383" fmla="*/ 4199869 h 6858000"/>
              <a:gd name="connsiteX384" fmla="*/ 11887200 w 12192000"/>
              <a:gd name="connsiteY384" fmla="*/ 4123114 h 6858000"/>
              <a:gd name="connsiteX385" fmla="*/ 304800 w 12192000"/>
              <a:gd name="connsiteY385" fmla="*/ 4004547 h 6858000"/>
              <a:gd name="connsiteX386" fmla="*/ 304800 w 12192000"/>
              <a:gd name="connsiteY386" fmla="*/ 4018661 h 6858000"/>
              <a:gd name="connsiteX387" fmla="*/ 198359 w 12192000"/>
              <a:gd name="connsiteY387" fmla="*/ 4210719 h 6858000"/>
              <a:gd name="connsiteX388" fmla="*/ 198359 w 12192000"/>
              <a:gd name="connsiteY388" fmla="*/ 4210789 h 6858000"/>
              <a:gd name="connsiteX389" fmla="*/ 140197 w 12192000"/>
              <a:gd name="connsiteY389" fmla="*/ 4315684 h 6858000"/>
              <a:gd name="connsiteX390" fmla="*/ 140158 w 12192000"/>
              <a:gd name="connsiteY390" fmla="*/ 4315684 h 6858000"/>
              <a:gd name="connsiteX391" fmla="*/ 0 w 12192000"/>
              <a:gd name="connsiteY391" fmla="*/ 4568526 h 6858000"/>
              <a:gd name="connsiteX392" fmla="*/ 0 w 12192000"/>
              <a:gd name="connsiteY392" fmla="*/ 4554395 h 6858000"/>
              <a:gd name="connsiteX393" fmla="*/ 132319 w 12192000"/>
              <a:gd name="connsiteY393" fmla="*/ 4315684 h 6858000"/>
              <a:gd name="connsiteX394" fmla="*/ 132357 w 12192000"/>
              <a:gd name="connsiteY394" fmla="*/ 4315684 h 6858000"/>
              <a:gd name="connsiteX395" fmla="*/ 198358 w 12192000"/>
              <a:gd name="connsiteY395" fmla="*/ 4196652 h 6858000"/>
              <a:gd name="connsiteX396" fmla="*/ 198358 w 12192000"/>
              <a:gd name="connsiteY396" fmla="*/ 4196583 h 6858000"/>
              <a:gd name="connsiteX397" fmla="*/ 0 w 12192000"/>
              <a:gd name="connsiteY397" fmla="*/ 3943732 h 6858000"/>
              <a:gd name="connsiteX398" fmla="*/ 140163 w 12192000"/>
              <a:gd name="connsiteY398" fmla="*/ 4196582 h 6858000"/>
              <a:gd name="connsiteX399" fmla="*/ 134172 w 12192000"/>
              <a:gd name="connsiteY399" fmla="*/ 4199869 h 6858000"/>
              <a:gd name="connsiteX400" fmla="*/ 0 w 12192000"/>
              <a:gd name="connsiteY400" fmla="*/ 3957822 h 6858000"/>
              <a:gd name="connsiteX401" fmla="*/ 12175482 w 12192000"/>
              <a:gd name="connsiteY401" fmla="*/ 3869063 h 6858000"/>
              <a:gd name="connsiteX402" fmla="*/ 12181473 w 12192000"/>
              <a:gd name="connsiteY402" fmla="*/ 3872350 h 6858000"/>
              <a:gd name="connsiteX403" fmla="*/ 11993938 w 12192000"/>
              <a:gd name="connsiteY403" fmla="*/ 4210721 h 6858000"/>
              <a:gd name="connsiteX404" fmla="*/ 11993938 w 12192000"/>
              <a:gd name="connsiteY404" fmla="*/ 4210789 h 6858000"/>
              <a:gd name="connsiteX405" fmla="*/ 11935773 w 12192000"/>
              <a:gd name="connsiteY405" fmla="*/ 4315684 h 6858000"/>
              <a:gd name="connsiteX406" fmla="*/ 11935740 w 12192000"/>
              <a:gd name="connsiteY406" fmla="*/ 4315684 h 6858000"/>
              <a:gd name="connsiteX407" fmla="*/ 11887200 w 12192000"/>
              <a:gd name="connsiteY407" fmla="*/ 4403246 h 6858000"/>
              <a:gd name="connsiteX408" fmla="*/ 11887200 w 12192000"/>
              <a:gd name="connsiteY408" fmla="*/ 4389107 h 6858000"/>
              <a:gd name="connsiteX409" fmla="*/ 11927900 w 12192000"/>
              <a:gd name="connsiteY409" fmla="*/ 4315684 h 6858000"/>
              <a:gd name="connsiteX410" fmla="*/ 11927934 w 12192000"/>
              <a:gd name="connsiteY410" fmla="*/ 4315684 h 6858000"/>
              <a:gd name="connsiteX411" fmla="*/ 11993938 w 12192000"/>
              <a:gd name="connsiteY411" fmla="*/ 4196651 h 6858000"/>
              <a:gd name="connsiteX412" fmla="*/ 11993938 w 12192000"/>
              <a:gd name="connsiteY412" fmla="*/ 4196583 h 6858000"/>
              <a:gd name="connsiteX413" fmla="*/ 204429 w 12192000"/>
              <a:gd name="connsiteY413" fmla="*/ 3426428 h 6858000"/>
              <a:gd name="connsiteX414" fmla="*/ 206243 w 12192000"/>
              <a:gd name="connsiteY414" fmla="*/ 3429017 h 6858000"/>
              <a:gd name="connsiteX415" fmla="*/ 206164 w 12192000"/>
              <a:gd name="connsiteY415" fmla="*/ 3429017 h 6858000"/>
              <a:gd name="connsiteX416" fmla="*/ 304800 w 12192000"/>
              <a:gd name="connsiteY416" fmla="*/ 3606955 h 6858000"/>
              <a:gd name="connsiteX417" fmla="*/ 304800 w 12192000"/>
              <a:gd name="connsiteY417" fmla="*/ 3621039 h 6858000"/>
              <a:gd name="connsiteX418" fmla="*/ 198358 w 12192000"/>
              <a:gd name="connsiteY418" fmla="*/ 3429016 h 6858000"/>
              <a:gd name="connsiteX419" fmla="*/ 198472 w 12192000"/>
              <a:gd name="connsiteY419" fmla="*/ 3429016 h 6858000"/>
              <a:gd name="connsiteX420" fmla="*/ 198472 w 12192000"/>
              <a:gd name="connsiteY420" fmla="*/ 3428999 h 6858000"/>
              <a:gd name="connsiteX421" fmla="*/ 11999895 w 12192000"/>
              <a:gd name="connsiteY421" fmla="*/ 3426271 h 6858000"/>
              <a:gd name="connsiteX422" fmla="*/ 12001707 w 12192000"/>
              <a:gd name="connsiteY422" fmla="*/ 3429016 h 6858000"/>
              <a:gd name="connsiteX423" fmla="*/ 12001743 w 12192000"/>
              <a:gd name="connsiteY423" fmla="*/ 3429016 h 6858000"/>
              <a:gd name="connsiteX424" fmla="*/ 12192000 w 12192000"/>
              <a:gd name="connsiteY424" fmla="*/ 3772254 h 6858000"/>
              <a:gd name="connsiteX425" fmla="*/ 12192000 w 12192000"/>
              <a:gd name="connsiteY425" fmla="*/ 3786342 h 6858000"/>
              <a:gd name="connsiteX426" fmla="*/ 11993938 w 12192000"/>
              <a:gd name="connsiteY426" fmla="*/ 3429017 h 6858000"/>
              <a:gd name="connsiteX427" fmla="*/ 11993938 w 12192000"/>
              <a:gd name="connsiteY427" fmla="*/ 3429016 h 6858000"/>
              <a:gd name="connsiteX428" fmla="*/ 11993938 w 12192000"/>
              <a:gd name="connsiteY428" fmla="*/ 3428999 h 6858000"/>
              <a:gd name="connsiteX429" fmla="*/ 11887200 w 12192000"/>
              <a:gd name="connsiteY429" fmla="*/ 3222897 h 6858000"/>
              <a:gd name="connsiteX430" fmla="*/ 11935739 w 12192000"/>
              <a:gd name="connsiteY430" fmla="*/ 3310458 h 6858000"/>
              <a:gd name="connsiteX431" fmla="*/ 11929748 w 12192000"/>
              <a:gd name="connsiteY431" fmla="*/ 3313779 h 6858000"/>
              <a:gd name="connsiteX432" fmla="*/ 11887200 w 12192000"/>
              <a:gd name="connsiteY432" fmla="*/ 3237021 h 6858000"/>
              <a:gd name="connsiteX433" fmla="*/ 304800 w 12192000"/>
              <a:gd name="connsiteY433" fmla="*/ 3118781 h 6858000"/>
              <a:gd name="connsiteX434" fmla="*/ 304800 w 12192000"/>
              <a:gd name="connsiteY434" fmla="*/ 3132915 h 6858000"/>
              <a:gd name="connsiteX435" fmla="*/ 198473 w 12192000"/>
              <a:gd name="connsiteY435" fmla="*/ 3324749 h 6858000"/>
              <a:gd name="connsiteX436" fmla="*/ 198473 w 12192000"/>
              <a:gd name="connsiteY436" fmla="*/ 3324821 h 6858000"/>
              <a:gd name="connsiteX437" fmla="*/ 140312 w 12192000"/>
              <a:gd name="connsiteY437" fmla="*/ 3429017 h 6858000"/>
              <a:gd name="connsiteX438" fmla="*/ 140163 w 12192000"/>
              <a:gd name="connsiteY438" fmla="*/ 3429017 h 6858000"/>
              <a:gd name="connsiteX439" fmla="*/ 0 w 12192000"/>
              <a:gd name="connsiteY439" fmla="*/ 3681867 h 6858000"/>
              <a:gd name="connsiteX440" fmla="*/ 0 w 12192000"/>
              <a:gd name="connsiteY440" fmla="*/ 3667736 h 6858000"/>
              <a:gd name="connsiteX441" fmla="*/ 132325 w 12192000"/>
              <a:gd name="connsiteY441" fmla="*/ 3429016 h 6858000"/>
              <a:gd name="connsiteX442" fmla="*/ 132472 w 12192000"/>
              <a:gd name="connsiteY442" fmla="*/ 3429016 h 6858000"/>
              <a:gd name="connsiteX443" fmla="*/ 198472 w 12192000"/>
              <a:gd name="connsiteY443" fmla="*/ 3310686 h 6858000"/>
              <a:gd name="connsiteX444" fmla="*/ 198472 w 12192000"/>
              <a:gd name="connsiteY444" fmla="*/ 3310614 h 6858000"/>
              <a:gd name="connsiteX445" fmla="*/ 0 w 12192000"/>
              <a:gd name="connsiteY445" fmla="*/ 3057557 h 6858000"/>
              <a:gd name="connsiteX446" fmla="*/ 140277 w 12192000"/>
              <a:gd name="connsiteY446" fmla="*/ 3310615 h 6858000"/>
              <a:gd name="connsiteX447" fmla="*/ 134286 w 12192000"/>
              <a:gd name="connsiteY447" fmla="*/ 3313936 h 6858000"/>
              <a:gd name="connsiteX448" fmla="*/ 0 w 12192000"/>
              <a:gd name="connsiteY448" fmla="*/ 3071670 h 6858000"/>
              <a:gd name="connsiteX449" fmla="*/ 12175482 w 12192000"/>
              <a:gd name="connsiteY449" fmla="*/ 2982938 h 6858000"/>
              <a:gd name="connsiteX450" fmla="*/ 12181473 w 12192000"/>
              <a:gd name="connsiteY450" fmla="*/ 2986259 h 6858000"/>
              <a:gd name="connsiteX451" fmla="*/ 11993938 w 12192000"/>
              <a:gd name="connsiteY451" fmla="*/ 3324594 h 6858000"/>
              <a:gd name="connsiteX452" fmla="*/ 11993938 w 12192000"/>
              <a:gd name="connsiteY452" fmla="*/ 3324665 h 6858000"/>
              <a:gd name="connsiteX453" fmla="*/ 11935773 w 12192000"/>
              <a:gd name="connsiteY453" fmla="*/ 3429017 h 6858000"/>
              <a:gd name="connsiteX454" fmla="*/ 11935739 w 12192000"/>
              <a:gd name="connsiteY454" fmla="*/ 3429017 h 6858000"/>
              <a:gd name="connsiteX455" fmla="*/ 11887200 w 12192000"/>
              <a:gd name="connsiteY455" fmla="*/ 3516578 h 6858000"/>
              <a:gd name="connsiteX456" fmla="*/ 11887200 w 12192000"/>
              <a:gd name="connsiteY456" fmla="*/ 3502439 h 6858000"/>
              <a:gd name="connsiteX457" fmla="*/ 11927900 w 12192000"/>
              <a:gd name="connsiteY457" fmla="*/ 3429016 h 6858000"/>
              <a:gd name="connsiteX458" fmla="*/ 11927934 w 12192000"/>
              <a:gd name="connsiteY458" fmla="*/ 3429016 h 6858000"/>
              <a:gd name="connsiteX459" fmla="*/ 11993938 w 12192000"/>
              <a:gd name="connsiteY459" fmla="*/ 3310526 h 6858000"/>
              <a:gd name="connsiteX460" fmla="*/ 11993938 w 12192000"/>
              <a:gd name="connsiteY460" fmla="*/ 3310457 h 6858000"/>
              <a:gd name="connsiteX461" fmla="*/ 204434 w 12192000"/>
              <a:gd name="connsiteY461" fmla="*/ 2539734 h 6858000"/>
              <a:gd name="connsiteX462" fmla="*/ 206244 w 12192000"/>
              <a:gd name="connsiteY462" fmla="*/ 2543046 h 6858000"/>
              <a:gd name="connsiteX463" fmla="*/ 206277 w 12192000"/>
              <a:gd name="connsiteY463" fmla="*/ 2543046 h 6858000"/>
              <a:gd name="connsiteX464" fmla="*/ 304800 w 12192000"/>
              <a:gd name="connsiteY464" fmla="*/ 2720781 h 6858000"/>
              <a:gd name="connsiteX465" fmla="*/ 304800 w 12192000"/>
              <a:gd name="connsiteY465" fmla="*/ 2734873 h 6858000"/>
              <a:gd name="connsiteX466" fmla="*/ 198472 w 12192000"/>
              <a:gd name="connsiteY466" fmla="*/ 2543046 h 6858000"/>
              <a:gd name="connsiteX467" fmla="*/ 198491 w 12192000"/>
              <a:gd name="connsiteY467" fmla="*/ 2543046 h 6858000"/>
              <a:gd name="connsiteX468" fmla="*/ 11999895 w 12192000"/>
              <a:gd name="connsiteY468" fmla="*/ 2539577 h 6858000"/>
              <a:gd name="connsiteX469" fmla="*/ 12001704 w 12192000"/>
              <a:gd name="connsiteY469" fmla="*/ 2542889 h 6858000"/>
              <a:gd name="connsiteX470" fmla="*/ 12001743 w 12192000"/>
              <a:gd name="connsiteY470" fmla="*/ 2542889 h 6858000"/>
              <a:gd name="connsiteX471" fmla="*/ 12192000 w 12192000"/>
              <a:gd name="connsiteY471" fmla="*/ 2886127 h 6858000"/>
              <a:gd name="connsiteX472" fmla="*/ 12192000 w 12192000"/>
              <a:gd name="connsiteY472" fmla="*/ 2900231 h 6858000"/>
              <a:gd name="connsiteX473" fmla="*/ 11993942 w 12192000"/>
              <a:gd name="connsiteY473" fmla="*/ 2542897 h 6858000"/>
              <a:gd name="connsiteX474" fmla="*/ 11993938 w 12192000"/>
              <a:gd name="connsiteY474" fmla="*/ 2542897 h 6858000"/>
              <a:gd name="connsiteX475" fmla="*/ 11993941 w 12192000"/>
              <a:gd name="connsiteY475" fmla="*/ 2542895 h 6858000"/>
              <a:gd name="connsiteX476" fmla="*/ 11993938 w 12192000"/>
              <a:gd name="connsiteY476" fmla="*/ 2542889 h 6858000"/>
              <a:gd name="connsiteX477" fmla="*/ 11993952 w 12192000"/>
              <a:gd name="connsiteY477" fmla="*/ 2542889 h 6858000"/>
              <a:gd name="connsiteX478" fmla="*/ 11887200 w 12192000"/>
              <a:gd name="connsiteY478" fmla="*/ 2336203 h 6858000"/>
              <a:gd name="connsiteX479" fmla="*/ 11935739 w 12192000"/>
              <a:gd name="connsiteY479" fmla="*/ 2423764 h 6858000"/>
              <a:gd name="connsiteX480" fmla="*/ 11929748 w 12192000"/>
              <a:gd name="connsiteY480" fmla="*/ 2427084 h 6858000"/>
              <a:gd name="connsiteX481" fmla="*/ 11887200 w 12192000"/>
              <a:gd name="connsiteY481" fmla="*/ 2350326 h 6858000"/>
              <a:gd name="connsiteX482" fmla="*/ 304800 w 12192000"/>
              <a:gd name="connsiteY482" fmla="*/ 2232111 h 6858000"/>
              <a:gd name="connsiteX483" fmla="*/ 304800 w 12192000"/>
              <a:gd name="connsiteY483" fmla="*/ 2246230 h 6858000"/>
              <a:gd name="connsiteX484" fmla="*/ 198478 w 12192000"/>
              <a:gd name="connsiteY484" fmla="*/ 2438056 h 6858000"/>
              <a:gd name="connsiteX485" fmla="*/ 198478 w 12192000"/>
              <a:gd name="connsiteY485" fmla="*/ 2438127 h 6858000"/>
              <a:gd name="connsiteX486" fmla="*/ 140317 w 12192000"/>
              <a:gd name="connsiteY486" fmla="*/ 2543056 h 6858000"/>
              <a:gd name="connsiteX487" fmla="*/ 140274 w 12192000"/>
              <a:gd name="connsiteY487" fmla="*/ 2543056 h 6858000"/>
              <a:gd name="connsiteX488" fmla="*/ 0 w 12192000"/>
              <a:gd name="connsiteY488" fmla="*/ 2796109 h 6858000"/>
              <a:gd name="connsiteX489" fmla="*/ 0 w 12192000"/>
              <a:gd name="connsiteY489" fmla="*/ 2781977 h 6858000"/>
              <a:gd name="connsiteX490" fmla="*/ 132439 w 12192000"/>
              <a:gd name="connsiteY490" fmla="*/ 2543050 h 6858000"/>
              <a:gd name="connsiteX491" fmla="*/ 132481 w 12192000"/>
              <a:gd name="connsiteY491" fmla="*/ 2543050 h 6858000"/>
              <a:gd name="connsiteX492" fmla="*/ 198478 w 12192000"/>
              <a:gd name="connsiteY492" fmla="*/ 2424025 h 6858000"/>
              <a:gd name="connsiteX493" fmla="*/ 198478 w 12192000"/>
              <a:gd name="connsiteY493" fmla="*/ 2423954 h 6858000"/>
              <a:gd name="connsiteX494" fmla="*/ 0 w 12192000"/>
              <a:gd name="connsiteY494" fmla="*/ 2170852 h 6858000"/>
              <a:gd name="connsiteX495" fmla="*/ 140283 w 12192000"/>
              <a:gd name="connsiteY495" fmla="*/ 2423921 h 6858000"/>
              <a:gd name="connsiteX496" fmla="*/ 134292 w 12192000"/>
              <a:gd name="connsiteY496" fmla="*/ 2427242 h 6858000"/>
              <a:gd name="connsiteX497" fmla="*/ 0 w 12192000"/>
              <a:gd name="connsiteY497" fmla="*/ 2184966 h 6858000"/>
              <a:gd name="connsiteX498" fmla="*/ 12175482 w 12192000"/>
              <a:gd name="connsiteY498" fmla="*/ 2096243 h 6858000"/>
              <a:gd name="connsiteX499" fmla="*/ 12181473 w 12192000"/>
              <a:gd name="connsiteY499" fmla="*/ 2099565 h 6858000"/>
              <a:gd name="connsiteX500" fmla="*/ 11993938 w 12192000"/>
              <a:gd name="connsiteY500" fmla="*/ 2437900 h 6858000"/>
              <a:gd name="connsiteX501" fmla="*/ 11993938 w 12192000"/>
              <a:gd name="connsiteY501" fmla="*/ 2437971 h 6858000"/>
              <a:gd name="connsiteX502" fmla="*/ 11935773 w 12192000"/>
              <a:gd name="connsiteY502" fmla="*/ 2542900 h 6858000"/>
              <a:gd name="connsiteX503" fmla="*/ 11935736 w 12192000"/>
              <a:gd name="connsiteY503" fmla="*/ 2542900 h 6858000"/>
              <a:gd name="connsiteX504" fmla="*/ 11887200 w 12192000"/>
              <a:gd name="connsiteY504" fmla="*/ 2630455 h 6858000"/>
              <a:gd name="connsiteX505" fmla="*/ 11887200 w 12192000"/>
              <a:gd name="connsiteY505" fmla="*/ 2616316 h 6858000"/>
              <a:gd name="connsiteX506" fmla="*/ 11927900 w 12192000"/>
              <a:gd name="connsiteY506" fmla="*/ 2542893 h 6858000"/>
              <a:gd name="connsiteX507" fmla="*/ 11927938 w 12192000"/>
              <a:gd name="connsiteY507" fmla="*/ 2542893 h 6858000"/>
              <a:gd name="connsiteX508" fmla="*/ 11993938 w 12192000"/>
              <a:gd name="connsiteY508" fmla="*/ 2423866 h 6858000"/>
              <a:gd name="connsiteX509" fmla="*/ 11993938 w 12192000"/>
              <a:gd name="connsiteY509" fmla="*/ 2423797 h 6858000"/>
              <a:gd name="connsiteX510" fmla="*/ 204440 w 12192000"/>
              <a:gd name="connsiteY510" fmla="*/ 1653039 h 6858000"/>
              <a:gd name="connsiteX511" fmla="*/ 206249 w 12192000"/>
              <a:gd name="connsiteY511" fmla="*/ 1656352 h 6858000"/>
              <a:gd name="connsiteX512" fmla="*/ 206282 w 12192000"/>
              <a:gd name="connsiteY512" fmla="*/ 1656352 h 6858000"/>
              <a:gd name="connsiteX513" fmla="*/ 304800 w 12192000"/>
              <a:gd name="connsiteY513" fmla="*/ 1834078 h 6858000"/>
              <a:gd name="connsiteX514" fmla="*/ 304800 w 12192000"/>
              <a:gd name="connsiteY514" fmla="*/ 1848170 h 6858000"/>
              <a:gd name="connsiteX515" fmla="*/ 198477 w 12192000"/>
              <a:gd name="connsiteY515" fmla="*/ 1656352 h 6858000"/>
              <a:gd name="connsiteX516" fmla="*/ 198496 w 12192000"/>
              <a:gd name="connsiteY516" fmla="*/ 1656352 h 6858000"/>
              <a:gd name="connsiteX517" fmla="*/ 11999895 w 12192000"/>
              <a:gd name="connsiteY517" fmla="*/ 1652883 h 6858000"/>
              <a:gd name="connsiteX518" fmla="*/ 12001704 w 12192000"/>
              <a:gd name="connsiteY518" fmla="*/ 1656195 h 6858000"/>
              <a:gd name="connsiteX519" fmla="*/ 12001743 w 12192000"/>
              <a:gd name="connsiteY519" fmla="*/ 1656195 h 6858000"/>
              <a:gd name="connsiteX520" fmla="*/ 12192000 w 12192000"/>
              <a:gd name="connsiteY520" fmla="*/ 1999433 h 6858000"/>
              <a:gd name="connsiteX521" fmla="*/ 12192000 w 12192000"/>
              <a:gd name="connsiteY521" fmla="*/ 2013537 h 6858000"/>
              <a:gd name="connsiteX522" fmla="*/ 11993942 w 12192000"/>
              <a:gd name="connsiteY522" fmla="*/ 1656203 h 6858000"/>
              <a:gd name="connsiteX523" fmla="*/ 11993938 w 12192000"/>
              <a:gd name="connsiteY523" fmla="*/ 1656203 h 6858000"/>
              <a:gd name="connsiteX524" fmla="*/ 11993941 w 12192000"/>
              <a:gd name="connsiteY524" fmla="*/ 1656201 h 6858000"/>
              <a:gd name="connsiteX525" fmla="*/ 11993938 w 12192000"/>
              <a:gd name="connsiteY525" fmla="*/ 1656195 h 6858000"/>
              <a:gd name="connsiteX526" fmla="*/ 11993952 w 12192000"/>
              <a:gd name="connsiteY526" fmla="*/ 1656195 h 6858000"/>
              <a:gd name="connsiteX527" fmla="*/ 11887200 w 12192000"/>
              <a:gd name="connsiteY527" fmla="*/ 1449512 h 6858000"/>
              <a:gd name="connsiteX528" fmla="*/ 11935739 w 12192000"/>
              <a:gd name="connsiteY528" fmla="*/ 1537069 h 6858000"/>
              <a:gd name="connsiteX529" fmla="*/ 11929748 w 12192000"/>
              <a:gd name="connsiteY529" fmla="*/ 1540390 h 6858000"/>
              <a:gd name="connsiteX530" fmla="*/ 11887200 w 12192000"/>
              <a:gd name="connsiteY530" fmla="*/ 1463635 h 6858000"/>
              <a:gd name="connsiteX531" fmla="*/ 304800 w 12192000"/>
              <a:gd name="connsiteY531" fmla="*/ 1345428 h 6858000"/>
              <a:gd name="connsiteX532" fmla="*/ 304800 w 12192000"/>
              <a:gd name="connsiteY532" fmla="*/ 1359547 h 6858000"/>
              <a:gd name="connsiteX533" fmla="*/ 198484 w 12192000"/>
              <a:gd name="connsiteY533" fmla="*/ 1551362 h 6858000"/>
              <a:gd name="connsiteX534" fmla="*/ 198484 w 12192000"/>
              <a:gd name="connsiteY534" fmla="*/ 1551433 h 6858000"/>
              <a:gd name="connsiteX535" fmla="*/ 140323 w 12192000"/>
              <a:gd name="connsiteY535" fmla="*/ 1656362 h 6858000"/>
              <a:gd name="connsiteX536" fmla="*/ 140279 w 12192000"/>
              <a:gd name="connsiteY536" fmla="*/ 1656362 h 6858000"/>
              <a:gd name="connsiteX537" fmla="*/ 0 w 12192000"/>
              <a:gd name="connsiteY537" fmla="*/ 1909425 h 6858000"/>
              <a:gd name="connsiteX538" fmla="*/ 0 w 12192000"/>
              <a:gd name="connsiteY538" fmla="*/ 1895294 h 6858000"/>
              <a:gd name="connsiteX539" fmla="*/ 132444 w 12192000"/>
              <a:gd name="connsiteY539" fmla="*/ 1656355 h 6858000"/>
              <a:gd name="connsiteX540" fmla="*/ 132486 w 12192000"/>
              <a:gd name="connsiteY540" fmla="*/ 1656355 h 6858000"/>
              <a:gd name="connsiteX541" fmla="*/ 198483 w 12192000"/>
              <a:gd name="connsiteY541" fmla="*/ 1537331 h 6858000"/>
              <a:gd name="connsiteX542" fmla="*/ 198483 w 12192000"/>
              <a:gd name="connsiteY542" fmla="*/ 1537260 h 6858000"/>
              <a:gd name="connsiteX543" fmla="*/ 0 w 12192000"/>
              <a:gd name="connsiteY543" fmla="*/ 1284160 h 6858000"/>
              <a:gd name="connsiteX544" fmla="*/ 140288 w 12192000"/>
              <a:gd name="connsiteY544" fmla="*/ 1537226 h 6858000"/>
              <a:gd name="connsiteX545" fmla="*/ 134297 w 12192000"/>
              <a:gd name="connsiteY545" fmla="*/ 1540548 h 6858000"/>
              <a:gd name="connsiteX546" fmla="*/ 0 w 12192000"/>
              <a:gd name="connsiteY546" fmla="*/ 1298273 h 6858000"/>
              <a:gd name="connsiteX547" fmla="*/ 12175482 w 12192000"/>
              <a:gd name="connsiteY547" fmla="*/ 1209550 h 6858000"/>
              <a:gd name="connsiteX548" fmla="*/ 12181473 w 12192000"/>
              <a:gd name="connsiteY548" fmla="*/ 1212871 h 6858000"/>
              <a:gd name="connsiteX549" fmla="*/ 11993938 w 12192000"/>
              <a:gd name="connsiteY549" fmla="*/ 1551207 h 6858000"/>
              <a:gd name="connsiteX550" fmla="*/ 11993938 w 12192000"/>
              <a:gd name="connsiteY550" fmla="*/ 1551276 h 6858000"/>
              <a:gd name="connsiteX551" fmla="*/ 11935773 w 12192000"/>
              <a:gd name="connsiteY551" fmla="*/ 1656205 h 6858000"/>
              <a:gd name="connsiteX552" fmla="*/ 11935736 w 12192000"/>
              <a:gd name="connsiteY552" fmla="*/ 1656205 h 6858000"/>
              <a:gd name="connsiteX553" fmla="*/ 11887200 w 12192000"/>
              <a:gd name="connsiteY553" fmla="*/ 1743760 h 6858000"/>
              <a:gd name="connsiteX554" fmla="*/ 11887200 w 12192000"/>
              <a:gd name="connsiteY554" fmla="*/ 1729621 h 6858000"/>
              <a:gd name="connsiteX555" fmla="*/ 11927900 w 12192000"/>
              <a:gd name="connsiteY555" fmla="*/ 1656198 h 6858000"/>
              <a:gd name="connsiteX556" fmla="*/ 11927938 w 12192000"/>
              <a:gd name="connsiteY556" fmla="*/ 1656198 h 6858000"/>
              <a:gd name="connsiteX557" fmla="*/ 11993938 w 12192000"/>
              <a:gd name="connsiteY557" fmla="*/ 1537172 h 6858000"/>
              <a:gd name="connsiteX558" fmla="*/ 11993938 w 12192000"/>
              <a:gd name="connsiteY558" fmla="*/ 1537103 h 6858000"/>
              <a:gd name="connsiteX559" fmla="*/ 132450 w 12192000"/>
              <a:gd name="connsiteY559" fmla="*/ 769695 h 6858000"/>
              <a:gd name="connsiteX560" fmla="*/ 140289 w 12192000"/>
              <a:gd name="connsiteY560" fmla="*/ 769695 h 6858000"/>
              <a:gd name="connsiteX561" fmla="*/ 0 w 12192000"/>
              <a:gd name="connsiteY561" fmla="*/ 1022748 h 6858000"/>
              <a:gd name="connsiteX562" fmla="*/ 0 w 12192000"/>
              <a:gd name="connsiteY562" fmla="*/ 1008643 h 6858000"/>
              <a:gd name="connsiteX563" fmla="*/ 198483 w 12192000"/>
              <a:gd name="connsiteY563" fmla="*/ 769693 h 6858000"/>
              <a:gd name="connsiteX564" fmla="*/ 206288 w 12192000"/>
              <a:gd name="connsiteY564" fmla="*/ 769693 h 6858000"/>
              <a:gd name="connsiteX565" fmla="*/ 304800 w 12192000"/>
              <a:gd name="connsiteY565" fmla="*/ 947400 h 6858000"/>
              <a:gd name="connsiteX566" fmla="*/ 304800 w 12192000"/>
              <a:gd name="connsiteY566" fmla="*/ 961492 h 6858000"/>
              <a:gd name="connsiteX567" fmla="*/ 11927900 w 12192000"/>
              <a:gd name="connsiteY567" fmla="*/ 769538 h 6858000"/>
              <a:gd name="connsiteX568" fmla="*/ 11935740 w 12192000"/>
              <a:gd name="connsiteY568" fmla="*/ 769538 h 6858000"/>
              <a:gd name="connsiteX569" fmla="*/ 11887200 w 12192000"/>
              <a:gd name="connsiteY569" fmla="*/ 857091 h 6858000"/>
              <a:gd name="connsiteX570" fmla="*/ 11887200 w 12192000"/>
              <a:gd name="connsiteY570" fmla="*/ 842961 h 6858000"/>
              <a:gd name="connsiteX571" fmla="*/ 11993938 w 12192000"/>
              <a:gd name="connsiteY571" fmla="*/ 769535 h 6858000"/>
              <a:gd name="connsiteX572" fmla="*/ 12001743 w 12192000"/>
              <a:gd name="connsiteY572" fmla="*/ 769535 h 6858000"/>
              <a:gd name="connsiteX573" fmla="*/ 12192000 w 12192000"/>
              <a:gd name="connsiteY573" fmla="*/ 1112758 h 6858000"/>
              <a:gd name="connsiteX574" fmla="*/ 12192000 w 12192000"/>
              <a:gd name="connsiteY574" fmla="*/ 1126860 h 6858000"/>
              <a:gd name="connsiteX575" fmla="*/ 204445 w 12192000"/>
              <a:gd name="connsiteY575" fmla="*/ 766380 h 6858000"/>
              <a:gd name="connsiteX576" fmla="*/ 206259 w 12192000"/>
              <a:gd name="connsiteY576" fmla="*/ 769666 h 6858000"/>
              <a:gd name="connsiteX577" fmla="*/ 198488 w 12192000"/>
              <a:gd name="connsiteY577" fmla="*/ 769666 h 6858000"/>
              <a:gd name="connsiteX578" fmla="*/ 11999895 w 12192000"/>
              <a:gd name="connsiteY578" fmla="*/ 766223 h 6858000"/>
              <a:gd name="connsiteX579" fmla="*/ 12001708 w 12192000"/>
              <a:gd name="connsiteY579" fmla="*/ 769509 h 6858000"/>
              <a:gd name="connsiteX580" fmla="*/ 11993938 w 12192000"/>
              <a:gd name="connsiteY580" fmla="*/ 769509 h 6858000"/>
              <a:gd name="connsiteX581" fmla="*/ 11887200 w 12192000"/>
              <a:gd name="connsiteY581" fmla="*/ 562850 h 6858000"/>
              <a:gd name="connsiteX582" fmla="*/ 11935739 w 12192000"/>
              <a:gd name="connsiteY582" fmla="*/ 650411 h 6858000"/>
              <a:gd name="connsiteX583" fmla="*/ 11929748 w 12192000"/>
              <a:gd name="connsiteY583" fmla="*/ 653732 h 6858000"/>
              <a:gd name="connsiteX584" fmla="*/ 11887200 w 12192000"/>
              <a:gd name="connsiteY584" fmla="*/ 576974 h 6858000"/>
              <a:gd name="connsiteX585" fmla="*/ 304800 w 12192000"/>
              <a:gd name="connsiteY585" fmla="*/ 458764 h 6858000"/>
              <a:gd name="connsiteX586" fmla="*/ 304800 w 12192000"/>
              <a:gd name="connsiteY586" fmla="*/ 472876 h 6858000"/>
              <a:gd name="connsiteX587" fmla="*/ 198489 w 12192000"/>
              <a:gd name="connsiteY587" fmla="*/ 664702 h 6858000"/>
              <a:gd name="connsiteX588" fmla="*/ 198489 w 12192000"/>
              <a:gd name="connsiteY588" fmla="*/ 664774 h 6858000"/>
              <a:gd name="connsiteX589" fmla="*/ 140328 w 12192000"/>
              <a:gd name="connsiteY589" fmla="*/ 769669 h 6858000"/>
              <a:gd name="connsiteX590" fmla="*/ 132488 w 12192000"/>
              <a:gd name="connsiteY590" fmla="*/ 769669 h 6858000"/>
              <a:gd name="connsiteX591" fmla="*/ 198489 w 12192000"/>
              <a:gd name="connsiteY591" fmla="*/ 650637 h 6858000"/>
              <a:gd name="connsiteX592" fmla="*/ 198489 w 12192000"/>
              <a:gd name="connsiteY592" fmla="*/ 650566 h 6858000"/>
              <a:gd name="connsiteX593" fmla="*/ 0 w 12192000"/>
              <a:gd name="connsiteY593" fmla="*/ 397480 h 6858000"/>
              <a:gd name="connsiteX594" fmla="*/ 140294 w 12192000"/>
              <a:gd name="connsiteY594" fmla="*/ 650568 h 6858000"/>
              <a:gd name="connsiteX595" fmla="*/ 134303 w 12192000"/>
              <a:gd name="connsiteY595" fmla="*/ 653889 h 6858000"/>
              <a:gd name="connsiteX596" fmla="*/ 0 w 12192000"/>
              <a:gd name="connsiteY596" fmla="*/ 411593 h 6858000"/>
              <a:gd name="connsiteX597" fmla="*/ 12175482 w 12192000"/>
              <a:gd name="connsiteY597" fmla="*/ 322890 h 6858000"/>
              <a:gd name="connsiteX598" fmla="*/ 12181473 w 12192000"/>
              <a:gd name="connsiteY598" fmla="*/ 326176 h 6858000"/>
              <a:gd name="connsiteX599" fmla="*/ 11993938 w 12192000"/>
              <a:gd name="connsiteY599" fmla="*/ 664547 h 6858000"/>
              <a:gd name="connsiteX600" fmla="*/ 11993938 w 12192000"/>
              <a:gd name="connsiteY600" fmla="*/ 664617 h 6858000"/>
              <a:gd name="connsiteX601" fmla="*/ 11935773 w 12192000"/>
              <a:gd name="connsiteY601" fmla="*/ 769512 h 6858000"/>
              <a:gd name="connsiteX602" fmla="*/ 11927934 w 12192000"/>
              <a:gd name="connsiteY602" fmla="*/ 769512 h 6858000"/>
              <a:gd name="connsiteX603" fmla="*/ 11993938 w 12192000"/>
              <a:gd name="connsiteY603" fmla="*/ 650479 h 6858000"/>
              <a:gd name="connsiteX604" fmla="*/ 11993938 w 12192000"/>
              <a:gd name="connsiteY604" fmla="*/ 650409 h 6858000"/>
              <a:gd name="connsiteX605" fmla="*/ 12058874 w 12192000"/>
              <a:gd name="connsiteY605" fmla="*/ 0 h 6858000"/>
              <a:gd name="connsiteX606" fmla="*/ 12066683 w 12192000"/>
              <a:gd name="connsiteY606" fmla="*/ 0 h 6858000"/>
              <a:gd name="connsiteX607" fmla="*/ 12192000 w 12192000"/>
              <a:gd name="connsiteY607" fmla="*/ 226081 h 6858000"/>
              <a:gd name="connsiteX608" fmla="*/ 12192000 w 12192000"/>
              <a:gd name="connsiteY608" fmla="*/ 240184 h 6858000"/>
              <a:gd name="connsiteX609" fmla="*/ 11862959 w 12192000"/>
              <a:gd name="connsiteY609" fmla="*/ 0 h 6858000"/>
              <a:gd name="connsiteX610" fmla="*/ 11870796 w 12192000"/>
              <a:gd name="connsiteY610" fmla="*/ 0 h 6858000"/>
              <a:gd name="connsiteX611" fmla="*/ 11754161 w 12192000"/>
              <a:gd name="connsiteY611" fmla="*/ 210399 h 6858000"/>
              <a:gd name="connsiteX612" fmla="*/ 11748170 w 12192000"/>
              <a:gd name="connsiteY612" fmla="*/ 207079 h 6858000"/>
              <a:gd name="connsiteX613" fmla="*/ 11567377 w 12192000"/>
              <a:gd name="connsiteY613" fmla="*/ 0 h 6858000"/>
              <a:gd name="connsiteX614" fmla="*/ 11575186 w 12192000"/>
              <a:gd name="connsiteY614" fmla="*/ 0 h 6858000"/>
              <a:gd name="connsiteX615" fmla="*/ 11744151 w 12192000"/>
              <a:gd name="connsiteY615" fmla="*/ 304800 h 6858000"/>
              <a:gd name="connsiteX616" fmla="*/ 11736331 w 12192000"/>
              <a:gd name="connsiteY616" fmla="*/ 304800 h 6858000"/>
              <a:gd name="connsiteX617" fmla="*/ 11371457 w 12192000"/>
              <a:gd name="connsiteY617" fmla="*/ 0 h 6858000"/>
              <a:gd name="connsiteX618" fmla="*/ 11379294 w 12192000"/>
              <a:gd name="connsiteY618" fmla="*/ 0 h 6858000"/>
              <a:gd name="connsiteX619" fmla="*/ 11262659 w 12192000"/>
              <a:gd name="connsiteY619" fmla="*/ 210400 h 6858000"/>
              <a:gd name="connsiteX620" fmla="*/ 11256668 w 12192000"/>
              <a:gd name="connsiteY620" fmla="*/ 207080 h 6858000"/>
              <a:gd name="connsiteX621" fmla="*/ 11075873 w 12192000"/>
              <a:gd name="connsiteY621" fmla="*/ 0 h 6858000"/>
              <a:gd name="connsiteX622" fmla="*/ 11083684 w 12192000"/>
              <a:gd name="connsiteY622" fmla="*/ 0 h 6858000"/>
              <a:gd name="connsiteX623" fmla="*/ 11252648 w 12192000"/>
              <a:gd name="connsiteY623" fmla="*/ 304800 h 6858000"/>
              <a:gd name="connsiteX624" fmla="*/ 11244828 w 12192000"/>
              <a:gd name="connsiteY624" fmla="*/ 304800 h 6858000"/>
              <a:gd name="connsiteX625" fmla="*/ 10879970 w 12192000"/>
              <a:gd name="connsiteY625" fmla="*/ 0 h 6858000"/>
              <a:gd name="connsiteX626" fmla="*/ 10887807 w 12192000"/>
              <a:gd name="connsiteY626" fmla="*/ 0 h 6858000"/>
              <a:gd name="connsiteX627" fmla="*/ 10771157 w 12192000"/>
              <a:gd name="connsiteY627" fmla="*/ 210426 h 6858000"/>
              <a:gd name="connsiteX628" fmla="*/ 10765166 w 12192000"/>
              <a:gd name="connsiteY628" fmla="*/ 207106 h 6858000"/>
              <a:gd name="connsiteX629" fmla="*/ 10584358 w 12192000"/>
              <a:gd name="connsiteY629" fmla="*/ 0 h 6858000"/>
              <a:gd name="connsiteX630" fmla="*/ 10592197 w 12192000"/>
              <a:gd name="connsiteY630" fmla="*/ 0 h 6858000"/>
              <a:gd name="connsiteX631" fmla="*/ 10761148 w 12192000"/>
              <a:gd name="connsiteY631" fmla="*/ 304800 h 6858000"/>
              <a:gd name="connsiteX632" fmla="*/ 10753312 w 12192000"/>
              <a:gd name="connsiteY632" fmla="*/ 304800 h 6858000"/>
              <a:gd name="connsiteX633" fmla="*/ 10388482 w 12192000"/>
              <a:gd name="connsiteY633" fmla="*/ 0 h 6858000"/>
              <a:gd name="connsiteX634" fmla="*/ 10396306 w 12192000"/>
              <a:gd name="connsiteY634" fmla="*/ 0 h 6858000"/>
              <a:gd name="connsiteX635" fmla="*/ 10279657 w 12192000"/>
              <a:gd name="connsiteY635" fmla="*/ 210427 h 6858000"/>
              <a:gd name="connsiteX636" fmla="*/ 10273699 w 12192000"/>
              <a:gd name="connsiteY636" fmla="*/ 207107 h 6858000"/>
              <a:gd name="connsiteX637" fmla="*/ 10092857 w 12192000"/>
              <a:gd name="connsiteY637" fmla="*/ 0 h 6858000"/>
              <a:gd name="connsiteX638" fmla="*/ 10100695 w 12192000"/>
              <a:gd name="connsiteY638" fmla="*/ 0 h 6858000"/>
              <a:gd name="connsiteX639" fmla="*/ 10269646 w 12192000"/>
              <a:gd name="connsiteY639" fmla="*/ 304800 h 6858000"/>
              <a:gd name="connsiteX640" fmla="*/ 10261811 w 12192000"/>
              <a:gd name="connsiteY640" fmla="*/ 304800 h 6858000"/>
              <a:gd name="connsiteX641" fmla="*/ 9896982 w 12192000"/>
              <a:gd name="connsiteY641" fmla="*/ 0 h 6858000"/>
              <a:gd name="connsiteX642" fmla="*/ 9904818 w 12192000"/>
              <a:gd name="connsiteY642" fmla="*/ 0 h 6858000"/>
              <a:gd name="connsiteX643" fmla="*/ 9788189 w 12192000"/>
              <a:gd name="connsiteY643" fmla="*/ 210429 h 6858000"/>
              <a:gd name="connsiteX644" fmla="*/ 9782198 w 12192000"/>
              <a:gd name="connsiteY644" fmla="*/ 207109 h 6858000"/>
              <a:gd name="connsiteX645" fmla="*/ 9601354 w 12192000"/>
              <a:gd name="connsiteY645" fmla="*/ 0 h 6858000"/>
              <a:gd name="connsiteX646" fmla="*/ 9609193 w 12192000"/>
              <a:gd name="connsiteY646" fmla="*/ 0 h 6858000"/>
              <a:gd name="connsiteX647" fmla="*/ 9778144 w 12192000"/>
              <a:gd name="connsiteY647" fmla="*/ 304800 h 6858000"/>
              <a:gd name="connsiteX648" fmla="*/ 9770308 w 12192000"/>
              <a:gd name="connsiteY648" fmla="*/ 304800 h 6858000"/>
              <a:gd name="connsiteX649" fmla="*/ 9405502 w 12192000"/>
              <a:gd name="connsiteY649" fmla="*/ 0 h 6858000"/>
              <a:gd name="connsiteX650" fmla="*/ 9413316 w 12192000"/>
              <a:gd name="connsiteY650" fmla="*/ 0 h 6858000"/>
              <a:gd name="connsiteX651" fmla="*/ 9296687 w 12192000"/>
              <a:gd name="connsiteY651" fmla="*/ 210430 h 6858000"/>
              <a:gd name="connsiteX652" fmla="*/ 9290696 w 12192000"/>
              <a:gd name="connsiteY652" fmla="*/ 207110 h 6858000"/>
              <a:gd name="connsiteX653" fmla="*/ 9109852 w 12192000"/>
              <a:gd name="connsiteY653" fmla="*/ 0 h 6858000"/>
              <a:gd name="connsiteX654" fmla="*/ 9117691 w 12192000"/>
              <a:gd name="connsiteY654" fmla="*/ 0 h 6858000"/>
              <a:gd name="connsiteX655" fmla="*/ 9286642 w 12192000"/>
              <a:gd name="connsiteY655" fmla="*/ 304800 h 6858000"/>
              <a:gd name="connsiteX656" fmla="*/ 9278806 w 12192000"/>
              <a:gd name="connsiteY656" fmla="*/ 304800 h 6858000"/>
              <a:gd name="connsiteX657" fmla="*/ 8914002 w 12192000"/>
              <a:gd name="connsiteY657" fmla="*/ 0 h 6858000"/>
              <a:gd name="connsiteX658" fmla="*/ 8921816 w 12192000"/>
              <a:gd name="connsiteY658" fmla="*/ 0 h 6858000"/>
              <a:gd name="connsiteX659" fmla="*/ 8805186 w 12192000"/>
              <a:gd name="connsiteY659" fmla="*/ 210432 h 6858000"/>
              <a:gd name="connsiteX660" fmla="*/ 8799195 w 12192000"/>
              <a:gd name="connsiteY660" fmla="*/ 207112 h 6858000"/>
              <a:gd name="connsiteX661" fmla="*/ 8618349 w 12192000"/>
              <a:gd name="connsiteY661" fmla="*/ 0 h 6858000"/>
              <a:gd name="connsiteX662" fmla="*/ 8626188 w 12192000"/>
              <a:gd name="connsiteY662" fmla="*/ 0 h 6858000"/>
              <a:gd name="connsiteX663" fmla="*/ 8795139 w 12192000"/>
              <a:gd name="connsiteY663" fmla="*/ 304800 h 6858000"/>
              <a:gd name="connsiteX664" fmla="*/ 8787303 w 12192000"/>
              <a:gd name="connsiteY664" fmla="*/ 304800 h 6858000"/>
              <a:gd name="connsiteX665" fmla="*/ 8422515 w 12192000"/>
              <a:gd name="connsiteY665" fmla="*/ 0 h 6858000"/>
              <a:gd name="connsiteX666" fmla="*/ 8430329 w 12192000"/>
              <a:gd name="connsiteY666" fmla="*/ 0 h 6858000"/>
              <a:gd name="connsiteX667" fmla="*/ 8313685 w 12192000"/>
              <a:gd name="connsiteY667" fmla="*/ 210457 h 6858000"/>
              <a:gd name="connsiteX668" fmla="*/ 8307694 w 12192000"/>
              <a:gd name="connsiteY668" fmla="*/ 207137 h 6858000"/>
              <a:gd name="connsiteX669" fmla="*/ 8126834 w 12192000"/>
              <a:gd name="connsiteY669" fmla="*/ 0 h 6858000"/>
              <a:gd name="connsiteX670" fmla="*/ 8134673 w 12192000"/>
              <a:gd name="connsiteY670" fmla="*/ 0 h 6858000"/>
              <a:gd name="connsiteX671" fmla="*/ 8303624 w 12192000"/>
              <a:gd name="connsiteY671" fmla="*/ 304800 h 6858000"/>
              <a:gd name="connsiteX672" fmla="*/ 8295789 w 12192000"/>
              <a:gd name="connsiteY672" fmla="*/ 304800 h 6858000"/>
              <a:gd name="connsiteX673" fmla="*/ 7931014 w 12192000"/>
              <a:gd name="connsiteY673" fmla="*/ 0 h 6858000"/>
              <a:gd name="connsiteX674" fmla="*/ 7938829 w 12192000"/>
              <a:gd name="connsiteY674" fmla="*/ 0 h 6858000"/>
              <a:gd name="connsiteX675" fmla="*/ 7822183 w 12192000"/>
              <a:gd name="connsiteY675" fmla="*/ 210459 h 6858000"/>
              <a:gd name="connsiteX676" fmla="*/ 7816192 w 12192000"/>
              <a:gd name="connsiteY676" fmla="*/ 207139 h 6858000"/>
              <a:gd name="connsiteX677" fmla="*/ 7635331 w 12192000"/>
              <a:gd name="connsiteY677" fmla="*/ 0 h 6858000"/>
              <a:gd name="connsiteX678" fmla="*/ 7643170 w 12192000"/>
              <a:gd name="connsiteY678" fmla="*/ 0 h 6858000"/>
              <a:gd name="connsiteX679" fmla="*/ 7812121 w 12192000"/>
              <a:gd name="connsiteY679" fmla="*/ 304800 h 6858000"/>
              <a:gd name="connsiteX680" fmla="*/ 7804286 w 12192000"/>
              <a:gd name="connsiteY680" fmla="*/ 304800 h 6858000"/>
              <a:gd name="connsiteX681" fmla="*/ 7439514 w 12192000"/>
              <a:gd name="connsiteY681" fmla="*/ 0 h 6858000"/>
              <a:gd name="connsiteX682" fmla="*/ 7447351 w 12192000"/>
              <a:gd name="connsiteY682" fmla="*/ 0 h 6858000"/>
              <a:gd name="connsiteX683" fmla="*/ 7330682 w 12192000"/>
              <a:gd name="connsiteY683" fmla="*/ 210461 h 6858000"/>
              <a:gd name="connsiteX684" fmla="*/ 7324691 w 12192000"/>
              <a:gd name="connsiteY684" fmla="*/ 207140 h 6858000"/>
              <a:gd name="connsiteX685" fmla="*/ 7143858 w 12192000"/>
              <a:gd name="connsiteY685" fmla="*/ 0 h 6858000"/>
              <a:gd name="connsiteX686" fmla="*/ 7151668 w 12192000"/>
              <a:gd name="connsiteY686" fmla="*/ 0 h 6858000"/>
              <a:gd name="connsiteX687" fmla="*/ 7320619 w 12192000"/>
              <a:gd name="connsiteY687" fmla="*/ 304800 h 6858000"/>
              <a:gd name="connsiteX688" fmla="*/ 7312799 w 12192000"/>
              <a:gd name="connsiteY688" fmla="*/ 304800 h 6858000"/>
              <a:gd name="connsiteX689" fmla="*/ 6948013 w 12192000"/>
              <a:gd name="connsiteY689" fmla="*/ 0 h 6858000"/>
              <a:gd name="connsiteX690" fmla="*/ 6955850 w 12192000"/>
              <a:gd name="connsiteY690" fmla="*/ 0 h 6858000"/>
              <a:gd name="connsiteX691" fmla="*/ 6839180 w 12192000"/>
              <a:gd name="connsiteY691" fmla="*/ 210462 h 6858000"/>
              <a:gd name="connsiteX692" fmla="*/ 6833189 w 12192000"/>
              <a:gd name="connsiteY692" fmla="*/ 207142 h 6858000"/>
              <a:gd name="connsiteX693" fmla="*/ 6652356 w 12192000"/>
              <a:gd name="connsiteY693" fmla="*/ 0 h 6858000"/>
              <a:gd name="connsiteX694" fmla="*/ 6660166 w 12192000"/>
              <a:gd name="connsiteY694" fmla="*/ 0 h 6858000"/>
              <a:gd name="connsiteX695" fmla="*/ 6829117 w 12192000"/>
              <a:gd name="connsiteY695" fmla="*/ 304800 h 6858000"/>
              <a:gd name="connsiteX696" fmla="*/ 6821297 w 12192000"/>
              <a:gd name="connsiteY696" fmla="*/ 304800 h 6858000"/>
              <a:gd name="connsiteX697" fmla="*/ 6456513 w 12192000"/>
              <a:gd name="connsiteY697" fmla="*/ 0 h 6858000"/>
              <a:gd name="connsiteX698" fmla="*/ 6464350 w 12192000"/>
              <a:gd name="connsiteY698" fmla="*/ 0 h 6858000"/>
              <a:gd name="connsiteX699" fmla="*/ 6347679 w 12192000"/>
              <a:gd name="connsiteY699" fmla="*/ 210464 h 6858000"/>
              <a:gd name="connsiteX700" fmla="*/ 6341688 w 12192000"/>
              <a:gd name="connsiteY700" fmla="*/ 207144 h 6858000"/>
              <a:gd name="connsiteX701" fmla="*/ 6160860 w 12192000"/>
              <a:gd name="connsiteY701" fmla="*/ 0 h 6858000"/>
              <a:gd name="connsiteX702" fmla="*/ 6168670 w 12192000"/>
              <a:gd name="connsiteY702" fmla="*/ 0 h 6858000"/>
              <a:gd name="connsiteX703" fmla="*/ 6337635 w 12192000"/>
              <a:gd name="connsiteY703" fmla="*/ 304800 h 6858000"/>
              <a:gd name="connsiteX704" fmla="*/ 6329814 w 12192000"/>
              <a:gd name="connsiteY704" fmla="*/ 304800 h 6858000"/>
              <a:gd name="connsiteX705" fmla="*/ 5965486 w 12192000"/>
              <a:gd name="connsiteY705" fmla="*/ 0 h 6858000"/>
              <a:gd name="connsiteX706" fmla="*/ 5973287 w 12192000"/>
              <a:gd name="connsiteY706" fmla="*/ 0 h 6858000"/>
              <a:gd name="connsiteX707" fmla="*/ 5856642 w 12192000"/>
              <a:gd name="connsiteY707" fmla="*/ 210489 h 6858000"/>
              <a:gd name="connsiteX708" fmla="*/ 5850653 w 12192000"/>
              <a:gd name="connsiteY708" fmla="*/ 207169 h 6858000"/>
              <a:gd name="connsiteX709" fmla="*/ 5669824 w 12192000"/>
              <a:gd name="connsiteY709" fmla="*/ 0 h 6858000"/>
              <a:gd name="connsiteX710" fmla="*/ 5677609 w 12192000"/>
              <a:gd name="connsiteY710" fmla="*/ 0 h 6858000"/>
              <a:gd name="connsiteX711" fmla="*/ 5846554 w 12192000"/>
              <a:gd name="connsiteY711" fmla="*/ 304800 h 6858000"/>
              <a:gd name="connsiteX712" fmla="*/ 5838761 w 12192000"/>
              <a:gd name="connsiteY712" fmla="*/ 304800 h 6858000"/>
              <a:gd name="connsiteX713" fmla="*/ 5474044 w 12192000"/>
              <a:gd name="connsiteY713" fmla="*/ 0 h 6858000"/>
              <a:gd name="connsiteX714" fmla="*/ 5481915 w 12192000"/>
              <a:gd name="connsiteY714" fmla="*/ 0 h 6858000"/>
              <a:gd name="connsiteX715" fmla="*/ 5365257 w 12192000"/>
              <a:gd name="connsiteY715" fmla="*/ 210491 h 6858000"/>
              <a:gd name="connsiteX716" fmla="*/ 5359259 w 12192000"/>
              <a:gd name="connsiteY716" fmla="*/ 207171 h 6858000"/>
              <a:gd name="connsiteX717" fmla="*/ 5178359 w 12192000"/>
              <a:gd name="connsiteY717" fmla="*/ 0 h 6858000"/>
              <a:gd name="connsiteX718" fmla="*/ 5186220 w 12192000"/>
              <a:gd name="connsiteY718" fmla="*/ 0 h 6858000"/>
              <a:gd name="connsiteX719" fmla="*/ 5355167 w 12192000"/>
              <a:gd name="connsiteY719" fmla="*/ 304800 h 6858000"/>
              <a:gd name="connsiteX720" fmla="*/ 5347300 w 12192000"/>
              <a:gd name="connsiteY720" fmla="*/ 304800 h 6858000"/>
              <a:gd name="connsiteX721" fmla="*/ 4982532 w 12192000"/>
              <a:gd name="connsiteY721" fmla="*/ 0 h 6858000"/>
              <a:gd name="connsiteX722" fmla="*/ 4990366 w 12192000"/>
              <a:gd name="connsiteY722" fmla="*/ 0 h 6858000"/>
              <a:gd name="connsiteX723" fmla="*/ 4873710 w 12192000"/>
              <a:gd name="connsiteY723" fmla="*/ 210492 h 6858000"/>
              <a:gd name="connsiteX724" fmla="*/ 4867716 w 12192000"/>
              <a:gd name="connsiteY724" fmla="*/ 207172 h 6858000"/>
              <a:gd name="connsiteX725" fmla="*/ 4686849 w 12192000"/>
              <a:gd name="connsiteY725" fmla="*/ 0 h 6858000"/>
              <a:gd name="connsiteX726" fmla="*/ 4694690 w 12192000"/>
              <a:gd name="connsiteY726" fmla="*/ 0 h 6858000"/>
              <a:gd name="connsiteX727" fmla="*/ 4863633 w 12192000"/>
              <a:gd name="connsiteY727" fmla="*/ 304800 h 6858000"/>
              <a:gd name="connsiteX728" fmla="*/ 4855796 w 12192000"/>
              <a:gd name="connsiteY728" fmla="*/ 304800 h 6858000"/>
              <a:gd name="connsiteX729" fmla="*/ 4491037 w 12192000"/>
              <a:gd name="connsiteY729" fmla="*/ 0 h 6858000"/>
              <a:gd name="connsiteX730" fmla="*/ 4498864 w 12192000"/>
              <a:gd name="connsiteY730" fmla="*/ 0 h 6858000"/>
              <a:gd name="connsiteX731" fmla="*/ 4382165 w 12192000"/>
              <a:gd name="connsiteY731" fmla="*/ 210494 h 6858000"/>
              <a:gd name="connsiteX732" fmla="*/ 4376206 w 12192000"/>
              <a:gd name="connsiteY732" fmla="*/ 207174 h 6858000"/>
              <a:gd name="connsiteX733" fmla="*/ 4195330 w 12192000"/>
              <a:gd name="connsiteY733" fmla="*/ 0 h 6858000"/>
              <a:gd name="connsiteX734" fmla="*/ 4203172 w 12192000"/>
              <a:gd name="connsiteY734" fmla="*/ 0 h 6858000"/>
              <a:gd name="connsiteX735" fmla="*/ 4372130 w 12192000"/>
              <a:gd name="connsiteY735" fmla="*/ 304800 h 6858000"/>
              <a:gd name="connsiteX736" fmla="*/ 4364290 w 12192000"/>
              <a:gd name="connsiteY736" fmla="*/ 304800 h 6858000"/>
              <a:gd name="connsiteX737" fmla="*/ 3999536 w 12192000"/>
              <a:gd name="connsiteY737" fmla="*/ 0 h 6858000"/>
              <a:gd name="connsiteX738" fmla="*/ 4007376 w 12192000"/>
              <a:gd name="connsiteY738" fmla="*/ 0 h 6858000"/>
              <a:gd name="connsiteX739" fmla="*/ 3890719 w 12192000"/>
              <a:gd name="connsiteY739" fmla="*/ 210495 h 6858000"/>
              <a:gd name="connsiteX740" fmla="*/ 3884726 w 12192000"/>
              <a:gd name="connsiteY740" fmla="*/ 207175 h 6858000"/>
              <a:gd name="connsiteX741" fmla="*/ 3703838 w 12192000"/>
              <a:gd name="connsiteY741" fmla="*/ 0 h 6858000"/>
              <a:gd name="connsiteX742" fmla="*/ 3711672 w 12192000"/>
              <a:gd name="connsiteY742" fmla="*/ 0 h 6858000"/>
              <a:gd name="connsiteX743" fmla="*/ 3880622 w 12192000"/>
              <a:gd name="connsiteY743" fmla="*/ 304800 h 6858000"/>
              <a:gd name="connsiteX744" fmla="*/ 3872789 w 12192000"/>
              <a:gd name="connsiteY744" fmla="*/ 304800 h 6858000"/>
              <a:gd name="connsiteX745" fmla="*/ 3508101 w 12192000"/>
              <a:gd name="connsiteY745" fmla="*/ 0 h 6858000"/>
              <a:gd name="connsiteX746" fmla="*/ 3515915 w 12192000"/>
              <a:gd name="connsiteY746" fmla="*/ 0 h 6858000"/>
              <a:gd name="connsiteX747" fmla="*/ 3399249 w 12192000"/>
              <a:gd name="connsiteY747" fmla="*/ 210521 h 6858000"/>
              <a:gd name="connsiteX748" fmla="*/ 3393258 w 12192000"/>
              <a:gd name="connsiteY748" fmla="*/ 207201 h 6858000"/>
              <a:gd name="connsiteX749" fmla="*/ 3212320 w 12192000"/>
              <a:gd name="connsiteY749" fmla="*/ 0 h 6858000"/>
              <a:gd name="connsiteX750" fmla="*/ 3220161 w 12192000"/>
              <a:gd name="connsiteY750" fmla="*/ 0 h 6858000"/>
              <a:gd name="connsiteX751" fmla="*/ 3389121 w 12192000"/>
              <a:gd name="connsiteY751" fmla="*/ 304800 h 6858000"/>
              <a:gd name="connsiteX752" fmla="*/ 3381286 w 12192000"/>
              <a:gd name="connsiteY752" fmla="*/ 304800 h 6858000"/>
              <a:gd name="connsiteX753" fmla="*/ 3016580 w 12192000"/>
              <a:gd name="connsiteY753" fmla="*/ 0 h 6858000"/>
              <a:gd name="connsiteX754" fmla="*/ 3024380 w 12192000"/>
              <a:gd name="connsiteY754" fmla="*/ 0 h 6858000"/>
              <a:gd name="connsiteX755" fmla="*/ 2907704 w 12192000"/>
              <a:gd name="connsiteY755" fmla="*/ 210522 h 6858000"/>
              <a:gd name="connsiteX756" fmla="*/ 2901721 w 12192000"/>
              <a:gd name="connsiteY756" fmla="*/ 207202 h 6858000"/>
              <a:gd name="connsiteX757" fmla="*/ 2720871 w 12192000"/>
              <a:gd name="connsiteY757" fmla="*/ 0 h 6858000"/>
              <a:gd name="connsiteX758" fmla="*/ 2728704 w 12192000"/>
              <a:gd name="connsiteY758" fmla="*/ 0 h 6858000"/>
              <a:gd name="connsiteX759" fmla="*/ 2897629 w 12192000"/>
              <a:gd name="connsiteY759" fmla="*/ 304800 h 6858000"/>
              <a:gd name="connsiteX760" fmla="*/ 2889805 w 12192000"/>
              <a:gd name="connsiteY760" fmla="*/ 304800 h 6858000"/>
              <a:gd name="connsiteX761" fmla="*/ 2525123 w 12192000"/>
              <a:gd name="connsiteY761" fmla="*/ 0 h 6858000"/>
              <a:gd name="connsiteX762" fmla="*/ 2532937 w 12192000"/>
              <a:gd name="connsiteY762" fmla="*/ 0 h 6858000"/>
              <a:gd name="connsiteX763" fmla="*/ 2416236 w 12192000"/>
              <a:gd name="connsiteY763" fmla="*/ 210524 h 6858000"/>
              <a:gd name="connsiteX764" fmla="*/ 2410247 w 12192000"/>
              <a:gd name="connsiteY764" fmla="*/ 207204 h 6858000"/>
              <a:gd name="connsiteX765" fmla="*/ 2229334 w 12192000"/>
              <a:gd name="connsiteY765" fmla="*/ 0 h 6858000"/>
              <a:gd name="connsiteX766" fmla="*/ 2237170 w 12192000"/>
              <a:gd name="connsiteY766" fmla="*/ 0 h 6858000"/>
              <a:gd name="connsiteX767" fmla="*/ 2406142 w 12192000"/>
              <a:gd name="connsiteY767" fmla="*/ 304800 h 6858000"/>
              <a:gd name="connsiteX768" fmla="*/ 2398308 w 12192000"/>
              <a:gd name="connsiteY768" fmla="*/ 304800 h 6858000"/>
              <a:gd name="connsiteX769" fmla="*/ 2033563 w 12192000"/>
              <a:gd name="connsiteY769" fmla="*/ 0 h 6858000"/>
              <a:gd name="connsiteX770" fmla="*/ 2041378 w 12192000"/>
              <a:gd name="connsiteY770" fmla="*/ 0 h 6858000"/>
              <a:gd name="connsiteX771" fmla="*/ 1924634 w 12192000"/>
              <a:gd name="connsiteY771" fmla="*/ 210526 h 6858000"/>
              <a:gd name="connsiteX772" fmla="*/ 1918644 w 12192000"/>
              <a:gd name="connsiteY772" fmla="*/ 207205 h 6858000"/>
              <a:gd name="connsiteX773" fmla="*/ 1737767 w 12192000"/>
              <a:gd name="connsiteY773" fmla="*/ 0 h 6858000"/>
              <a:gd name="connsiteX774" fmla="*/ 1745606 w 12192000"/>
              <a:gd name="connsiteY774" fmla="*/ 0 h 6858000"/>
              <a:gd name="connsiteX775" fmla="*/ 1914591 w 12192000"/>
              <a:gd name="connsiteY775" fmla="*/ 304800 h 6858000"/>
              <a:gd name="connsiteX776" fmla="*/ 1906755 w 12192000"/>
              <a:gd name="connsiteY776" fmla="*/ 304800 h 6858000"/>
              <a:gd name="connsiteX777" fmla="*/ 1542017 w 12192000"/>
              <a:gd name="connsiteY777" fmla="*/ 0 h 6858000"/>
              <a:gd name="connsiteX778" fmla="*/ 1549853 w 12192000"/>
              <a:gd name="connsiteY778" fmla="*/ 0 h 6858000"/>
              <a:gd name="connsiteX779" fmla="*/ 1433152 w 12192000"/>
              <a:gd name="connsiteY779" fmla="*/ 210527 h 6858000"/>
              <a:gd name="connsiteX780" fmla="*/ 1427161 w 12192000"/>
              <a:gd name="connsiteY780" fmla="*/ 207207 h 6858000"/>
              <a:gd name="connsiteX781" fmla="*/ 1246297 w 12192000"/>
              <a:gd name="connsiteY781" fmla="*/ 0 h 6858000"/>
              <a:gd name="connsiteX782" fmla="*/ 1254107 w 12192000"/>
              <a:gd name="connsiteY782" fmla="*/ 0 h 6858000"/>
              <a:gd name="connsiteX783" fmla="*/ 1423052 w 12192000"/>
              <a:gd name="connsiteY783" fmla="*/ 304800 h 6858000"/>
              <a:gd name="connsiteX784" fmla="*/ 1415232 w 12192000"/>
              <a:gd name="connsiteY784" fmla="*/ 304800 h 6858000"/>
              <a:gd name="connsiteX785" fmla="*/ 1050564 w 12192000"/>
              <a:gd name="connsiteY785" fmla="*/ 0 h 6858000"/>
              <a:gd name="connsiteX786" fmla="*/ 1058400 w 12192000"/>
              <a:gd name="connsiteY786" fmla="*/ 0 h 6858000"/>
              <a:gd name="connsiteX787" fmla="*/ 941685 w 12192000"/>
              <a:gd name="connsiteY787" fmla="*/ 210553 h 6858000"/>
              <a:gd name="connsiteX788" fmla="*/ 935694 w 12192000"/>
              <a:gd name="connsiteY788" fmla="*/ 207232 h 6858000"/>
              <a:gd name="connsiteX789" fmla="*/ 754817 w 12192000"/>
              <a:gd name="connsiteY789" fmla="*/ 0 h 6858000"/>
              <a:gd name="connsiteX790" fmla="*/ 762626 w 12192000"/>
              <a:gd name="connsiteY790" fmla="*/ 0 h 6858000"/>
              <a:gd name="connsiteX791" fmla="*/ 931571 w 12192000"/>
              <a:gd name="connsiteY791" fmla="*/ 304800 h 6858000"/>
              <a:gd name="connsiteX792" fmla="*/ 923752 w 12192000"/>
              <a:gd name="connsiteY792" fmla="*/ 304800 h 6858000"/>
              <a:gd name="connsiteX793" fmla="*/ 559082 w 12192000"/>
              <a:gd name="connsiteY793" fmla="*/ 0 h 6858000"/>
              <a:gd name="connsiteX794" fmla="*/ 566919 w 12192000"/>
              <a:gd name="connsiteY794" fmla="*/ 0 h 6858000"/>
              <a:gd name="connsiteX795" fmla="*/ 450202 w 12192000"/>
              <a:gd name="connsiteY795" fmla="*/ 210554 h 6858000"/>
              <a:gd name="connsiteX796" fmla="*/ 444211 w 12192000"/>
              <a:gd name="connsiteY796" fmla="*/ 207234 h 6858000"/>
              <a:gd name="connsiteX797" fmla="*/ 263340 w 12192000"/>
              <a:gd name="connsiteY797" fmla="*/ 0 h 6858000"/>
              <a:gd name="connsiteX798" fmla="*/ 271149 w 12192000"/>
              <a:gd name="connsiteY798" fmla="*/ 0 h 6858000"/>
              <a:gd name="connsiteX799" fmla="*/ 440107 w 12192000"/>
              <a:gd name="connsiteY799" fmla="*/ 304800 h 6858000"/>
              <a:gd name="connsiteX800" fmla="*/ 432288 w 12192000"/>
              <a:gd name="connsiteY800" fmla="*/ 304800 h 6858000"/>
              <a:gd name="connsiteX801" fmla="*/ 67604 w 12192000"/>
              <a:gd name="connsiteY801" fmla="*/ 0 h 6858000"/>
              <a:gd name="connsiteX802" fmla="*/ 75440 w 12192000"/>
              <a:gd name="connsiteY802" fmla="*/ 0 h 6858000"/>
              <a:gd name="connsiteX803" fmla="*/ 0 w 12192000"/>
              <a:gd name="connsiteY803" fmla="*/ 136093 h 6858000"/>
              <a:gd name="connsiteX804" fmla="*/ 0 w 12192000"/>
              <a:gd name="connsiteY804" fmla="*/ 1219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Lst>
            <a:rect l="l" t="t" r="r" b="b"/>
            <a:pathLst>
              <a:path w="12192000" h="6858000">
                <a:moveTo>
                  <a:pt x="0" y="6603833"/>
                </a:moveTo>
                <a:lnTo>
                  <a:pt x="140147" y="6856653"/>
                </a:lnTo>
                <a:lnTo>
                  <a:pt x="137717" y="6858000"/>
                </a:lnTo>
                <a:lnTo>
                  <a:pt x="133062" y="6858000"/>
                </a:lnTo>
                <a:lnTo>
                  <a:pt x="0" y="6617946"/>
                </a:lnTo>
                <a:close/>
                <a:moveTo>
                  <a:pt x="11759700" y="6553200"/>
                </a:moveTo>
                <a:lnTo>
                  <a:pt x="11767521" y="6553200"/>
                </a:lnTo>
                <a:lnTo>
                  <a:pt x="11935739" y="6856653"/>
                </a:lnTo>
                <a:lnTo>
                  <a:pt x="11933309" y="6858000"/>
                </a:lnTo>
                <a:lnTo>
                  <a:pt x="11928654" y="6858000"/>
                </a:lnTo>
                <a:close/>
                <a:moveTo>
                  <a:pt x="11670640" y="6553200"/>
                </a:moveTo>
                <a:lnTo>
                  <a:pt x="11678472" y="6553200"/>
                </a:lnTo>
                <a:lnTo>
                  <a:pt x="11509527" y="6858000"/>
                </a:lnTo>
                <a:lnTo>
                  <a:pt x="11501727" y="6858000"/>
                </a:lnTo>
                <a:lnTo>
                  <a:pt x="11502436" y="6856721"/>
                </a:lnTo>
                <a:lnTo>
                  <a:pt x="11502436" y="6856653"/>
                </a:lnTo>
                <a:close/>
                <a:moveTo>
                  <a:pt x="11268198" y="6553200"/>
                </a:moveTo>
                <a:lnTo>
                  <a:pt x="11276019" y="6553200"/>
                </a:lnTo>
                <a:lnTo>
                  <a:pt x="11444237" y="6856653"/>
                </a:lnTo>
                <a:lnTo>
                  <a:pt x="11441807" y="6858000"/>
                </a:lnTo>
                <a:lnTo>
                  <a:pt x="11437152" y="6858000"/>
                </a:lnTo>
                <a:close/>
                <a:moveTo>
                  <a:pt x="11179138" y="6553200"/>
                </a:moveTo>
                <a:lnTo>
                  <a:pt x="11186970" y="6553200"/>
                </a:lnTo>
                <a:lnTo>
                  <a:pt x="11018025" y="6858000"/>
                </a:lnTo>
                <a:lnTo>
                  <a:pt x="11010225" y="6858000"/>
                </a:lnTo>
                <a:lnTo>
                  <a:pt x="11010934" y="6856721"/>
                </a:lnTo>
                <a:lnTo>
                  <a:pt x="11010934" y="6856653"/>
                </a:lnTo>
                <a:close/>
                <a:moveTo>
                  <a:pt x="10776697" y="6553200"/>
                </a:moveTo>
                <a:lnTo>
                  <a:pt x="10784532" y="6553200"/>
                </a:lnTo>
                <a:lnTo>
                  <a:pt x="10952736" y="6856653"/>
                </a:lnTo>
                <a:lnTo>
                  <a:pt x="10950306" y="6858000"/>
                </a:lnTo>
                <a:lnTo>
                  <a:pt x="10945651" y="6858000"/>
                </a:lnTo>
                <a:close/>
                <a:moveTo>
                  <a:pt x="10687637" y="6553200"/>
                </a:moveTo>
                <a:lnTo>
                  <a:pt x="10695469" y="6553200"/>
                </a:lnTo>
                <a:lnTo>
                  <a:pt x="10526524" y="6858000"/>
                </a:lnTo>
                <a:lnTo>
                  <a:pt x="10518724" y="6858000"/>
                </a:lnTo>
                <a:lnTo>
                  <a:pt x="10519433" y="6856721"/>
                </a:lnTo>
                <a:lnTo>
                  <a:pt x="10519433" y="6856653"/>
                </a:lnTo>
                <a:close/>
                <a:moveTo>
                  <a:pt x="10285196" y="6553200"/>
                </a:moveTo>
                <a:lnTo>
                  <a:pt x="10293030" y="6553200"/>
                </a:lnTo>
                <a:lnTo>
                  <a:pt x="10461235" y="6856653"/>
                </a:lnTo>
                <a:lnTo>
                  <a:pt x="10458805" y="6858000"/>
                </a:lnTo>
                <a:lnTo>
                  <a:pt x="10454150" y="6858000"/>
                </a:lnTo>
                <a:close/>
                <a:moveTo>
                  <a:pt x="10196136" y="6553200"/>
                </a:moveTo>
                <a:lnTo>
                  <a:pt x="10203968" y="6553200"/>
                </a:lnTo>
                <a:lnTo>
                  <a:pt x="10035023" y="6858000"/>
                </a:lnTo>
                <a:lnTo>
                  <a:pt x="10027223" y="6858000"/>
                </a:lnTo>
                <a:lnTo>
                  <a:pt x="10027932" y="6856721"/>
                </a:lnTo>
                <a:lnTo>
                  <a:pt x="10027932" y="6856653"/>
                </a:lnTo>
                <a:close/>
                <a:moveTo>
                  <a:pt x="9793694" y="6553200"/>
                </a:moveTo>
                <a:lnTo>
                  <a:pt x="9801529" y="6553200"/>
                </a:lnTo>
                <a:lnTo>
                  <a:pt x="9969733" y="6856653"/>
                </a:lnTo>
                <a:lnTo>
                  <a:pt x="9967303" y="6858000"/>
                </a:lnTo>
                <a:lnTo>
                  <a:pt x="9962648" y="6858000"/>
                </a:lnTo>
                <a:close/>
                <a:moveTo>
                  <a:pt x="9704667" y="6553200"/>
                </a:moveTo>
                <a:lnTo>
                  <a:pt x="9712466" y="6553200"/>
                </a:lnTo>
                <a:lnTo>
                  <a:pt x="9543521" y="6858000"/>
                </a:lnTo>
                <a:lnTo>
                  <a:pt x="9535722" y="6858000"/>
                </a:lnTo>
                <a:lnTo>
                  <a:pt x="9536430" y="6856722"/>
                </a:lnTo>
                <a:lnTo>
                  <a:pt x="9536430" y="6856653"/>
                </a:lnTo>
                <a:close/>
                <a:moveTo>
                  <a:pt x="9302193" y="6553200"/>
                </a:moveTo>
                <a:lnTo>
                  <a:pt x="9310028" y="6553200"/>
                </a:lnTo>
                <a:lnTo>
                  <a:pt x="9478232" y="6856653"/>
                </a:lnTo>
                <a:lnTo>
                  <a:pt x="9475802" y="6858000"/>
                </a:lnTo>
                <a:lnTo>
                  <a:pt x="9471147" y="6858000"/>
                </a:lnTo>
                <a:close/>
                <a:moveTo>
                  <a:pt x="9213166" y="6553200"/>
                </a:moveTo>
                <a:lnTo>
                  <a:pt x="9220998" y="6553200"/>
                </a:lnTo>
                <a:lnTo>
                  <a:pt x="9052021" y="6858000"/>
                </a:lnTo>
                <a:lnTo>
                  <a:pt x="9044220" y="6858000"/>
                </a:lnTo>
                <a:lnTo>
                  <a:pt x="9044929" y="6856721"/>
                </a:lnTo>
                <a:lnTo>
                  <a:pt x="9044929" y="6856653"/>
                </a:lnTo>
                <a:close/>
                <a:moveTo>
                  <a:pt x="8810691" y="6553200"/>
                </a:moveTo>
                <a:lnTo>
                  <a:pt x="8818526" y="6553200"/>
                </a:lnTo>
                <a:lnTo>
                  <a:pt x="8986730" y="6856653"/>
                </a:lnTo>
                <a:lnTo>
                  <a:pt x="8984300" y="6858000"/>
                </a:lnTo>
                <a:lnTo>
                  <a:pt x="8979645" y="6858000"/>
                </a:lnTo>
                <a:close/>
                <a:moveTo>
                  <a:pt x="8721664" y="6553200"/>
                </a:moveTo>
                <a:lnTo>
                  <a:pt x="8729496" y="6553200"/>
                </a:lnTo>
                <a:lnTo>
                  <a:pt x="8560519" y="6858000"/>
                </a:lnTo>
                <a:lnTo>
                  <a:pt x="8552718" y="6858000"/>
                </a:lnTo>
                <a:lnTo>
                  <a:pt x="8553427" y="6856721"/>
                </a:lnTo>
                <a:lnTo>
                  <a:pt x="8553427" y="6856653"/>
                </a:lnTo>
                <a:close/>
                <a:moveTo>
                  <a:pt x="8319190" y="6553200"/>
                </a:moveTo>
                <a:lnTo>
                  <a:pt x="8327025" y="6553200"/>
                </a:lnTo>
                <a:lnTo>
                  <a:pt x="8495229" y="6856653"/>
                </a:lnTo>
                <a:lnTo>
                  <a:pt x="8492799" y="6858000"/>
                </a:lnTo>
                <a:lnTo>
                  <a:pt x="8488144" y="6858000"/>
                </a:lnTo>
                <a:close/>
                <a:moveTo>
                  <a:pt x="8230163" y="6553200"/>
                </a:moveTo>
                <a:lnTo>
                  <a:pt x="8237995" y="6553200"/>
                </a:lnTo>
                <a:lnTo>
                  <a:pt x="8069018" y="6858000"/>
                </a:lnTo>
                <a:lnTo>
                  <a:pt x="8061218" y="6858000"/>
                </a:lnTo>
                <a:lnTo>
                  <a:pt x="8061926" y="6856722"/>
                </a:lnTo>
                <a:lnTo>
                  <a:pt x="8061926" y="6856653"/>
                </a:lnTo>
                <a:close/>
                <a:moveTo>
                  <a:pt x="7827688" y="6553200"/>
                </a:moveTo>
                <a:lnTo>
                  <a:pt x="7835523" y="6553200"/>
                </a:lnTo>
                <a:lnTo>
                  <a:pt x="8003727" y="6856653"/>
                </a:lnTo>
                <a:lnTo>
                  <a:pt x="8001297" y="6858000"/>
                </a:lnTo>
                <a:lnTo>
                  <a:pt x="7996642" y="6858000"/>
                </a:lnTo>
                <a:close/>
                <a:moveTo>
                  <a:pt x="7738661" y="6553200"/>
                </a:moveTo>
                <a:lnTo>
                  <a:pt x="7746493" y="6553200"/>
                </a:lnTo>
                <a:lnTo>
                  <a:pt x="7577516" y="6858000"/>
                </a:lnTo>
                <a:lnTo>
                  <a:pt x="7569716" y="6858000"/>
                </a:lnTo>
                <a:lnTo>
                  <a:pt x="7570424" y="6856722"/>
                </a:lnTo>
                <a:lnTo>
                  <a:pt x="7570424" y="6856653"/>
                </a:lnTo>
                <a:close/>
                <a:moveTo>
                  <a:pt x="7336200" y="6553200"/>
                </a:moveTo>
                <a:lnTo>
                  <a:pt x="7344022" y="6553200"/>
                </a:lnTo>
                <a:lnTo>
                  <a:pt x="7512226" y="6856653"/>
                </a:lnTo>
                <a:lnTo>
                  <a:pt x="7509796" y="6858000"/>
                </a:lnTo>
                <a:lnTo>
                  <a:pt x="7505141" y="6858000"/>
                </a:lnTo>
                <a:close/>
                <a:moveTo>
                  <a:pt x="7247161" y="6553200"/>
                </a:moveTo>
                <a:lnTo>
                  <a:pt x="7254994" y="6553200"/>
                </a:lnTo>
                <a:lnTo>
                  <a:pt x="7086048" y="6858000"/>
                </a:lnTo>
                <a:lnTo>
                  <a:pt x="7078248" y="6858000"/>
                </a:lnTo>
                <a:lnTo>
                  <a:pt x="7078957" y="6856721"/>
                </a:lnTo>
                <a:lnTo>
                  <a:pt x="7078957" y="6856653"/>
                </a:lnTo>
                <a:close/>
                <a:moveTo>
                  <a:pt x="6844699" y="6553200"/>
                </a:moveTo>
                <a:lnTo>
                  <a:pt x="6852520" y="6553200"/>
                </a:lnTo>
                <a:lnTo>
                  <a:pt x="7020724" y="6856653"/>
                </a:lnTo>
                <a:lnTo>
                  <a:pt x="7018294" y="6858000"/>
                </a:lnTo>
                <a:lnTo>
                  <a:pt x="7013639" y="6858000"/>
                </a:lnTo>
                <a:close/>
                <a:moveTo>
                  <a:pt x="6755660" y="6553200"/>
                </a:moveTo>
                <a:lnTo>
                  <a:pt x="6763493" y="6553200"/>
                </a:lnTo>
                <a:lnTo>
                  <a:pt x="6594547" y="6858000"/>
                </a:lnTo>
                <a:lnTo>
                  <a:pt x="6586747" y="6858000"/>
                </a:lnTo>
                <a:lnTo>
                  <a:pt x="6587456" y="6856721"/>
                </a:lnTo>
                <a:lnTo>
                  <a:pt x="6587456" y="6856653"/>
                </a:lnTo>
                <a:close/>
                <a:moveTo>
                  <a:pt x="6353237" y="6553200"/>
                </a:moveTo>
                <a:lnTo>
                  <a:pt x="6361040" y="6553200"/>
                </a:lnTo>
                <a:lnTo>
                  <a:pt x="6529258" y="6856653"/>
                </a:lnTo>
                <a:lnTo>
                  <a:pt x="6526828" y="6858000"/>
                </a:lnTo>
                <a:lnTo>
                  <a:pt x="6522173" y="6858000"/>
                </a:lnTo>
                <a:close/>
                <a:moveTo>
                  <a:pt x="6264163" y="6553200"/>
                </a:moveTo>
                <a:lnTo>
                  <a:pt x="6271993" y="6553200"/>
                </a:lnTo>
                <a:lnTo>
                  <a:pt x="6103072" y="6858000"/>
                </a:lnTo>
                <a:lnTo>
                  <a:pt x="6095312" y="6858000"/>
                </a:lnTo>
                <a:lnTo>
                  <a:pt x="6096000" y="6856752"/>
                </a:lnTo>
                <a:lnTo>
                  <a:pt x="6096000" y="6856653"/>
                </a:lnTo>
                <a:close/>
                <a:moveTo>
                  <a:pt x="5862036" y="6553200"/>
                </a:moveTo>
                <a:lnTo>
                  <a:pt x="5869838" y="6553200"/>
                </a:lnTo>
                <a:lnTo>
                  <a:pt x="6038046" y="6856653"/>
                </a:lnTo>
                <a:lnTo>
                  <a:pt x="6035622" y="6858000"/>
                </a:lnTo>
                <a:lnTo>
                  <a:pt x="6030978" y="6858000"/>
                </a:lnTo>
                <a:close/>
                <a:moveTo>
                  <a:pt x="5772984" y="6553200"/>
                </a:moveTo>
                <a:lnTo>
                  <a:pt x="5780808" y="6553200"/>
                </a:lnTo>
                <a:lnTo>
                  <a:pt x="5611880" y="6858000"/>
                </a:lnTo>
                <a:lnTo>
                  <a:pt x="5604084" y="6858000"/>
                </a:lnTo>
                <a:lnTo>
                  <a:pt x="5604791" y="6856722"/>
                </a:lnTo>
                <a:lnTo>
                  <a:pt x="5604791" y="6856653"/>
                </a:lnTo>
                <a:close/>
                <a:moveTo>
                  <a:pt x="5370562" y="6553200"/>
                </a:moveTo>
                <a:lnTo>
                  <a:pt x="5378427" y="6553200"/>
                </a:lnTo>
                <a:lnTo>
                  <a:pt x="5546630" y="6856653"/>
                </a:lnTo>
                <a:lnTo>
                  <a:pt x="5544185" y="6858000"/>
                </a:lnTo>
                <a:lnTo>
                  <a:pt x="5539508" y="6858000"/>
                </a:lnTo>
                <a:close/>
                <a:moveTo>
                  <a:pt x="5281454" y="6553200"/>
                </a:moveTo>
                <a:lnTo>
                  <a:pt x="5289281" y="6553200"/>
                </a:lnTo>
                <a:lnTo>
                  <a:pt x="5120401" y="6858000"/>
                </a:lnTo>
                <a:lnTo>
                  <a:pt x="5112606" y="6858000"/>
                </a:lnTo>
                <a:lnTo>
                  <a:pt x="5113316" y="6856722"/>
                </a:lnTo>
                <a:lnTo>
                  <a:pt x="5113316" y="6856653"/>
                </a:lnTo>
                <a:close/>
                <a:moveTo>
                  <a:pt x="4879063" y="6553200"/>
                </a:moveTo>
                <a:lnTo>
                  <a:pt x="4886895" y="6553200"/>
                </a:lnTo>
                <a:lnTo>
                  <a:pt x="5055094" y="6856653"/>
                </a:lnTo>
                <a:lnTo>
                  <a:pt x="5052666" y="6858000"/>
                </a:lnTo>
                <a:lnTo>
                  <a:pt x="5048012" y="6858000"/>
                </a:lnTo>
                <a:close/>
                <a:moveTo>
                  <a:pt x="4790011" y="6553200"/>
                </a:moveTo>
                <a:lnTo>
                  <a:pt x="4797832" y="6553200"/>
                </a:lnTo>
                <a:lnTo>
                  <a:pt x="4628896" y="6858000"/>
                </a:lnTo>
                <a:lnTo>
                  <a:pt x="4621098" y="6858000"/>
                </a:lnTo>
                <a:lnTo>
                  <a:pt x="4621806" y="6856722"/>
                </a:lnTo>
                <a:lnTo>
                  <a:pt x="4621806" y="6856653"/>
                </a:lnTo>
                <a:close/>
                <a:moveTo>
                  <a:pt x="4387558" y="6553200"/>
                </a:moveTo>
                <a:lnTo>
                  <a:pt x="4395397" y="6553200"/>
                </a:lnTo>
                <a:lnTo>
                  <a:pt x="4563607" y="6856653"/>
                </a:lnTo>
                <a:lnTo>
                  <a:pt x="4561174" y="6858000"/>
                </a:lnTo>
                <a:lnTo>
                  <a:pt x="4556516" y="6858000"/>
                </a:lnTo>
                <a:close/>
                <a:moveTo>
                  <a:pt x="4298489" y="6553200"/>
                </a:moveTo>
                <a:lnTo>
                  <a:pt x="4306320" y="6553200"/>
                </a:lnTo>
                <a:lnTo>
                  <a:pt x="4137377" y="6858000"/>
                </a:lnTo>
                <a:lnTo>
                  <a:pt x="4129579" y="6858000"/>
                </a:lnTo>
                <a:lnTo>
                  <a:pt x="4130287" y="6856722"/>
                </a:lnTo>
                <a:lnTo>
                  <a:pt x="4130287" y="6856653"/>
                </a:lnTo>
                <a:close/>
                <a:moveTo>
                  <a:pt x="3896058" y="6553200"/>
                </a:moveTo>
                <a:lnTo>
                  <a:pt x="3903889" y="6553200"/>
                </a:lnTo>
                <a:lnTo>
                  <a:pt x="4072092" y="6856653"/>
                </a:lnTo>
                <a:lnTo>
                  <a:pt x="4069664" y="6858000"/>
                </a:lnTo>
                <a:lnTo>
                  <a:pt x="4065011" y="6858000"/>
                </a:lnTo>
                <a:close/>
                <a:moveTo>
                  <a:pt x="3807034" y="6553200"/>
                </a:moveTo>
                <a:lnTo>
                  <a:pt x="3814836" y="6553200"/>
                </a:lnTo>
                <a:lnTo>
                  <a:pt x="3645889" y="6858000"/>
                </a:lnTo>
                <a:lnTo>
                  <a:pt x="3638108" y="6858000"/>
                </a:lnTo>
                <a:lnTo>
                  <a:pt x="3638798" y="6856754"/>
                </a:lnTo>
                <a:lnTo>
                  <a:pt x="3638798" y="6856653"/>
                </a:lnTo>
                <a:close/>
                <a:moveTo>
                  <a:pt x="3404571" y="6553200"/>
                </a:moveTo>
                <a:lnTo>
                  <a:pt x="3412402" y="6553200"/>
                </a:lnTo>
                <a:lnTo>
                  <a:pt x="3580615" y="6856653"/>
                </a:lnTo>
                <a:lnTo>
                  <a:pt x="3578186" y="6858000"/>
                </a:lnTo>
                <a:lnTo>
                  <a:pt x="3573533" y="6858000"/>
                </a:lnTo>
                <a:close/>
                <a:moveTo>
                  <a:pt x="3315576" y="6553200"/>
                </a:moveTo>
                <a:lnTo>
                  <a:pt x="3323407" y="6553200"/>
                </a:lnTo>
                <a:lnTo>
                  <a:pt x="3154388" y="6858000"/>
                </a:lnTo>
                <a:lnTo>
                  <a:pt x="3146587" y="6858000"/>
                </a:lnTo>
                <a:lnTo>
                  <a:pt x="3147295" y="6856722"/>
                </a:lnTo>
                <a:lnTo>
                  <a:pt x="3147295" y="6856653"/>
                </a:lnTo>
                <a:close/>
                <a:moveTo>
                  <a:pt x="2913082" y="6553200"/>
                </a:moveTo>
                <a:lnTo>
                  <a:pt x="2920908" y="6553200"/>
                </a:lnTo>
                <a:lnTo>
                  <a:pt x="3089094" y="6856653"/>
                </a:lnTo>
                <a:lnTo>
                  <a:pt x="3086669" y="6858000"/>
                </a:lnTo>
                <a:lnTo>
                  <a:pt x="3082022" y="6858000"/>
                </a:lnTo>
                <a:close/>
                <a:moveTo>
                  <a:pt x="2824043" y="6553200"/>
                </a:moveTo>
                <a:lnTo>
                  <a:pt x="2831876" y="6553200"/>
                </a:lnTo>
                <a:lnTo>
                  <a:pt x="2662932" y="6858000"/>
                </a:lnTo>
                <a:lnTo>
                  <a:pt x="2655132" y="6858000"/>
                </a:lnTo>
                <a:lnTo>
                  <a:pt x="2655840" y="6856723"/>
                </a:lnTo>
                <a:lnTo>
                  <a:pt x="2655840" y="6856653"/>
                </a:lnTo>
                <a:close/>
                <a:moveTo>
                  <a:pt x="2421589" y="6553200"/>
                </a:moveTo>
                <a:lnTo>
                  <a:pt x="2429423" y="6553200"/>
                </a:lnTo>
                <a:lnTo>
                  <a:pt x="2597643" y="6856653"/>
                </a:lnTo>
                <a:lnTo>
                  <a:pt x="2595213" y="6858000"/>
                </a:lnTo>
                <a:lnTo>
                  <a:pt x="2590557" y="6858000"/>
                </a:lnTo>
                <a:close/>
                <a:moveTo>
                  <a:pt x="2332558" y="6553200"/>
                </a:moveTo>
                <a:lnTo>
                  <a:pt x="2340393" y="6553200"/>
                </a:lnTo>
                <a:lnTo>
                  <a:pt x="2171396" y="6858000"/>
                </a:lnTo>
                <a:lnTo>
                  <a:pt x="2163596" y="6858000"/>
                </a:lnTo>
                <a:lnTo>
                  <a:pt x="2164303" y="6856723"/>
                </a:lnTo>
                <a:lnTo>
                  <a:pt x="2164303" y="6856653"/>
                </a:lnTo>
                <a:close/>
                <a:moveTo>
                  <a:pt x="1930053" y="6553200"/>
                </a:moveTo>
                <a:lnTo>
                  <a:pt x="1937889" y="6553200"/>
                </a:lnTo>
                <a:lnTo>
                  <a:pt x="2106117" y="6856653"/>
                </a:lnTo>
                <a:lnTo>
                  <a:pt x="2103686" y="6858000"/>
                </a:lnTo>
                <a:lnTo>
                  <a:pt x="2099030" y="6858000"/>
                </a:lnTo>
                <a:close/>
                <a:moveTo>
                  <a:pt x="1840986" y="6553200"/>
                </a:moveTo>
                <a:lnTo>
                  <a:pt x="1848819" y="6553200"/>
                </a:lnTo>
                <a:lnTo>
                  <a:pt x="1679846" y="6858000"/>
                </a:lnTo>
                <a:lnTo>
                  <a:pt x="1672079" y="6858000"/>
                </a:lnTo>
                <a:lnTo>
                  <a:pt x="1672754" y="6856783"/>
                </a:lnTo>
                <a:lnTo>
                  <a:pt x="1672754" y="6856653"/>
                </a:lnTo>
                <a:close/>
                <a:moveTo>
                  <a:pt x="1438536" y="6553200"/>
                </a:moveTo>
                <a:lnTo>
                  <a:pt x="1446357" y="6553200"/>
                </a:lnTo>
                <a:lnTo>
                  <a:pt x="1614557" y="6856653"/>
                </a:lnTo>
                <a:lnTo>
                  <a:pt x="1612128" y="6858000"/>
                </a:lnTo>
                <a:lnTo>
                  <a:pt x="1607473" y="6858000"/>
                </a:lnTo>
                <a:close/>
                <a:moveTo>
                  <a:pt x="1349500" y="6553200"/>
                </a:moveTo>
                <a:lnTo>
                  <a:pt x="1357332" y="6553200"/>
                </a:lnTo>
                <a:lnTo>
                  <a:pt x="1188390" y="6858000"/>
                </a:lnTo>
                <a:lnTo>
                  <a:pt x="1180608" y="6858000"/>
                </a:lnTo>
                <a:lnTo>
                  <a:pt x="1181300" y="6856751"/>
                </a:lnTo>
                <a:lnTo>
                  <a:pt x="1181300" y="6856653"/>
                </a:lnTo>
                <a:close/>
                <a:moveTo>
                  <a:pt x="947064" y="6553200"/>
                </a:moveTo>
                <a:lnTo>
                  <a:pt x="954885" y="6553200"/>
                </a:lnTo>
                <a:lnTo>
                  <a:pt x="1123085" y="6856653"/>
                </a:lnTo>
                <a:lnTo>
                  <a:pt x="1120655" y="6858000"/>
                </a:lnTo>
                <a:lnTo>
                  <a:pt x="1116000" y="6858000"/>
                </a:lnTo>
                <a:close/>
                <a:moveTo>
                  <a:pt x="858029" y="6553200"/>
                </a:moveTo>
                <a:lnTo>
                  <a:pt x="865861" y="6553200"/>
                </a:lnTo>
                <a:lnTo>
                  <a:pt x="696919" y="6858000"/>
                </a:lnTo>
                <a:lnTo>
                  <a:pt x="689119" y="6858000"/>
                </a:lnTo>
                <a:lnTo>
                  <a:pt x="689828" y="6856722"/>
                </a:lnTo>
                <a:lnTo>
                  <a:pt x="689828" y="6856653"/>
                </a:lnTo>
                <a:close/>
                <a:moveTo>
                  <a:pt x="455599" y="6553200"/>
                </a:moveTo>
                <a:lnTo>
                  <a:pt x="463420" y="6553200"/>
                </a:lnTo>
                <a:lnTo>
                  <a:pt x="631633" y="6856653"/>
                </a:lnTo>
                <a:lnTo>
                  <a:pt x="629203" y="6858000"/>
                </a:lnTo>
                <a:lnTo>
                  <a:pt x="624548" y="6858000"/>
                </a:lnTo>
                <a:close/>
                <a:moveTo>
                  <a:pt x="366541" y="6553200"/>
                </a:moveTo>
                <a:lnTo>
                  <a:pt x="374373" y="6553200"/>
                </a:lnTo>
                <a:lnTo>
                  <a:pt x="205433" y="6858000"/>
                </a:lnTo>
                <a:lnTo>
                  <a:pt x="197634" y="6858000"/>
                </a:lnTo>
                <a:lnTo>
                  <a:pt x="198342" y="6856722"/>
                </a:lnTo>
                <a:lnTo>
                  <a:pt x="198342" y="6856653"/>
                </a:lnTo>
                <a:close/>
                <a:moveTo>
                  <a:pt x="12175482" y="6529134"/>
                </a:moveTo>
                <a:lnTo>
                  <a:pt x="12181473" y="6532455"/>
                </a:lnTo>
                <a:lnTo>
                  <a:pt x="12001029" y="6858000"/>
                </a:lnTo>
                <a:lnTo>
                  <a:pt x="11993229" y="6858000"/>
                </a:lnTo>
                <a:lnTo>
                  <a:pt x="11993938" y="6856721"/>
                </a:lnTo>
                <a:lnTo>
                  <a:pt x="11993938" y="6856653"/>
                </a:lnTo>
                <a:close/>
                <a:moveTo>
                  <a:pt x="11999895" y="6085766"/>
                </a:moveTo>
                <a:lnTo>
                  <a:pt x="12001708" y="6089087"/>
                </a:lnTo>
                <a:lnTo>
                  <a:pt x="12001743" y="6089087"/>
                </a:lnTo>
                <a:lnTo>
                  <a:pt x="12192000" y="6432325"/>
                </a:lnTo>
                <a:lnTo>
                  <a:pt x="12192000" y="6446428"/>
                </a:lnTo>
                <a:lnTo>
                  <a:pt x="11993938" y="6089087"/>
                </a:lnTo>
                <a:lnTo>
                  <a:pt x="11993938" y="6089053"/>
                </a:lnTo>
                <a:close/>
                <a:moveTo>
                  <a:pt x="204304" y="6085766"/>
                </a:moveTo>
                <a:lnTo>
                  <a:pt x="206118" y="6089087"/>
                </a:lnTo>
                <a:lnTo>
                  <a:pt x="206147" y="6089087"/>
                </a:lnTo>
                <a:lnTo>
                  <a:pt x="304800" y="6267055"/>
                </a:lnTo>
                <a:lnTo>
                  <a:pt x="304800" y="6281147"/>
                </a:lnTo>
                <a:lnTo>
                  <a:pt x="198342" y="6089087"/>
                </a:lnTo>
                <a:lnTo>
                  <a:pt x="198347" y="6089087"/>
                </a:lnTo>
                <a:lnTo>
                  <a:pt x="198347" y="6089053"/>
                </a:lnTo>
                <a:close/>
                <a:moveTo>
                  <a:pt x="11887200" y="5882391"/>
                </a:moveTo>
                <a:lnTo>
                  <a:pt x="11935739" y="5969952"/>
                </a:lnTo>
                <a:lnTo>
                  <a:pt x="11929748" y="5973273"/>
                </a:lnTo>
                <a:lnTo>
                  <a:pt x="11887200" y="5896515"/>
                </a:lnTo>
                <a:close/>
                <a:moveTo>
                  <a:pt x="304800" y="5777911"/>
                </a:moveTo>
                <a:lnTo>
                  <a:pt x="304800" y="5792030"/>
                </a:lnTo>
                <a:lnTo>
                  <a:pt x="198348" y="5984088"/>
                </a:lnTo>
                <a:lnTo>
                  <a:pt x="198348" y="5984158"/>
                </a:lnTo>
                <a:lnTo>
                  <a:pt x="140186" y="6089087"/>
                </a:lnTo>
                <a:lnTo>
                  <a:pt x="140147" y="6089087"/>
                </a:lnTo>
                <a:lnTo>
                  <a:pt x="0" y="6341909"/>
                </a:lnTo>
                <a:lnTo>
                  <a:pt x="0" y="6327778"/>
                </a:lnTo>
                <a:lnTo>
                  <a:pt x="132308" y="6089087"/>
                </a:lnTo>
                <a:lnTo>
                  <a:pt x="132346" y="6089087"/>
                </a:lnTo>
                <a:lnTo>
                  <a:pt x="198347" y="5970021"/>
                </a:lnTo>
                <a:lnTo>
                  <a:pt x="198347" y="5969986"/>
                </a:lnTo>
                <a:close/>
                <a:moveTo>
                  <a:pt x="0" y="5717122"/>
                </a:moveTo>
                <a:lnTo>
                  <a:pt x="140152" y="5969952"/>
                </a:lnTo>
                <a:lnTo>
                  <a:pt x="134161" y="5973273"/>
                </a:lnTo>
                <a:lnTo>
                  <a:pt x="0" y="5731236"/>
                </a:lnTo>
                <a:close/>
                <a:moveTo>
                  <a:pt x="12175482" y="5642432"/>
                </a:moveTo>
                <a:lnTo>
                  <a:pt x="12181473" y="5645753"/>
                </a:lnTo>
                <a:lnTo>
                  <a:pt x="11993938" y="5984090"/>
                </a:lnTo>
                <a:lnTo>
                  <a:pt x="11993938" y="5984158"/>
                </a:lnTo>
                <a:lnTo>
                  <a:pt x="11935773" y="6089087"/>
                </a:lnTo>
                <a:lnTo>
                  <a:pt x="11935740" y="6089087"/>
                </a:lnTo>
                <a:lnTo>
                  <a:pt x="11887200" y="6176649"/>
                </a:lnTo>
                <a:lnTo>
                  <a:pt x="11887200" y="6162510"/>
                </a:lnTo>
                <a:lnTo>
                  <a:pt x="11927900" y="6089087"/>
                </a:lnTo>
                <a:lnTo>
                  <a:pt x="11927934" y="6089087"/>
                </a:lnTo>
                <a:lnTo>
                  <a:pt x="11993938" y="5970020"/>
                </a:lnTo>
                <a:lnTo>
                  <a:pt x="11993938" y="5969986"/>
                </a:lnTo>
                <a:close/>
                <a:moveTo>
                  <a:pt x="11993938" y="5202386"/>
                </a:moveTo>
                <a:lnTo>
                  <a:pt x="12001743" y="5202386"/>
                </a:lnTo>
                <a:lnTo>
                  <a:pt x="12192000" y="5545624"/>
                </a:lnTo>
                <a:lnTo>
                  <a:pt x="12192000" y="5559727"/>
                </a:lnTo>
                <a:close/>
                <a:moveTo>
                  <a:pt x="198347" y="5202386"/>
                </a:moveTo>
                <a:lnTo>
                  <a:pt x="206152" y="5202386"/>
                </a:lnTo>
                <a:lnTo>
                  <a:pt x="304800" y="5380345"/>
                </a:lnTo>
                <a:lnTo>
                  <a:pt x="304800" y="5394437"/>
                </a:lnTo>
                <a:close/>
                <a:moveTo>
                  <a:pt x="11999895" y="5199064"/>
                </a:moveTo>
                <a:lnTo>
                  <a:pt x="12001708" y="5202385"/>
                </a:lnTo>
                <a:lnTo>
                  <a:pt x="11993938" y="5202385"/>
                </a:lnTo>
                <a:close/>
                <a:moveTo>
                  <a:pt x="204309" y="5199064"/>
                </a:moveTo>
                <a:lnTo>
                  <a:pt x="206123" y="5202385"/>
                </a:lnTo>
                <a:lnTo>
                  <a:pt x="198353" y="5202385"/>
                </a:lnTo>
                <a:close/>
                <a:moveTo>
                  <a:pt x="11887200" y="4995689"/>
                </a:moveTo>
                <a:lnTo>
                  <a:pt x="11935739" y="5083250"/>
                </a:lnTo>
                <a:lnTo>
                  <a:pt x="11929748" y="5086571"/>
                </a:lnTo>
                <a:lnTo>
                  <a:pt x="11887200" y="5009813"/>
                </a:lnTo>
                <a:close/>
                <a:moveTo>
                  <a:pt x="304800" y="4891219"/>
                </a:moveTo>
                <a:lnTo>
                  <a:pt x="304800" y="4905338"/>
                </a:lnTo>
                <a:lnTo>
                  <a:pt x="198354" y="5097386"/>
                </a:lnTo>
                <a:lnTo>
                  <a:pt x="198354" y="5097457"/>
                </a:lnTo>
                <a:lnTo>
                  <a:pt x="140192" y="5202386"/>
                </a:lnTo>
                <a:lnTo>
                  <a:pt x="140153" y="5202386"/>
                </a:lnTo>
                <a:lnTo>
                  <a:pt x="0" y="5455217"/>
                </a:lnTo>
                <a:lnTo>
                  <a:pt x="0" y="5441086"/>
                </a:lnTo>
                <a:lnTo>
                  <a:pt x="132314" y="5202386"/>
                </a:lnTo>
                <a:lnTo>
                  <a:pt x="132352" y="5202386"/>
                </a:lnTo>
                <a:lnTo>
                  <a:pt x="198353" y="5083354"/>
                </a:lnTo>
                <a:lnTo>
                  <a:pt x="198353" y="5083284"/>
                </a:lnTo>
                <a:close/>
                <a:moveTo>
                  <a:pt x="0" y="4830410"/>
                </a:moveTo>
                <a:lnTo>
                  <a:pt x="140158" y="5083250"/>
                </a:lnTo>
                <a:lnTo>
                  <a:pt x="134167" y="5086571"/>
                </a:lnTo>
                <a:lnTo>
                  <a:pt x="0" y="4844523"/>
                </a:lnTo>
                <a:close/>
                <a:moveTo>
                  <a:pt x="12175482" y="4755730"/>
                </a:moveTo>
                <a:lnTo>
                  <a:pt x="12181473" y="4759051"/>
                </a:lnTo>
                <a:lnTo>
                  <a:pt x="11993938" y="5097388"/>
                </a:lnTo>
                <a:lnTo>
                  <a:pt x="11993938" y="5097457"/>
                </a:lnTo>
                <a:lnTo>
                  <a:pt x="11935773" y="5202386"/>
                </a:lnTo>
                <a:lnTo>
                  <a:pt x="11935740" y="5202386"/>
                </a:lnTo>
                <a:lnTo>
                  <a:pt x="11887200" y="5289948"/>
                </a:lnTo>
                <a:lnTo>
                  <a:pt x="11887200" y="5275809"/>
                </a:lnTo>
                <a:lnTo>
                  <a:pt x="11927900" y="5202386"/>
                </a:lnTo>
                <a:lnTo>
                  <a:pt x="11927934" y="5202386"/>
                </a:lnTo>
                <a:lnTo>
                  <a:pt x="11993938" y="5083353"/>
                </a:lnTo>
                <a:lnTo>
                  <a:pt x="11993938" y="5083284"/>
                </a:lnTo>
                <a:close/>
                <a:moveTo>
                  <a:pt x="11999895" y="4312397"/>
                </a:moveTo>
                <a:lnTo>
                  <a:pt x="12001708" y="4315684"/>
                </a:lnTo>
                <a:lnTo>
                  <a:pt x="12001743" y="4315684"/>
                </a:lnTo>
                <a:lnTo>
                  <a:pt x="12192000" y="4658922"/>
                </a:lnTo>
                <a:lnTo>
                  <a:pt x="12192000" y="4673025"/>
                </a:lnTo>
                <a:lnTo>
                  <a:pt x="11993938" y="4315684"/>
                </a:lnTo>
                <a:close/>
                <a:moveTo>
                  <a:pt x="204315" y="4312397"/>
                </a:moveTo>
                <a:lnTo>
                  <a:pt x="206129" y="4315684"/>
                </a:lnTo>
                <a:lnTo>
                  <a:pt x="206158" y="4315684"/>
                </a:lnTo>
                <a:lnTo>
                  <a:pt x="304800" y="4493632"/>
                </a:lnTo>
                <a:lnTo>
                  <a:pt x="304800" y="4507725"/>
                </a:lnTo>
                <a:lnTo>
                  <a:pt x="198353" y="4315684"/>
                </a:lnTo>
                <a:lnTo>
                  <a:pt x="198358" y="4315684"/>
                </a:lnTo>
                <a:close/>
                <a:moveTo>
                  <a:pt x="11887200" y="4109021"/>
                </a:moveTo>
                <a:lnTo>
                  <a:pt x="11935739" y="4196582"/>
                </a:lnTo>
                <a:lnTo>
                  <a:pt x="11929748" y="4199869"/>
                </a:lnTo>
                <a:lnTo>
                  <a:pt x="11887200" y="4123114"/>
                </a:lnTo>
                <a:close/>
                <a:moveTo>
                  <a:pt x="304800" y="4004547"/>
                </a:moveTo>
                <a:lnTo>
                  <a:pt x="304800" y="4018661"/>
                </a:lnTo>
                <a:lnTo>
                  <a:pt x="198359" y="4210719"/>
                </a:lnTo>
                <a:lnTo>
                  <a:pt x="198359" y="4210789"/>
                </a:lnTo>
                <a:lnTo>
                  <a:pt x="140197" y="4315684"/>
                </a:lnTo>
                <a:lnTo>
                  <a:pt x="140158" y="4315684"/>
                </a:lnTo>
                <a:lnTo>
                  <a:pt x="0" y="4568526"/>
                </a:lnTo>
                <a:lnTo>
                  <a:pt x="0" y="4554395"/>
                </a:lnTo>
                <a:lnTo>
                  <a:pt x="132319" y="4315684"/>
                </a:lnTo>
                <a:lnTo>
                  <a:pt x="132357" y="4315684"/>
                </a:lnTo>
                <a:lnTo>
                  <a:pt x="198358" y="4196652"/>
                </a:lnTo>
                <a:lnTo>
                  <a:pt x="198358" y="4196583"/>
                </a:lnTo>
                <a:close/>
                <a:moveTo>
                  <a:pt x="0" y="3943732"/>
                </a:moveTo>
                <a:lnTo>
                  <a:pt x="140163" y="4196582"/>
                </a:lnTo>
                <a:lnTo>
                  <a:pt x="134172" y="4199869"/>
                </a:lnTo>
                <a:lnTo>
                  <a:pt x="0" y="3957822"/>
                </a:lnTo>
                <a:close/>
                <a:moveTo>
                  <a:pt x="12175482" y="3869063"/>
                </a:moveTo>
                <a:lnTo>
                  <a:pt x="12181473" y="3872350"/>
                </a:lnTo>
                <a:lnTo>
                  <a:pt x="11993938" y="4210721"/>
                </a:lnTo>
                <a:lnTo>
                  <a:pt x="11993938" y="4210789"/>
                </a:lnTo>
                <a:lnTo>
                  <a:pt x="11935773" y="4315684"/>
                </a:lnTo>
                <a:lnTo>
                  <a:pt x="11935740" y="4315684"/>
                </a:lnTo>
                <a:lnTo>
                  <a:pt x="11887200" y="4403246"/>
                </a:lnTo>
                <a:lnTo>
                  <a:pt x="11887200" y="4389107"/>
                </a:lnTo>
                <a:lnTo>
                  <a:pt x="11927900" y="4315684"/>
                </a:lnTo>
                <a:lnTo>
                  <a:pt x="11927934" y="4315684"/>
                </a:lnTo>
                <a:lnTo>
                  <a:pt x="11993938" y="4196651"/>
                </a:lnTo>
                <a:lnTo>
                  <a:pt x="11993938" y="4196583"/>
                </a:lnTo>
                <a:close/>
                <a:moveTo>
                  <a:pt x="204429" y="3426428"/>
                </a:moveTo>
                <a:lnTo>
                  <a:pt x="206243" y="3429017"/>
                </a:lnTo>
                <a:lnTo>
                  <a:pt x="206164" y="3429017"/>
                </a:lnTo>
                <a:lnTo>
                  <a:pt x="304800" y="3606955"/>
                </a:lnTo>
                <a:lnTo>
                  <a:pt x="304800" y="3621039"/>
                </a:lnTo>
                <a:lnTo>
                  <a:pt x="198358" y="3429016"/>
                </a:lnTo>
                <a:lnTo>
                  <a:pt x="198472" y="3429016"/>
                </a:lnTo>
                <a:lnTo>
                  <a:pt x="198472" y="3428999"/>
                </a:lnTo>
                <a:close/>
                <a:moveTo>
                  <a:pt x="11999895" y="3426271"/>
                </a:moveTo>
                <a:lnTo>
                  <a:pt x="12001707" y="3429016"/>
                </a:lnTo>
                <a:lnTo>
                  <a:pt x="12001743" y="3429016"/>
                </a:lnTo>
                <a:lnTo>
                  <a:pt x="12192000" y="3772254"/>
                </a:lnTo>
                <a:lnTo>
                  <a:pt x="12192000" y="3786342"/>
                </a:lnTo>
                <a:lnTo>
                  <a:pt x="11993938" y="3429017"/>
                </a:lnTo>
                <a:lnTo>
                  <a:pt x="11993938" y="3429016"/>
                </a:lnTo>
                <a:lnTo>
                  <a:pt x="11993938" y="3428999"/>
                </a:lnTo>
                <a:close/>
                <a:moveTo>
                  <a:pt x="11887200" y="3222897"/>
                </a:moveTo>
                <a:lnTo>
                  <a:pt x="11935739" y="3310458"/>
                </a:lnTo>
                <a:lnTo>
                  <a:pt x="11929748" y="3313779"/>
                </a:lnTo>
                <a:lnTo>
                  <a:pt x="11887200" y="3237021"/>
                </a:lnTo>
                <a:close/>
                <a:moveTo>
                  <a:pt x="304800" y="3118781"/>
                </a:moveTo>
                <a:lnTo>
                  <a:pt x="304800" y="3132915"/>
                </a:lnTo>
                <a:lnTo>
                  <a:pt x="198473" y="3324749"/>
                </a:lnTo>
                <a:lnTo>
                  <a:pt x="198473" y="3324821"/>
                </a:lnTo>
                <a:lnTo>
                  <a:pt x="140312" y="3429017"/>
                </a:lnTo>
                <a:lnTo>
                  <a:pt x="140163" y="3429017"/>
                </a:lnTo>
                <a:lnTo>
                  <a:pt x="0" y="3681867"/>
                </a:lnTo>
                <a:lnTo>
                  <a:pt x="0" y="3667736"/>
                </a:lnTo>
                <a:lnTo>
                  <a:pt x="132325" y="3429016"/>
                </a:lnTo>
                <a:lnTo>
                  <a:pt x="132472" y="3429016"/>
                </a:lnTo>
                <a:lnTo>
                  <a:pt x="198472" y="3310686"/>
                </a:lnTo>
                <a:lnTo>
                  <a:pt x="198472" y="3310614"/>
                </a:lnTo>
                <a:close/>
                <a:moveTo>
                  <a:pt x="0" y="3057557"/>
                </a:moveTo>
                <a:lnTo>
                  <a:pt x="140277" y="3310615"/>
                </a:lnTo>
                <a:lnTo>
                  <a:pt x="134286" y="3313936"/>
                </a:lnTo>
                <a:lnTo>
                  <a:pt x="0" y="3071670"/>
                </a:lnTo>
                <a:close/>
                <a:moveTo>
                  <a:pt x="12175482" y="2982938"/>
                </a:moveTo>
                <a:lnTo>
                  <a:pt x="12181473" y="2986259"/>
                </a:lnTo>
                <a:lnTo>
                  <a:pt x="11993938" y="3324594"/>
                </a:lnTo>
                <a:lnTo>
                  <a:pt x="11993938" y="3324665"/>
                </a:lnTo>
                <a:lnTo>
                  <a:pt x="11935773" y="3429017"/>
                </a:lnTo>
                <a:lnTo>
                  <a:pt x="11935739" y="3429017"/>
                </a:lnTo>
                <a:lnTo>
                  <a:pt x="11887200" y="3516578"/>
                </a:lnTo>
                <a:lnTo>
                  <a:pt x="11887200" y="3502439"/>
                </a:lnTo>
                <a:lnTo>
                  <a:pt x="11927900" y="3429016"/>
                </a:lnTo>
                <a:lnTo>
                  <a:pt x="11927934" y="3429016"/>
                </a:lnTo>
                <a:lnTo>
                  <a:pt x="11993938" y="3310526"/>
                </a:lnTo>
                <a:lnTo>
                  <a:pt x="11993938" y="3310457"/>
                </a:lnTo>
                <a:close/>
                <a:moveTo>
                  <a:pt x="204434" y="2539734"/>
                </a:moveTo>
                <a:lnTo>
                  <a:pt x="206244" y="2543046"/>
                </a:lnTo>
                <a:lnTo>
                  <a:pt x="206277" y="2543046"/>
                </a:lnTo>
                <a:lnTo>
                  <a:pt x="304800" y="2720781"/>
                </a:lnTo>
                <a:lnTo>
                  <a:pt x="304800" y="2734873"/>
                </a:lnTo>
                <a:lnTo>
                  <a:pt x="198472" y="2543046"/>
                </a:lnTo>
                <a:lnTo>
                  <a:pt x="198491" y="2543046"/>
                </a:lnTo>
                <a:close/>
                <a:moveTo>
                  <a:pt x="11999895" y="2539577"/>
                </a:moveTo>
                <a:lnTo>
                  <a:pt x="12001704" y="2542889"/>
                </a:lnTo>
                <a:lnTo>
                  <a:pt x="12001743" y="2542889"/>
                </a:lnTo>
                <a:lnTo>
                  <a:pt x="12192000" y="2886127"/>
                </a:lnTo>
                <a:lnTo>
                  <a:pt x="12192000" y="2900231"/>
                </a:lnTo>
                <a:lnTo>
                  <a:pt x="11993942" y="2542897"/>
                </a:lnTo>
                <a:lnTo>
                  <a:pt x="11993938" y="2542897"/>
                </a:lnTo>
                <a:lnTo>
                  <a:pt x="11993941" y="2542895"/>
                </a:lnTo>
                <a:lnTo>
                  <a:pt x="11993938" y="2542889"/>
                </a:lnTo>
                <a:lnTo>
                  <a:pt x="11993952" y="2542889"/>
                </a:lnTo>
                <a:close/>
                <a:moveTo>
                  <a:pt x="11887200" y="2336203"/>
                </a:moveTo>
                <a:lnTo>
                  <a:pt x="11935739" y="2423764"/>
                </a:lnTo>
                <a:lnTo>
                  <a:pt x="11929748" y="2427084"/>
                </a:lnTo>
                <a:lnTo>
                  <a:pt x="11887200" y="2350326"/>
                </a:lnTo>
                <a:close/>
                <a:moveTo>
                  <a:pt x="304800" y="2232111"/>
                </a:moveTo>
                <a:lnTo>
                  <a:pt x="304800" y="2246230"/>
                </a:lnTo>
                <a:lnTo>
                  <a:pt x="198478" y="2438056"/>
                </a:lnTo>
                <a:lnTo>
                  <a:pt x="198478" y="2438127"/>
                </a:lnTo>
                <a:lnTo>
                  <a:pt x="140317" y="2543056"/>
                </a:lnTo>
                <a:lnTo>
                  <a:pt x="140274" y="2543056"/>
                </a:lnTo>
                <a:lnTo>
                  <a:pt x="0" y="2796109"/>
                </a:lnTo>
                <a:lnTo>
                  <a:pt x="0" y="2781977"/>
                </a:lnTo>
                <a:lnTo>
                  <a:pt x="132439" y="2543050"/>
                </a:lnTo>
                <a:lnTo>
                  <a:pt x="132481" y="2543050"/>
                </a:lnTo>
                <a:lnTo>
                  <a:pt x="198478" y="2424025"/>
                </a:lnTo>
                <a:lnTo>
                  <a:pt x="198478" y="2423954"/>
                </a:lnTo>
                <a:close/>
                <a:moveTo>
                  <a:pt x="0" y="2170852"/>
                </a:moveTo>
                <a:lnTo>
                  <a:pt x="140283" y="2423921"/>
                </a:lnTo>
                <a:lnTo>
                  <a:pt x="134292" y="2427242"/>
                </a:lnTo>
                <a:lnTo>
                  <a:pt x="0" y="2184966"/>
                </a:lnTo>
                <a:close/>
                <a:moveTo>
                  <a:pt x="12175482" y="2096243"/>
                </a:moveTo>
                <a:lnTo>
                  <a:pt x="12181473" y="2099565"/>
                </a:lnTo>
                <a:lnTo>
                  <a:pt x="11993938" y="2437900"/>
                </a:lnTo>
                <a:lnTo>
                  <a:pt x="11993938" y="2437971"/>
                </a:lnTo>
                <a:lnTo>
                  <a:pt x="11935773" y="2542900"/>
                </a:lnTo>
                <a:lnTo>
                  <a:pt x="11935736" y="2542900"/>
                </a:lnTo>
                <a:lnTo>
                  <a:pt x="11887200" y="2630455"/>
                </a:lnTo>
                <a:lnTo>
                  <a:pt x="11887200" y="2616316"/>
                </a:lnTo>
                <a:lnTo>
                  <a:pt x="11927900" y="2542893"/>
                </a:lnTo>
                <a:lnTo>
                  <a:pt x="11927938" y="2542893"/>
                </a:lnTo>
                <a:lnTo>
                  <a:pt x="11993938" y="2423866"/>
                </a:lnTo>
                <a:lnTo>
                  <a:pt x="11993938" y="2423797"/>
                </a:lnTo>
                <a:close/>
                <a:moveTo>
                  <a:pt x="204440" y="1653039"/>
                </a:moveTo>
                <a:lnTo>
                  <a:pt x="206249" y="1656352"/>
                </a:lnTo>
                <a:lnTo>
                  <a:pt x="206282" y="1656352"/>
                </a:lnTo>
                <a:lnTo>
                  <a:pt x="304800" y="1834078"/>
                </a:lnTo>
                <a:lnTo>
                  <a:pt x="304800" y="1848170"/>
                </a:lnTo>
                <a:lnTo>
                  <a:pt x="198477" y="1656352"/>
                </a:lnTo>
                <a:lnTo>
                  <a:pt x="198496" y="1656352"/>
                </a:lnTo>
                <a:close/>
                <a:moveTo>
                  <a:pt x="11999895" y="1652883"/>
                </a:moveTo>
                <a:lnTo>
                  <a:pt x="12001704" y="1656195"/>
                </a:lnTo>
                <a:lnTo>
                  <a:pt x="12001743" y="1656195"/>
                </a:lnTo>
                <a:lnTo>
                  <a:pt x="12192000" y="1999433"/>
                </a:lnTo>
                <a:lnTo>
                  <a:pt x="12192000" y="2013537"/>
                </a:lnTo>
                <a:lnTo>
                  <a:pt x="11993942" y="1656203"/>
                </a:lnTo>
                <a:lnTo>
                  <a:pt x="11993938" y="1656203"/>
                </a:lnTo>
                <a:lnTo>
                  <a:pt x="11993941" y="1656201"/>
                </a:lnTo>
                <a:lnTo>
                  <a:pt x="11993938" y="1656195"/>
                </a:lnTo>
                <a:lnTo>
                  <a:pt x="11993952" y="1656195"/>
                </a:lnTo>
                <a:close/>
                <a:moveTo>
                  <a:pt x="11887200" y="1449512"/>
                </a:moveTo>
                <a:lnTo>
                  <a:pt x="11935739" y="1537069"/>
                </a:lnTo>
                <a:lnTo>
                  <a:pt x="11929748" y="1540390"/>
                </a:lnTo>
                <a:lnTo>
                  <a:pt x="11887200" y="1463635"/>
                </a:lnTo>
                <a:close/>
                <a:moveTo>
                  <a:pt x="304800" y="1345428"/>
                </a:moveTo>
                <a:lnTo>
                  <a:pt x="304800" y="1359547"/>
                </a:lnTo>
                <a:lnTo>
                  <a:pt x="198484" y="1551362"/>
                </a:lnTo>
                <a:lnTo>
                  <a:pt x="198484" y="1551433"/>
                </a:lnTo>
                <a:lnTo>
                  <a:pt x="140323" y="1656362"/>
                </a:lnTo>
                <a:lnTo>
                  <a:pt x="140279" y="1656362"/>
                </a:lnTo>
                <a:lnTo>
                  <a:pt x="0" y="1909425"/>
                </a:lnTo>
                <a:lnTo>
                  <a:pt x="0" y="1895294"/>
                </a:lnTo>
                <a:lnTo>
                  <a:pt x="132444" y="1656355"/>
                </a:lnTo>
                <a:lnTo>
                  <a:pt x="132486" y="1656355"/>
                </a:lnTo>
                <a:lnTo>
                  <a:pt x="198483" y="1537331"/>
                </a:lnTo>
                <a:lnTo>
                  <a:pt x="198483" y="1537260"/>
                </a:lnTo>
                <a:close/>
                <a:moveTo>
                  <a:pt x="0" y="1284160"/>
                </a:moveTo>
                <a:lnTo>
                  <a:pt x="140288" y="1537226"/>
                </a:lnTo>
                <a:lnTo>
                  <a:pt x="134297" y="1540548"/>
                </a:lnTo>
                <a:lnTo>
                  <a:pt x="0" y="1298273"/>
                </a:lnTo>
                <a:close/>
                <a:moveTo>
                  <a:pt x="12175482" y="1209550"/>
                </a:moveTo>
                <a:lnTo>
                  <a:pt x="12181473" y="1212871"/>
                </a:lnTo>
                <a:lnTo>
                  <a:pt x="11993938" y="1551207"/>
                </a:lnTo>
                <a:lnTo>
                  <a:pt x="11993938" y="1551276"/>
                </a:lnTo>
                <a:lnTo>
                  <a:pt x="11935773" y="1656205"/>
                </a:lnTo>
                <a:lnTo>
                  <a:pt x="11935736" y="1656205"/>
                </a:lnTo>
                <a:lnTo>
                  <a:pt x="11887200" y="1743760"/>
                </a:lnTo>
                <a:lnTo>
                  <a:pt x="11887200" y="1729621"/>
                </a:lnTo>
                <a:lnTo>
                  <a:pt x="11927900" y="1656198"/>
                </a:lnTo>
                <a:lnTo>
                  <a:pt x="11927938" y="1656198"/>
                </a:lnTo>
                <a:lnTo>
                  <a:pt x="11993938" y="1537172"/>
                </a:lnTo>
                <a:lnTo>
                  <a:pt x="11993938" y="1537103"/>
                </a:lnTo>
                <a:close/>
                <a:moveTo>
                  <a:pt x="132450" y="769695"/>
                </a:moveTo>
                <a:lnTo>
                  <a:pt x="140289" y="769695"/>
                </a:lnTo>
                <a:lnTo>
                  <a:pt x="0" y="1022748"/>
                </a:lnTo>
                <a:lnTo>
                  <a:pt x="0" y="1008643"/>
                </a:lnTo>
                <a:close/>
                <a:moveTo>
                  <a:pt x="198483" y="769693"/>
                </a:moveTo>
                <a:lnTo>
                  <a:pt x="206288" y="769693"/>
                </a:lnTo>
                <a:lnTo>
                  <a:pt x="304800" y="947400"/>
                </a:lnTo>
                <a:lnTo>
                  <a:pt x="304800" y="961492"/>
                </a:lnTo>
                <a:close/>
                <a:moveTo>
                  <a:pt x="11927900" y="769538"/>
                </a:moveTo>
                <a:lnTo>
                  <a:pt x="11935740" y="769538"/>
                </a:lnTo>
                <a:lnTo>
                  <a:pt x="11887200" y="857091"/>
                </a:lnTo>
                <a:lnTo>
                  <a:pt x="11887200" y="842961"/>
                </a:lnTo>
                <a:close/>
                <a:moveTo>
                  <a:pt x="11993938" y="769535"/>
                </a:moveTo>
                <a:lnTo>
                  <a:pt x="12001743" y="769535"/>
                </a:lnTo>
                <a:lnTo>
                  <a:pt x="12192000" y="1112758"/>
                </a:lnTo>
                <a:lnTo>
                  <a:pt x="12192000" y="1126860"/>
                </a:lnTo>
                <a:close/>
                <a:moveTo>
                  <a:pt x="204445" y="766380"/>
                </a:moveTo>
                <a:lnTo>
                  <a:pt x="206259" y="769666"/>
                </a:lnTo>
                <a:lnTo>
                  <a:pt x="198488" y="769666"/>
                </a:lnTo>
                <a:close/>
                <a:moveTo>
                  <a:pt x="11999895" y="766223"/>
                </a:moveTo>
                <a:lnTo>
                  <a:pt x="12001708" y="769509"/>
                </a:lnTo>
                <a:lnTo>
                  <a:pt x="11993938" y="769509"/>
                </a:lnTo>
                <a:close/>
                <a:moveTo>
                  <a:pt x="11887200" y="562850"/>
                </a:moveTo>
                <a:lnTo>
                  <a:pt x="11935739" y="650411"/>
                </a:lnTo>
                <a:lnTo>
                  <a:pt x="11929748" y="653732"/>
                </a:lnTo>
                <a:lnTo>
                  <a:pt x="11887200" y="576974"/>
                </a:lnTo>
                <a:close/>
                <a:moveTo>
                  <a:pt x="304800" y="458764"/>
                </a:moveTo>
                <a:lnTo>
                  <a:pt x="304800" y="472876"/>
                </a:lnTo>
                <a:lnTo>
                  <a:pt x="198489" y="664702"/>
                </a:lnTo>
                <a:lnTo>
                  <a:pt x="198489" y="664774"/>
                </a:lnTo>
                <a:lnTo>
                  <a:pt x="140328" y="769669"/>
                </a:lnTo>
                <a:lnTo>
                  <a:pt x="132488" y="769669"/>
                </a:lnTo>
                <a:lnTo>
                  <a:pt x="198489" y="650637"/>
                </a:lnTo>
                <a:lnTo>
                  <a:pt x="198489" y="650566"/>
                </a:lnTo>
                <a:close/>
                <a:moveTo>
                  <a:pt x="0" y="397480"/>
                </a:moveTo>
                <a:lnTo>
                  <a:pt x="140294" y="650568"/>
                </a:lnTo>
                <a:lnTo>
                  <a:pt x="134303" y="653889"/>
                </a:lnTo>
                <a:lnTo>
                  <a:pt x="0" y="411593"/>
                </a:lnTo>
                <a:close/>
                <a:moveTo>
                  <a:pt x="12175482" y="322890"/>
                </a:moveTo>
                <a:lnTo>
                  <a:pt x="12181473" y="326176"/>
                </a:lnTo>
                <a:lnTo>
                  <a:pt x="11993938" y="664547"/>
                </a:lnTo>
                <a:lnTo>
                  <a:pt x="11993938" y="664617"/>
                </a:lnTo>
                <a:lnTo>
                  <a:pt x="11935773" y="769512"/>
                </a:lnTo>
                <a:lnTo>
                  <a:pt x="11927934" y="769512"/>
                </a:lnTo>
                <a:lnTo>
                  <a:pt x="11993938" y="650479"/>
                </a:lnTo>
                <a:lnTo>
                  <a:pt x="11993938" y="650409"/>
                </a:lnTo>
                <a:close/>
                <a:moveTo>
                  <a:pt x="12058874" y="0"/>
                </a:moveTo>
                <a:lnTo>
                  <a:pt x="12066683" y="0"/>
                </a:lnTo>
                <a:lnTo>
                  <a:pt x="12192000" y="226081"/>
                </a:lnTo>
                <a:lnTo>
                  <a:pt x="12192000" y="240184"/>
                </a:lnTo>
                <a:close/>
                <a:moveTo>
                  <a:pt x="11862959" y="0"/>
                </a:moveTo>
                <a:lnTo>
                  <a:pt x="11870796" y="0"/>
                </a:lnTo>
                <a:lnTo>
                  <a:pt x="11754161" y="210399"/>
                </a:lnTo>
                <a:lnTo>
                  <a:pt x="11748170" y="207079"/>
                </a:lnTo>
                <a:close/>
                <a:moveTo>
                  <a:pt x="11567377" y="0"/>
                </a:moveTo>
                <a:lnTo>
                  <a:pt x="11575186" y="0"/>
                </a:lnTo>
                <a:lnTo>
                  <a:pt x="11744151" y="304800"/>
                </a:lnTo>
                <a:lnTo>
                  <a:pt x="11736331" y="304800"/>
                </a:lnTo>
                <a:close/>
                <a:moveTo>
                  <a:pt x="11371457" y="0"/>
                </a:moveTo>
                <a:lnTo>
                  <a:pt x="11379294" y="0"/>
                </a:lnTo>
                <a:lnTo>
                  <a:pt x="11262659" y="210400"/>
                </a:lnTo>
                <a:lnTo>
                  <a:pt x="11256668" y="207080"/>
                </a:lnTo>
                <a:close/>
                <a:moveTo>
                  <a:pt x="11075873" y="0"/>
                </a:moveTo>
                <a:lnTo>
                  <a:pt x="11083684" y="0"/>
                </a:lnTo>
                <a:lnTo>
                  <a:pt x="11252648" y="304800"/>
                </a:lnTo>
                <a:lnTo>
                  <a:pt x="11244828" y="304800"/>
                </a:lnTo>
                <a:close/>
                <a:moveTo>
                  <a:pt x="10879970" y="0"/>
                </a:moveTo>
                <a:lnTo>
                  <a:pt x="10887807" y="0"/>
                </a:lnTo>
                <a:lnTo>
                  <a:pt x="10771157" y="210426"/>
                </a:lnTo>
                <a:lnTo>
                  <a:pt x="10765166" y="207106"/>
                </a:lnTo>
                <a:close/>
                <a:moveTo>
                  <a:pt x="10584358" y="0"/>
                </a:moveTo>
                <a:lnTo>
                  <a:pt x="10592197" y="0"/>
                </a:lnTo>
                <a:lnTo>
                  <a:pt x="10761148" y="304800"/>
                </a:lnTo>
                <a:lnTo>
                  <a:pt x="10753312" y="304800"/>
                </a:lnTo>
                <a:close/>
                <a:moveTo>
                  <a:pt x="10388482" y="0"/>
                </a:moveTo>
                <a:lnTo>
                  <a:pt x="10396306" y="0"/>
                </a:lnTo>
                <a:lnTo>
                  <a:pt x="10279657" y="210427"/>
                </a:lnTo>
                <a:lnTo>
                  <a:pt x="10273699" y="207107"/>
                </a:lnTo>
                <a:close/>
                <a:moveTo>
                  <a:pt x="10092857" y="0"/>
                </a:moveTo>
                <a:lnTo>
                  <a:pt x="10100695" y="0"/>
                </a:lnTo>
                <a:lnTo>
                  <a:pt x="10269646" y="304800"/>
                </a:lnTo>
                <a:lnTo>
                  <a:pt x="10261811" y="304800"/>
                </a:lnTo>
                <a:close/>
                <a:moveTo>
                  <a:pt x="9896982" y="0"/>
                </a:moveTo>
                <a:lnTo>
                  <a:pt x="9904818" y="0"/>
                </a:lnTo>
                <a:lnTo>
                  <a:pt x="9788189" y="210429"/>
                </a:lnTo>
                <a:lnTo>
                  <a:pt x="9782198" y="207109"/>
                </a:lnTo>
                <a:close/>
                <a:moveTo>
                  <a:pt x="9601354" y="0"/>
                </a:moveTo>
                <a:lnTo>
                  <a:pt x="9609193" y="0"/>
                </a:lnTo>
                <a:lnTo>
                  <a:pt x="9778144" y="304800"/>
                </a:lnTo>
                <a:lnTo>
                  <a:pt x="9770308" y="304800"/>
                </a:lnTo>
                <a:close/>
                <a:moveTo>
                  <a:pt x="9405502" y="0"/>
                </a:moveTo>
                <a:lnTo>
                  <a:pt x="9413316" y="0"/>
                </a:lnTo>
                <a:lnTo>
                  <a:pt x="9296687" y="210430"/>
                </a:lnTo>
                <a:lnTo>
                  <a:pt x="9290696" y="207110"/>
                </a:lnTo>
                <a:close/>
                <a:moveTo>
                  <a:pt x="9109852" y="0"/>
                </a:moveTo>
                <a:lnTo>
                  <a:pt x="9117691" y="0"/>
                </a:lnTo>
                <a:lnTo>
                  <a:pt x="9286642" y="304800"/>
                </a:lnTo>
                <a:lnTo>
                  <a:pt x="9278806" y="304800"/>
                </a:lnTo>
                <a:close/>
                <a:moveTo>
                  <a:pt x="8914002" y="0"/>
                </a:moveTo>
                <a:lnTo>
                  <a:pt x="8921816" y="0"/>
                </a:lnTo>
                <a:lnTo>
                  <a:pt x="8805186" y="210432"/>
                </a:lnTo>
                <a:lnTo>
                  <a:pt x="8799195" y="207112"/>
                </a:lnTo>
                <a:close/>
                <a:moveTo>
                  <a:pt x="8618349" y="0"/>
                </a:moveTo>
                <a:lnTo>
                  <a:pt x="8626188" y="0"/>
                </a:lnTo>
                <a:lnTo>
                  <a:pt x="8795139" y="304800"/>
                </a:lnTo>
                <a:lnTo>
                  <a:pt x="8787303" y="304800"/>
                </a:lnTo>
                <a:close/>
                <a:moveTo>
                  <a:pt x="8422515" y="0"/>
                </a:moveTo>
                <a:lnTo>
                  <a:pt x="8430329" y="0"/>
                </a:lnTo>
                <a:lnTo>
                  <a:pt x="8313685" y="210457"/>
                </a:lnTo>
                <a:lnTo>
                  <a:pt x="8307694" y="207137"/>
                </a:lnTo>
                <a:close/>
                <a:moveTo>
                  <a:pt x="8126834" y="0"/>
                </a:moveTo>
                <a:lnTo>
                  <a:pt x="8134673" y="0"/>
                </a:lnTo>
                <a:lnTo>
                  <a:pt x="8303624" y="304800"/>
                </a:lnTo>
                <a:lnTo>
                  <a:pt x="8295789" y="304800"/>
                </a:lnTo>
                <a:close/>
                <a:moveTo>
                  <a:pt x="7931014" y="0"/>
                </a:moveTo>
                <a:lnTo>
                  <a:pt x="7938829" y="0"/>
                </a:lnTo>
                <a:lnTo>
                  <a:pt x="7822183" y="210459"/>
                </a:lnTo>
                <a:lnTo>
                  <a:pt x="7816192" y="207139"/>
                </a:lnTo>
                <a:close/>
                <a:moveTo>
                  <a:pt x="7635331" y="0"/>
                </a:moveTo>
                <a:lnTo>
                  <a:pt x="7643170" y="0"/>
                </a:lnTo>
                <a:lnTo>
                  <a:pt x="7812121" y="304800"/>
                </a:lnTo>
                <a:lnTo>
                  <a:pt x="7804286" y="304800"/>
                </a:lnTo>
                <a:close/>
                <a:moveTo>
                  <a:pt x="7439514" y="0"/>
                </a:moveTo>
                <a:lnTo>
                  <a:pt x="7447351" y="0"/>
                </a:lnTo>
                <a:lnTo>
                  <a:pt x="7330682" y="210461"/>
                </a:lnTo>
                <a:lnTo>
                  <a:pt x="7324691" y="207140"/>
                </a:lnTo>
                <a:close/>
                <a:moveTo>
                  <a:pt x="7143858" y="0"/>
                </a:moveTo>
                <a:lnTo>
                  <a:pt x="7151668" y="0"/>
                </a:lnTo>
                <a:lnTo>
                  <a:pt x="7320619" y="304800"/>
                </a:lnTo>
                <a:lnTo>
                  <a:pt x="7312799" y="304800"/>
                </a:lnTo>
                <a:close/>
                <a:moveTo>
                  <a:pt x="6948013" y="0"/>
                </a:moveTo>
                <a:lnTo>
                  <a:pt x="6955850" y="0"/>
                </a:lnTo>
                <a:lnTo>
                  <a:pt x="6839180" y="210462"/>
                </a:lnTo>
                <a:lnTo>
                  <a:pt x="6833189" y="207142"/>
                </a:lnTo>
                <a:close/>
                <a:moveTo>
                  <a:pt x="6652356" y="0"/>
                </a:moveTo>
                <a:lnTo>
                  <a:pt x="6660166" y="0"/>
                </a:lnTo>
                <a:lnTo>
                  <a:pt x="6829117" y="304800"/>
                </a:lnTo>
                <a:lnTo>
                  <a:pt x="6821297" y="304800"/>
                </a:lnTo>
                <a:close/>
                <a:moveTo>
                  <a:pt x="6456513" y="0"/>
                </a:moveTo>
                <a:lnTo>
                  <a:pt x="6464350" y="0"/>
                </a:lnTo>
                <a:lnTo>
                  <a:pt x="6347679" y="210464"/>
                </a:lnTo>
                <a:lnTo>
                  <a:pt x="6341688" y="207144"/>
                </a:lnTo>
                <a:close/>
                <a:moveTo>
                  <a:pt x="6160860" y="0"/>
                </a:moveTo>
                <a:lnTo>
                  <a:pt x="6168670" y="0"/>
                </a:lnTo>
                <a:lnTo>
                  <a:pt x="6337635" y="304800"/>
                </a:lnTo>
                <a:lnTo>
                  <a:pt x="6329814" y="304800"/>
                </a:lnTo>
                <a:close/>
                <a:moveTo>
                  <a:pt x="5965486" y="0"/>
                </a:moveTo>
                <a:lnTo>
                  <a:pt x="5973287" y="0"/>
                </a:lnTo>
                <a:lnTo>
                  <a:pt x="5856642" y="210489"/>
                </a:lnTo>
                <a:lnTo>
                  <a:pt x="5850653" y="207169"/>
                </a:lnTo>
                <a:close/>
                <a:moveTo>
                  <a:pt x="5669824" y="0"/>
                </a:moveTo>
                <a:lnTo>
                  <a:pt x="5677609" y="0"/>
                </a:lnTo>
                <a:lnTo>
                  <a:pt x="5846554" y="304800"/>
                </a:lnTo>
                <a:lnTo>
                  <a:pt x="5838761" y="304800"/>
                </a:lnTo>
                <a:close/>
                <a:moveTo>
                  <a:pt x="5474044" y="0"/>
                </a:moveTo>
                <a:lnTo>
                  <a:pt x="5481915" y="0"/>
                </a:lnTo>
                <a:lnTo>
                  <a:pt x="5365257" y="210491"/>
                </a:lnTo>
                <a:lnTo>
                  <a:pt x="5359259" y="207171"/>
                </a:lnTo>
                <a:close/>
                <a:moveTo>
                  <a:pt x="5178359" y="0"/>
                </a:moveTo>
                <a:lnTo>
                  <a:pt x="5186220" y="0"/>
                </a:lnTo>
                <a:lnTo>
                  <a:pt x="5355167" y="304800"/>
                </a:lnTo>
                <a:lnTo>
                  <a:pt x="5347300" y="304800"/>
                </a:lnTo>
                <a:close/>
                <a:moveTo>
                  <a:pt x="4982532" y="0"/>
                </a:moveTo>
                <a:lnTo>
                  <a:pt x="4990366" y="0"/>
                </a:lnTo>
                <a:lnTo>
                  <a:pt x="4873710" y="210492"/>
                </a:lnTo>
                <a:lnTo>
                  <a:pt x="4867716" y="207172"/>
                </a:lnTo>
                <a:close/>
                <a:moveTo>
                  <a:pt x="4686849" y="0"/>
                </a:moveTo>
                <a:lnTo>
                  <a:pt x="4694690" y="0"/>
                </a:lnTo>
                <a:lnTo>
                  <a:pt x="4863633" y="304800"/>
                </a:lnTo>
                <a:lnTo>
                  <a:pt x="4855796" y="304800"/>
                </a:lnTo>
                <a:close/>
                <a:moveTo>
                  <a:pt x="4491037" y="0"/>
                </a:moveTo>
                <a:lnTo>
                  <a:pt x="4498864" y="0"/>
                </a:lnTo>
                <a:lnTo>
                  <a:pt x="4382165" y="210494"/>
                </a:lnTo>
                <a:lnTo>
                  <a:pt x="4376206" y="207174"/>
                </a:lnTo>
                <a:close/>
                <a:moveTo>
                  <a:pt x="4195330" y="0"/>
                </a:moveTo>
                <a:lnTo>
                  <a:pt x="4203172" y="0"/>
                </a:lnTo>
                <a:lnTo>
                  <a:pt x="4372130" y="304800"/>
                </a:lnTo>
                <a:lnTo>
                  <a:pt x="4364290" y="304800"/>
                </a:lnTo>
                <a:close/>
                <a:moveTo>
                  <a:pt x="3999536" y="0"/>
                </a:moveTo>
                <a:lnTo>
                  <a:pt x="4007376" y="0"/>
                </a:lnTo>
                <a:lnTo>
                  <a:pt x="3890719" y="210495"/>
                </a:lnTo>
                <a:lnTo>
                  <a:pt x="3884726" y="207175"/>
                </a:lnTo>
                <a:close/>
                <a:moveTo>
                  <a:pt x="3703838" y="0"/>
                </a:moveTo>
                <a:lnTo>
                  <a:pt x="3711672" y="0"/>
                </a:lnTo>
                <a:lnTo>
                  <a:pt x="3880622" y="304800"/>
                </a:lnTo>
                <a:lnTo>
                  <a:pt x="3872789" y="304800"/>
                </a:lnTo>
                <a:close/>
                <a:moveTo>
                  <a:pt x="3508101" y="0"/>
                </a:moveTo>
                <a:lnTo>
                  <a:pt x="3515915" y="0"/>
                </a:lnTo>
                <a:lnTo>
                  <a:pt x="3399249" y="210521"/>
                </a:lnTo>
                <a:lnTo>
                  <a:pt x="3393258" y="207201"/>
                </a:lnTo>
                <a:close/>
                <a:moveTo>
                  <a:pt x="3212320" y="0"/>
                </a:moveTo>
                <a:lnTo>
                  <a:pt x="3220161" y="0"/>
                </a:lnTo>
                <a:lnTo>
                  <a:pt x="3389121" y="304800"/>
                </a:lnTo>
                <a:lnTo>
                  <a:pt x="3381286" y="304800"/>
                </a:lnTo>
                <a:close/>
                <a:moveTo>
                  <a:pt x="3016580" y="0"/>
                </a:moveTo>
                <a:lnTo>
                  <a:pt x="3024380" y="0"/>
                </a:lnTo>
                <a:lnTo>
                  <a:pt x="2907704" y="210522"/>
                </a:lnTo>
                <a:lnTo>
                  <a:pt x="2901721" y="207202"/>
                </a:lnTo>
                <a:close/>
                <a:moveTo>
                  <a:pt x="2720871" y="0"/>
                </a:moveTo>
                <a:lnTo>
                  <a:pt x="2728704" y="0"/>
                </a:lnTo>
                <a:lnTo>
                  <a:pt x="2897629" y="304800"/>
                </a:lnTo>
                <a:lnTo>
                  <a:pt x="2889805" y="304800"/>
                </a:lnTo>
                <a:close/>
                <a:moveTo>
                  <a:pt x="2525123" y="0"/>
                </a:moveTo>
                <a:lnTo>
                  <a:pt x="2532937" y="0"/>
                </a:lnTo>
                <a:lnTo>
                  <a:pt x="2416236" y="210524"/>
                </a:lnTo>
                <a:lnTo>
                  <a:pt x="2410247" y="207204"/>
                </a:lnTo>
                <a:close/>
                <a:moveTo>
                  <a:pt x="2229334" y="0"/>
                </a:moveTo>
                <a:lnTo>
                  <a:pt x="2237170" y="0"/>
                </a:lnTo>
                <a:lnTo>
                  <a:pt x="2406142" y="304800"/>
                </a:lnTo>
                <a:lnTo>
                  <a:pt x="2398308" y="304800"/>
                </a:lnTo>
                <a:close/>
                <a:moveTo>
                  <a:pt x="2033563" y="0"/>
                </a:moveTo>
                <a:lnTo>
                  <a:pt x="2041378" y="0"/>
                </a:lnTo>
                <a:lnTo>
                  <a:pt x="1924634" y="210526"/>
                </a:lnTo>
                <a:lnTo>
                  <a:pt x="1918644" y="207205"/>
                </a:lnTo>
                <a:close/>
                <a:moveTo>
                  <a:pt x="1737767" y="0"/>
                </a:moveTo>
                <a:lnTo>
                  <a:pt x="1745606" y="0"/>
                </a:lnTo>
                <a:lnTo>
                  <a:pt x="1914591" y="304800"/>
                </a:lnTo>
                <a:lnTo>
                  <a:pt x="1906755" y="304800"/>
                </a:lnTo>
                <a:close/>
                <a:moveTo>
                  <a:pt x="1542017" y="0"/>
                </a:moveTo>
                <a:lnTo>
                  <a:pt x="1549853" y="0"/>
                </a:lnTo>
                <a:lnTo>
                  <a:pt x="1433152" y="210527"/>
                </a:lnTo>
                <a:lnTo>
                  <a:pt x="1427161" y="207207"/>
                </a:lnTo>
                <a:close/>
                <a:moveTo>
                  <a:pt x="1246297" y="0"/>
                </a:moveTo>
                <a:lnTo>
                  <a:pt x="1254107" y="0"/>
                </a:lnTo>
                <a:lnTo>
                  <a:pt x="1423052" y="304800"/>
                </a:lnTo>
                <a:lnTo>
                  <a:pt x="1415232" y="304800"/>
                </a:lnTo>
                <a:close/>
                <a:moveTo>
                  <a:pt x="1050564" y="0"/>
                </a:moveTo>
                <a:lnTo>
                  <a:pt x="1058400" y="0"/>
                </a:lnTo>
                <a:lnTo>
                  <a:pt x="941685" y="210553"/>
                </a:lnTo>
                <a:lnTo>
                  <a:pt x="935694" y="207232"/>
                </a:lnTo>
                <a:close/>
                <a:moveTo>
                  <a:pt x="754817" y="0"/>
                </a:moveTo>
                <a:lnTo>
                  <a:pt x="762626" y="0"/>
                </a:lnTo>
                <a:lnTo>
                  <a:pt x="931571" y="304800"/>
                </a:lnTo>
                <a:lnTo>
                  <a:pt x="923752" y="304800"/>
                </a:lnTo>
                <a:close/>
                <a:moveTo>
                  <a:pt x="559082" y="0"/>
                </a:moveTo>
                <a:lnTo>
                  <a:pt x="566919" y="0"/>
                </a:lnTo>
                <a:lnTo>
                  <a:pt x="450202" y="210554"/>
                </a:lnTo>
                <a:lnTo>
                  <a:pt x="444211" y="207234"/>
                </a:lnTo>
                <a:close/>
                <a:moveTo>
                  <a:pt x="263340" y="0"/>
                </a:moveTo>
                <a:lnTo>
                  <a:pt x="271149" y="0"/>
                </a:lnTo>
                <a:lnTo>
                  <a:pt x="440107" y="304800"/>
                </a:lnTo>
                <a:lnTo>
                  <a:pt x="432288" y="304800"/>
                </a:lnTo>
                <a:close/>
                <a:moveTo>
                  <a:pt x="67604" y="0"/>
                </a:moveTo>
                <a:lnTo>
                  <a:pt x="75440" y="0"/>
                </a:lnTo>
                <a:lnTo>
                  <a:pt x="0" y="136093"/>
                </a:lnTo>
                <a:lnTo>
                  <a:pt x="0" y="121962"/>
                </a:lnTo>
                <a:close/>
              </a:path>
            </a:pathLst>
          </a:custGeom>
          <a:solidFill>
            <a:schemeClr val="bg1">
              <a:alpha val="15000"/>
            </a:schemeClr>
          </a:solidFill>
          <a:ln w="1415" cap="flat">
            <a:noFill/>
            <a:prstDash val="solid"/>
            <a:miter/>
          </a:ln>
        </p:spPr>
        <p:txBody>
          <a:bodyPr wrap="square" rtlCol="0" anchor="ctr">
            <a:noAutofit/>
          </a:bodyPr>
          <a:lstStyle/>
          <a:p>
            <a:pPr lvl="0"/>
            <a:endParaRPr lang="en-US"/>
          </a:p>
        </p:txBody>
      </p:sp>
      <p:sp>
        <p:nvSpPr>
          <p:cNvPr id="12" name="Titre 18">
            <a:extLst>
              <a:ext uri="{FF2B5EF4-FFF2-40B4-BE49-F238E27FC236}">
                <a16:creationId xmlns:a16="http://schemas.microsoft.com/office/drawing/2014/main" id="{7A36313B-0A87-6AE0-CDFC-C8B991649918}"/>
              </a:ext>
            </a:extLst>
          </p:cNvPr>
          <p:cNvSpPr>
            <a:spLocks noGrp="1"/>
          </p:cNvSpPr>
          <p:nvPr>
            <p:ph type="title" hasCustomPrompt="1"/>
          </p:nvPr>
        </p:nvSpPr>
        <p:spPr>
          <a:xfrm>
            <a:off x="492124" y="1934269"/>
            <a:ext cx="5508626" cy="1535761"/>
          </a:xfrm>
        </p:spPr>
        <p:txBody>
          <a:bodyPr>
            <a:noAutofit/>
          </a:bodyPr>
          <a:lstStyle>
            <a:lvl1pPr>
              <a:defRPr sz="4000">
                <a:solidFill>
                  <a:schemeClr val="bg1"/>
                </a:solidFill>
              </a:defRPr>
            </a:lvl1pPr>
          </a:lstStyle>
          <a:p>
            <a:r>
              <a:rPr lang="en-US"/>
              <a:t>Click to edit Master text styles</a:t>
            </a:r>
          </a:p>
        </p:txBody>
      </p:sp>
      <p:sp>
        <p:nvSpPr>
          <p:cNvPr id="13" name="Text Placeholder 14">
            <a:extLst>
              <a:ext uri="{FF2B5EF4-FFF2-40B4-BE49-F238E27FC236}">
                <a16:creationId xmlns:a16="http://schemas.microsoft.com/office/drawing/2014/main" id="{DFE16AC9-2F10-8875-498A-54910706BC1D}"/>
              </a:ext>
            </a:extLst>
          </p:cNvPr>
          <p:cNvSpPr>
            <a:spLocks noGrp="1"/>
          </p:cNvSpPr>
          <p:nvPr>
            <p:ph type="body" sz="quarter" idx="15" hasCustomPrompt="1"/>
          </p:nvPr>
        </p:nvSpPr>
        <p:spPr>
          <a:xfrm>
            <a:off x="492124" y="3800086"/>
            <a:ext cx="5508625" cy="215444"/>
          </a:xfrm>
        </p:spPr>
        <p:txBody>
          <a:bodyPr wrap="square">
            <a:spAutoFit/>
          </a:bodyPr>
          <a:lstStyle>
            <a:lvl1pPr>
              <a:lnSpc>
                <a:spcPct val="100000"/>
              </a:lnSpc>
              <a:spcBef>
                <a:spcPts val="0"/>
              </a:spcBef>
              <a:spcAft>
                <a:spcPts val="0"/>
              </a:spcAft>
              <a:buFontTx/>
              <a:buNone/>
              <a:defRPr sz="1400" i="0" cap="all" baseline="0">
                <a:solidFill>
                  <a:schemeClr val="bg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4" name="Espace réservé de la date 3">
            <a:extLst>
              <a:ext uri="{FF2B5EF4-FFF2-40B4-BE49-F238E27FC236}">
                <a16:creationId xmlns:a16="http://schemas.microsoft.com/office/drawing/2014/main" id="{1036655A-2AB5-4514-9030-9C85AF716E89}"/>
              </a:ext>
            </a:extLst>
          </p:cNvPr>
          <p:cNvSpPr>
            <a:spLocks noGrp="1"/>
          </p:cNvSpPr>
          <p:nvPr>
            <p:ph type="dt" sz="half" idx="21"/>
          </p:nvPr>
        </p:nvSpPr>
        <p:spPr/>
        <p:txBody>
          <a:bodyPr/>
          <a:lstStyle>
            <a:lvl1pPr>
              <a:defRPr>
                <a:solidFill>
                  <a:schemeClr val="bg1"/>
                </a:solidFill>
              </a:defRPr>
            </a:lvl1pPr>
          </a:lstStyle>
          <a:p>
            <a:fld id="{CDADF2B7-3602-40ED-A38A-C2FA01CFD909}" type="datetime1">
              <a:rPr lang="en-US" smtClean="0"/>
              <a:t>4/1/2026</a:t>
            </a:fld>
            <a:endParaRPr lang="en-US"/>
          </a:p>
        </p:txBody>
      </p:sp>
      <p:sp>
        <p:nvSpPr>
          <p:cNvPr id="5" name="Espace réservé du pied de page 4">
            <a:extLst>
              <a:ext uri="{FF2B5EF4-FFF2-40B4-BE49-F238E27FC236}">
                <a16:creationId xmlns:a16="http://schemas.microsoft.com/office/drawing/2014/main" id="{8BBEADC7-653D-FCF8-287B-2FE4A98037AA}"/>
              </a:ext>
            </a:extLst>
          </p:cNvPr>
          <p:cNvSpPr>
            <a:spLocks noGrp="1"/>
          </p:cNvSpPr>
          <p:nvPr>
            <p:ph type="ftr" sz="quarter" idx="22"/>
          </p:nvPr>
        </p:nvSpPr>
        <p:spPr/>
        <p:txBody>
          <a:bodyPr/>
          <a:lstStyle>
            <a:lvl1pPr>
              <a:defRPr>
                <a:solidFill>
                  <a:schemeClr val="bg1"/>
                </a:solidFill>
              </a:defRPr>
            </a:lvl1pPr>
          </a:lstStyle>
          <a:p>
            <a:endParaRPr lang="en-US"/>
          </a:p>
        </p:txBody>
      </p:sp>
      <p:sp>
        <p:nvSpPr>
          <p:cNvPr id="6" name="Espace réservé du numéro de diapositive 5">
            <a:extLst>
              <a:ext uri="{FF2B5EF4-FFF2-40B4-BE49-F238E27FC236}">
                <a16:creationId xmlns:a16="http://schemas.microsoft.com/office/drawing/2014/main" id="{EB1337AB-4428-B2A3-D3E9-9B27EFB1E5AB}"/>
              </a:ext>
            </a:extLst>
          </p:cNvPr>
          <p:cNvSpPr>
            <a:spLocks noGrp="1"/>
          </p:cNvSpPr>
          <p:nvPr>
            <p:ph type="sldNum" sz="quarter" idx="23"/>
          </p:nvPr>
        </p:nvSpPr>
        <p:spPr/>
        <p:txBody>
          <a:bodyPr/>
          <a:lstStyle>
            <a:lvl1pPr>
              <a:defRPr>
                <a:solidFill>
                  <a:schemeClr val="bg1"/>
                </a:solidFill>
              </a:defRPr>
            </a:lvl1pPr>
          </a:lstStyle>
          <a:p>
            <a:fld id="{A3DC67AC-589B-465F-8375-83B2CE47653E}" type="slidenum">
              <a:rPr lang="en-US" smtClean="0"/>
              <a:pPr/>
              <a:t>‹#›</a:t>
            </a:fld>
            <a:endParaRPr lang="en-US"/>
          </a:p>
        </p:txBody>
      </p:sp>
      <p:pic>
        <p:nvPicPr>
          <p:cNvPr id="11" name="Image 10">
            <a:extLst>
              <a:ext uri="{FF2B5EF4-FFF2-40B4-BE49-F238E27FC236}">
                <a16:creationId xmlns:a16="http://schemas.microsoft.com/office/drawing/2014/main" id="{146FB826-9769-754A-9375-BC600BD487BA}"/>
              </a:ext>
            </a:extLst>
          </p:cNvPr>
          <p:cNvPicPr>
            <a:picLocks noChangeAspect="1"/>
          </p:cNvPicPr>
          <p:nvPr userDrawn="1"/>
        </p:nvPicPr>
        <p:blipFill>
          <a:blip r:embed="rId2"/>
          <a:stretch>
            <a:fillRect/>
          </a:stretch>
        </p:blipFill>
        <p:spPr>
          <a:xfrm>
            <a:off x="492125" y="630892"/>
            <a:ext cx="1195200" cy="438240"/>
          </a:xfrm>
          <a:prstGeom prst="rect">
            <a:avLst/>
          </a:prstGeom>
        </p:spPr>
      </p:pic>
      <p:sp>
        <p:nvSpPr>
          <p:cNvPr id="10" name="Espace réservé du texte 2">
            <a:extLst>
              <a:ext uri="{FF2B5EF4-FFF2-40B4-BE49-F238E27FC236}">
                <a16:creationId xmlns:a16="http://schemas.microsoft.com/office/drawing/2014/main" id="{970687EC-0F76-A04E-B5C6-98E42CC9740F}"/>
              </a:ext>
            </a:extLst>
          </p:cNvPr>
          <p:cNvSpPr txBox="1">
            <a:spLocks/>
          </p:cNvSpPr>
          <p:nvPr userDrawn="1"/>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24347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bloc">
    <p:spTree>
      <p:nvGrpSpPr>
        <p:cNvPr id="1" name=""/>
        <p:cNvGrpSpPr/>
        <p:nvPr/>
      </p:nvGrpSpPr>
      <p:grpSpPr>
        <a:xfrm>
          <a:off x="0" y="0"/>
          <a:ext cx="0" cy="0"/>
          <a:chOff x="0" y="0"/>
          <a:chExt cx="0" cy="0"/>
        </a:xfrm>
      </p:grpSpPr>
      <p:sp>
        <p:nvSpPr>
          <p:cNvPr id="26" name="Espace réservé du contenu 25">
            <a:extLst>
              <a:ext uri="{FF2B5EF4-FFF2-40B4-BE49-F238E27FC236}">
                <a16:creationId xmlns:a16="http://schemas.microsoft.com/office/drawing/2014/main" id="{060E7326-F2D8-FE03-7D0C-4BCF4C528FAA}"/>
              </a:ext>
            </a:extLst>
          </p:cNvPr>
          <p:cNvSpPr>
            <a:spLocks noGrp="1"/>
          </p:cNvSpPr>
          <p:nvPr>
            <p:ph sz="quarter" idx="25"/>
          </p:nvPr>
        </p:nvSpPr>
        <p:spPr>
          <a:xfrm>
            <a:off x="492124" y="2025454"/>
            <a:ext cx="11206163" cy="4464246"/>
          </a:xfrm>
        </p:spPr>
        <p:txBody>
          <a:body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p:txBody>
      </p:sp>
      <p:sp>
        <p:nvSpPr>
          <p:cNvPr id="19" name="Titre 18">
            <a:extLst>
              <a:ext uri="{FF2B5EF4-FFF2-40B4-BE49-F238E27FC236}">
                <a16:creationId xmlns:a16="http://schemas.microsoft.com/office/drawing/2014/main" id="{DB47B439-3EA2-6350-36EE-51FF73E9C811}"/>
              </a:ext>
            </a:extLst>
          </p:cNvPr>
          <p:cNvSpPr>
            <a:spLocks noGrp="1"/>
          </p:cNvSpPr>
          <p:nvPr>
            <p:ph type="title" hasCustomPrompt="1"/>
          </p:nvPr>
        </p:nvSpPr>
        <p:spPr>
          <a:xfrm>
            <a:off x="492124" y="1268569"/>
            <a:ext cx="11206163" cy="276999"/>
          </a:xfrm>
        </p:spPr>
        <p:txBody>
          <a:bodyPr/>
          <a:lstStyle/>
          <a:p>
            <a:r>
              <a:rPr lang="en-US"/>
              <a:t>Click to edit Master text styles</a:t>
            </a:r>
          </a:p>
        </p:txBody>
      </p:sp>
      <p:sp>
        <p:nvSpPr>
          <p:cNvPr id="7" name="Text Placeholder 14">
            <a:extLst>
              <a:ext uri="{FF2B5EF4-FFF2-40B4-BE49-F238E27FC236}">
                <a16:creationId xmlns:a16="http://schemas.microsoft.com/office/drawing/2014/main" id="{9AB066A2-D370-940F-0B82-6A2851D080A0}"/>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8" name="Espace réservé de la date 7">
            <a:extLst>
              <a:ext uri="{FF2B5EF4-FFF2-40B4-BE49-F238E27FC236}">
                <a16:creationId xmlns:a16="http://schemas.microsoft.com/office/drawing/2014/main" id="{45164661-D827-7B29-6DC8-2897FFF584C1}"/>
              </a:ext>
            </a:extLst>
          </p:cNvPr>
          <p:cNvSpPr>
            <a:spLocks noGrp="1"/>
          </p:cNvSpPr>
          <p:nvPr>
            <p:ph type="dt" sz="half" idx="26"/>
          </p:nvPr>
        </p:nvSpPr>
        <p:spPr>
          <a:xfrm>
            <a:off x="5229225" y="6635488"/>
            <a:ext cx="2662238" cy="138499"/>
          </a:xfrm>
        </p:spPr>
        <p:txBody>
          <a:bodyPr/>
          <a:lstStyle>
            <a:lvl1pPr>
              <a:defRPr>
                <a:latin typeface="+mj-lt"/>
              </a:defRPr>
            </a:lvl1pPr>
          </a:lstStyle>
          <a:p>
            <a:endParaRPr lang="en-US"/>
          </a:p>
        </p:txBody>
      </p:sp>
      <p:sp>
        <p:nvSpPr>
          <p:cNvPr id="9" name="Espace réservé du pied de page 8">
            <a:extLst>
              <a:ext uri="{FF2B5EF4-FFF2-40B4-BE49-F238E27FC236}">
                <a16:creationId xmlns:a16="http://schemas.microsoft.com/office/drawing/2014/main" id="{0D694587-CDC9-7C63-FC69-D1E0C92F62A0}"/>
              </a:ext>
            </a:extLst>
          </p:cNvPr>
          <p:cNvSpPr>
            <a:spLocks noGrp="1"/>
          </p:cNvSpPr>
          <p:nvPr>
            <p:ph type="ftr" sz="quarter" idx="27"/>
          </p:nvPr>
        </p:nvSpPr>
        <p:spPr/>
        <p:txBody>
          <a:bodyPr/>
          <a:lstStyle/>
          <a:p>
            <a:endParaRPr lang="en-US"/>
          </a:p>
        </p:txBody>
      </p:sp>
      <p:sp>
        <p:nvSpPr>
          <p:cNvPr id="10" name="Espace réservé du numéro de diapositive 9">
            <a:extLst>
              <a:ext uri="{FF2B5EF4-FFF2-40B4-BE49-F238E27FC236}">
                <a16:creationId xmlns:a16="http://schemas.microsoft.com/office/drawing/2014/main" id="{533DCD5A-50DB-4D9A-B0C0-0D81A4A71C4F}"/>
              </a:ext>
            </a:extLst>
          </p:cNvPr>
          <p:cNvSpPr>
            <a:spLocks noGrp="1"/>
          </p:cNvSpPr>
          <p:nvPr>
            <p:ph type="sldNum" sz="quarter" idx="28"/>
          </p:nvPr>
        </p:nvSpPr>
        <p:spPr/>
        <p:txBody>
          <a:bodyPr/>
          <a:lstStyle/>
          <a:p>
            <a:fld id="{A3DC67AC-589B-465F-8375-83B2CE47653E}" type="slidenum">
              <a:rPr lang="en-US" smtClean="0"/>
              <a:pPr/>
              <a:t>‹#›</a:t>
            </a:fld>
            <a:endParaRPr lang="en-US"/>
          </a:p>
        </p:txBody>
      </p:sp>
      <p:pic>
        <p:nvPicPr>
          <p:cNvPr id="13" name="Image 12">
            <a:extLst>
              <a:ext uri="{FF2B5EF4-FFF2-40B4-BE49-F238E27FC236}">
                <a16:creationId xmlns:a16="http://schemas.microsoft.com/office/drawing/2014/main" id="{785FACB0-82A5-4949-9213-0DBCB0AB0CF5}"/>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1" name="Espace réservé du texte 2">
            <a:extLst>
              <a:ext uri="{FF2B5EF4-FFF2-40B4-BE49-F238E27FC236}">
                <a16:creationId xmlns:a16="http://schemas.microsoft.com/office/drawing/2014/main" id="{47C7BED9-F020-5F4C-8EE6-EED440F36172}"/>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201969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blocs">
    <p:spTree>
      <p:nvGrpSpPr>
        <p:cNvPr id="1" name=""/>
        <p:cNvGrpSpPr/>
        <p:nvPr/>
      </p:nvGrpSpPr>
      <p:grpSpPr>
        <a:xfrm>
          <a:off x="0" y="0"/>
          <a:ext cx="0" cy="0"/>
          <a:chOff x="0" y="0"/>
          <a:chExt cx="0" cy="0"/>
        </a:xfrm>
      </p:grpSpPr>
      <p:sp>
        <p:nvSpPr>
          <p:cNvPr id="26" name="Espace réservé du contenu 25">
            <a:extLst>
              <a:ext uri="{FF2B5EF4-FFF2-40B4-BE49-F238E27FC236}">
                <a16:creationId xmlns:a16="http://schemas.microsoft.com/office/drawing/2014/main" id="{060E7326-F2D8-FE03-7D0C-4BCF4C528FAA}"/>
              </a:ext>
            </a:extLst>
          </p:cNvPr>
          <p:cNvSpPr>
            <a:spLocks noGrp="1"/>
          </p:cNvSpPr>
          <p:nvPr>
            <p:ph sz="quarter" idx="25"/>
          </p:nvPr>
        </p:nvSpPr>
        <p:spPr>
          <a:xfrm>
            <a:off x="492124" y="2025454"/>
            <a:ext cx="5513387"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8" name="Espace réservé du contenu 25">
            <a:extLst>
              <a:ext uri="{FF2B5EF4-FFF2-40B4-BE49-F238E27FC236}">
                <a16:creationId xmlns:a16="http://schemas.microsoft.com/office/drawing/2014/main" id="{A86FBC71-E740-6ADB-E214-A75A030E98AC}"/>
              </a:ext>
            </a:extLst>
          </p:cNvPr>
          <p:cNvSpPr>
            <a:spLocks noGrp="1"/>
          </p:cNvSpPr>
          <p:nvPr>
            <p:ph sz="quarter" idx="27"/>
          </p:nvPr>
        </p:nvSpPr>
        <p:spPr>
          <a:xfrm>
            <a:off x="6189663" y="2025454"/>
            <a:ext cx="5508625"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6" name="Espace réservé de la date 5">
            <a:extLst>
              <a:ext uri="{FF2B5EF4-FFF2-40B4-BE49-F238E27FC236}">
                <a16:creationId xmlns:a16="http://schemas.microsoft.com/office/drawing/2014/main" id="{22372611-B201-28BC-E196-D50DB773E7C1}"/>
              </a:ext>
            </a:extLst>
          </p:cNvPr>
          <p:cNvSpPr>
            <a:spLocks noGrp="1"/>
          </p:cNvSpPr>
          <p:nvPr>
            <p:ph type="dt" sz="half" idx="28"/>
          </p:nvPr>
        </p:nvSpPr>
        <p:spPr/>
        <p:txBody>
          <a:bodyPr/>
          <a:lstStyle/>
          <a:p>
            <a:fld id="{C413E196-168F-456F-AD2D-8C632DC091FC}" type="datetime1">
              <a:rPr lang="en-US" smtClean="0"/>
              <a:t>4/1/2026</a:t>
            </a:fld>
            <a:endParaRPr lang="en-US"/>
          </a:p>
        </p:txBody>
      </p:sp>
      <p:sp>
        <p:nvSpPr>
          <p:cNvPr id="7" name="Espace réservé du pied de page 6">
            <a:extLst>
              <a:ext uri="{FF2B5EF4-FFF2-40B4-BE49-F238E27FC236}">
                <a16:creationId xmlns:a16="http://schemas.microsoft.com/office/drawing/2014/main" id="{FD898DA1-02FE-4513-25EE-647AABB193EF}"/>
              </a:ext>
            </a:extLst>
          </p:cNvPr>
          <p:cNvSpPr>
            <a:spLocks noGrp="1"/>
          </p:cNvSpPr>
          <p:nvPr>
            <p:ph type="ftr" sz="quarter" idx="29"/>
          </p:nvPr>
        </p:nvSpPr>
        <p:spPr/>
        <p:txBody>
          <a:bodyPr/>
          <a:lstStyle/>
          <a:p>
            <a:endParaRPr lang="en-US"/>
          </a:p>
        </p:txBody>
      </p:sp>
      <p:sp>
        <p:nvSpPr>
          <p:cNvPr id="8" name="Espace réservé du numéro de diapositive 7">
            <a:extLst>
              <a:ext uri="{FF2B5EF4-FFF2-40B4-BE49-F238E27FC236}">
                <a16:creationId xmlns:a16="http://schemas.microsoft.com/office/drawing/2014/main" id="{A380494E-98CF-6E5B-F6F5-8A82091F89D5}"/>
              </a:ext>
            </a:extLst>
          </p:cNvPr>
          <p:cNvSpPr>
            <a:spLocks noGrp="1"/>
          </p:cNvSpPr>
          <p:nvPr>
            <p:ph type="sldNum" sz="quarter" idx="30"/>
          </p:nvPr>
        </p:nvSpPr>
        <p:spPr/>
        <p:txBody>
          <a:bodyPr/>
          <a:lstStyle/>
          <a:p>
            <a:fld id="{A3DC67AC-589B-465F-8375-83B2CE47653E}" type="slidenum">
              <a:rPr lang="en-US" smtClean="0"/>
              <a:pPr/>
              <a:t>‹#›</a:t>
            </a:fld>
            <a:endParaRPr lang="en-US"/>
          </a:p>
        </p:txBody>
      </p:sp>
      <p:sp>
        <p:nvSpPr>
          <p:cNvPr id="10" name="Titre 9">
            <a:extLst>
              <a:ext uri="{FF2B5EF4-FFF2-40B4-BE49-F238E27FC236}">
                <a16:creationId xmlns:a16="http://schemas.microsoft.com/office/drawing/2014/main" id="{1BD9980F-BDAE-F295-52F6-736C0B380699}"/>
              </a:ext>
            </a:extLst>
          </p:cNvPr>
          <p:cNvSpPr>
            <a:spLocks noGrp="1"/>
          </p:cNvSpPr>
          <p:nvPr>
            <p:ph type="title" hasCustomPrompt="1"/>
          </p:nvPr>
        </p:nvSpPr>
        <p:spPr>
          <a:xfrm>
            <a:off x="492125" y="1268569"/>
            <a:ext cx="11206164" cy="276999"/>
          </a:xfrm>
        </p:spPr>
        <p:txBody>
          <a:bodyPr/>
          <a:lstStyle/>
          <a:p>
            <a:r>
              <a:rPr lang="en-US"/>
              <a:t>Click to edit Master text styles</a:t>
            </a:r>
          </a:p>
        </p:txBody>
      </p:sp>
      <p:sp>
        <p:nvSpPr>
          <p:cNvPr id="14" name="Text Placeholder 14">
            <a:extLst>
              <a:ext uri="{FF2B5EF4-FFF2-40B4-BE49-F238E27FC236}">
                <a16:creationId xmlns:a16="http://schemas.microsoft.com/office/drawing/2014/main" id="{9E606525-45BB-94C4-42AF-A2DF06ED9453}"/>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pic>
        <p:nvPicPr>
          <p:cNvPr id="11" name="Image 10">
            <a:extLst>
              <a:ext uri="{FF2B5EF4-FFF2-40B4-BE49-F238E27FC236}">
                <a16:creationId xmlns:a16="http://schemas.microsoft.com/office/drawing/2014/main" id="{928D5BBF-B252-E843-9C87-D791876FCE6B}"/>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2" name="Espace réservé du texte 2">
            <a:extLst>
              <a:ext uri="{FF2B5EF4-FFF2-40B4-BE49-F238E27FC236}">
                <a16:creationId xmlns:a16="http://schemas.microsoft.com/office/drawing/2014/main" id="{1DFAEF93-3224-F845-865F-A69AD3B0AC04}"/>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2321881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3 blocs">
    <p:spTree>
      <p:nvGrpSpPr>
        <p:cNvPr id="1" name=""/>
        <p:cNvGrpSpPr/>
        <p:nvPr/>
      </p:nvGrpSpPr>
      <p:grpSpPr>
        <a:xfrm>
          <a:off x="0" y="0"/>
          <a:ext cx="0" cy="0"/>
          <a:chOff x="0" y="0"/>
          <a:chExt cx="0" cy="0"/>
        </a:xfrm>
      </p:grpSpPr>
      <p:sp>
        <p:nvSpPr>
          <p:cNvPr id="26" name="Espace réservé du contenu 25">
            <a:extLst>
              <a:ext uri="{FF2B5EF4-FFF2-40B4-BE49-F238E27FC236}">
                <a16:creationId xmlns:a16="http://schemas.microsoft.com/office/drawing/2014/main" id="{060E7326-F2D8-FE03-7D0C-4BCF4C528FAA}"/>
              </a:ext>
            </a:extLst>
          </p:cNvPr>
          <p:cNvSpPr>
            <a:spLocks noGrp="1"/>
          </p:cNvSpPr>
          <p:nvPr>
            <p:ph sz="quarter" idx="25"/>
          </p:nvPr>
        </p:nvSpPr>
        <p:spPr>
          <a:xfrm>
            <a:off x="492125" y="2025454"/>
            <a:ext cx="3605213"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7" name="Espace réservé du contenu 25">
            <a:extLst>
              <a:ext uri="{FF2B5EF4-FFF2-40B4-BE49-F238E27FC236}">
                <a16:creationId xmlns:a16="http://schemas.microsoft.com/office/drawing/2014/main" id="{0A9FFCB9-2ED9-D58E-B354-22BC0720CA52}"/>
              </a:ext>
            </a:extLst>
          </p:cNvPr>
          <p:cNvSpPr>
            <a:spLocks noGrp="1"/>
          </p:cNvSpPr>
          <p:nvPr>
            <p:ph sz="quarter" idx="26"/>
          </p:nvPr>
        </p:nvSpPr>
        <p:spPr>
          <a:xfrm>
            <a:off x="4289426" y="2025454"/>
            <a:ext cx="3611562"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8" name="Espace réservé du contenu 25">
            <a:extLst>
              <a:ext uri="{FF2B5EF4-FFF2-40B4-BE49-F238E27FC236}">
                <a16:creationId xmlns:a16="http://schemas.microsoft.com/office/drawing/2014/main" id="{A86FBC71-E740-6ADB-E214-A75A030E98AC}"/>
              </a:ext>
            </a:extLst>
          </p:cNvPr>
          <p:cNvSpPr>
            <a:spLocks noGrp="1"/>
          </p:cNvSpPr>
          <p:nvPr>
            <p:ph sz="quarter" idx="27"/>
          </p:nvPr>
        </p:nvSpPr>
        <p:spPr>
          <a:xfrm>
            <a:off x="8093076" y="2025454"/>
            <a:ext cx="3605212"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31" name="Espace réservé de la date 30">
            <a:extLst>
              <a:ext uri="{FF2B5EF4-FFF2-40B4-BE49-F238E27FC236}">
                <a16:creationId xmlns:a16="http://schemas.microsoft.com/office/drawing/2014/main" id="{FC0C5013-FC35-BD75-AB55-01B5098ED782}"/>
              </a:ext>
            </a:extLst>
          </p:cNvPr>
          <p:cNvSpPr>
            <a:spLocks noGrp="1"/>
          </p:cNvSpPr>
          <p:nvPr>
            <p:ph type="dt" sz="half" idx="28"/>
          </p:nvPr>
        </p:nvSpPr>
        <p:spPr/>
        <p:txBody>
          <a:bodyPr/>
          <a:lstStyle/>
          <a:p>
            <a:fld id="{A6B4C472-1610-4823-9666-FED6734EC324}" type="datetime1">
              <a:rPr lang="en-US" smtClean="0"/>
              <a:t>4/1/2026</a:t>
            </a:fld>
            <a:endParaRPr lang="en-US"/>
          </a:p>
        </p:txBody>
      </p:sp>
      <p:sp>
        <p:nvSpPr>
          <p:cNvPr id="32" name="Espace réservé du pied de page 31">
            <a:extLst>
              <a:ext uri="{FF2B5EF4-FFF2-40B4-BE49-F238E27FC236}">
                <a16:creationId xmlns:a16="http://schemas.microsoft.com/office/drawing/2014/main" id="{247A1901-6724-764B-0D18-9D92F763E6C4}"/>
              </a:ext>
            </a:extLst>
          </p:cNvPr>
          <p:cNvSpPr>
            <a:spLocks noGrp="1"/>
          </p:cNvSpPr>
          <p:nvPr>
            <p:ph type="ftr" sz="quarter" idx="29"/>
          </p:nvPr>
        </p:nvSpPr>
        <p:spPr/>
        <p:txBody>
          <a:bodyPr/>
          <a:lstStyle/>
          <a:p>
            <a:endParaRPr lang="en-US"/>
          </a:p>
        </p:txBody>
      </p:sp>
      <p:sp>
        <p:nvSpPr>
          <p:cNvPr id="33" name="Espace réservé du numéro de diapositive 32">
            <a:extLst>
              <a:ext uri="{FF2B5EF4-FFF2-40B4-BE49-F238E27FC236}">
                <a16:creationId xmlns:a16="http://schemas.microsoft.com/office/drawing/2014/main" id="{0A0D8C21-6439-3DF0-3D75-4BB790655CAF}"/>
              </a:ext>
            </a:extLst>
          </p:cNvPr>
          <p:cNvSpPr>
            <a:spLocks noGrp="1"/>
          </p:cNvSpPr>
          <p:nvPr>
            <p:ph type="sldNum" sz="quarter" idx="30"/>
          </p:nvPr>
        </p:nvSpPr>
        <p:spPr/>
        <p:txBody>
          <a:bodyPr/>
          <a:lstStyle/>
          <a:p>
            <a:fld id="{A3DC67AC-589B-465F-8375-83B2CE47653E}" type="slidenum">
              <a:rPr lang="en-US" smtClean="0"/>
              <a:pPr/>
              <a:t>‹#›</a:t>
            </a:fld>
            <a:endParaRPr lang="en-US"/>
          </a:p>
        </p:txBody>
      </p:sp>
      <p:sp>
        <p:nvSpPr>
          <p:cNvPr id="34" name="Titre 33">
            <a:extLst>
              <a:ext uri="{FF2B5EF4-FFF2-40B4-BE49-F238E27FC236}">
                <a16:creationId xmlns:a16="http://schemas.microsoft.com/office/drawing/2014/main" id="{A01DD0F3-052D-8B86-E393-FA74EA698E28}"/>
              </a:ext>
            </a:extLst>
          </p:cNvPr>
          <p:cNvSpPr>
            <a:spLocks noGrp="1"/>
          </p:cNvSpPr>
          <p:nvPr>
            <p:ph type="title"/>
          </p:nvPr>
        </p:nvSpPr>
        <p:spPr>
          <a:xfrm>
            <a:off x="492125" y="1268569"/>
            <a:ext cx="11206164" cy="276999"/>
          </a:xfrm>
        </p:spPr>
        <p:txBody>
          <a:bodyPr/>
          <a:lstStyle/>
          <a:p>
            <a:r>
              <a:rPr lang="en-US"/>
              <a:t>Modifiez le style du titre</a:t>
            </a:r>
          </a:p>
        </p:txBody>
      </p:sp>
      <p:sp>
        <p:nvSpPr>
          <p:cNvPr id="35" name="Text Placeholder 14">
            <a:extLst>
              <a:ext uri="{FF2B5EF4-FFF2-40B4-BE49-F238E27FC236}">
                <a16:creationId xmlns:a16="http://schemas.microsoft.com/office/drawing/2014/main" id="{BEDAE43F-1A2A-058F-6F78-0A8C2EA4030A}"/>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pic>
        <p:nvPicPr>
          <p:cNvPr id="11" name="Image 10">
            <a:extLst>
              <a:ext uri="{FF2B5EF4-FFF2-40B4-BE49-F238E27FC236}">
                <a16:creationId xmlns:a16="http://schemas.microsoft.com/office/drawing/2014/main" id="{2B0B2D49-8028-9C4A-A9C3-1D2E08B7114E}"/>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2" name="Espace réservé du texte 2">
            <a:extLst>
              <a:ext uri="{FF2B5EF4-FFF2-40B4-BE49-F238E27FC236}">
                <a16:creationId xmlns:a16="http://schemas.microsoft.com/office/drawing/2014/main" id="{15A7D866-012C-1346-9590-A90303BF68A6}"/>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132887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4 blocs">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B33280A2-7C3E-DB6F-555E-69A57A46EF9D}"/>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5" name="Espace réservé du contenu 25">
            <a:extLst>
              <a:ext uri="{FF2B5EF4-FFF2-40B4-BE49-F238E27FC236}">
                <a16:creationId xmlns:a16="http://schemas.microsoft.com/office/drawing/2014/main" id="{8EE019D6-F97A-C666-F233-26B83A883102}"/>
              </a:ext>
            </a:extLst>
          </p:cNvPr>
          <p:cNvSpPr>
            <a:spLocks noGrp="1"/>
          </p:cNvSpPr>
          <p:nvPr>
            <p:ph sz="quarter" idx="25"/>
          </p:nvPr>
        </p:nvSpPr>
        <p:spPr>
          <a:xfrm>
            <a:off x="492125" y="2025454"/>
            <a:ext cx="5514976"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7" name="Espace réservé du contenu 25">
            <a:extLst>
              <a:ext uri="{FF2B5EF4-FFF2-40B4-BE49-F238E27FC236}">
                <a16:creationId xmlns:a16="http://schemas.microsoft.com/office/drawing/2014/main" id="{E4589575-6B73-E9C4-895C-DD2CF659FF5E}"/>
              </a:ext>
            </a:extLst>
          </p:cNvPr>
          <p:cNvSpPr>
            <a:spLocks noGrp="1"/>
          </p:cNvSpPr>
          <p:nvPr>
            <p:ph sz="quarter" idx="27"/>
          </p:nvPr>
        </p:nvSpPr>
        <p:spPr>
          <a:xfrm>
            <a:off x="6184900" y="2025454"/>
            <a:ext cx="5513388"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1" name="Espace réservé du contenu 25">
            <a:extLst>
              <a:ext uri="{FF2B5EF4-FFF2-40B4-BE49-F238E27FC236}">
                <a16:creationId xmlns:a16="http://schemas.microsoft.com/office/drawing/2014/main" id="{895DC89D-F3F4-75C5-DBCC-0756F66186F6}"/>
              </a:ext>
            </a:extLst>
          </p:cNvPr>
          <p:cNvSpPr>
            <a:spLocks noGrp="1"/>
          </p:cNvSpPr>
          <p:nvPr>
            <p:ph sz="quarter" idx="29"/>
          </p:nvPr>
        </p:nvSpPr>
        <p:spPr>
          <a:xfrm>
            <a:off x="492125" y="4206228"/>
            <a:ext cx="5514976"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2" name="Espace réservé du contenu 25">
            <a:extLst>
              <a:ext uri="{FF2B5EF4-FFF2-40B4-BE49-F238E27FC236}">
                <a16:creationId xmlns:a16="http://schemas.microsoft.com/office/drawing/2014/main" id="{FE60B1E3-8060-428B-7C6E-A7060EEB5586}"/>
              </a:ext>
            </a:extLst>
          </p:cNvPr>
          <p:cNvSpPr>
            <a:spLocks noGrp="1"/>
          </p:cNvSpPr>
          <p:nvPr>
            <p:ph sz="quarter" idx="30"/>
          </p:nvPr>
        </p:nvSpPr>
        <p:spPr>
          <a:xfrm>
            <a:off x="6184900" y="4206228"/>
            <a:ext cx="5513388"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3" name="Espace réservé de la date 12">
            <a:extLst>
              <a:ext uri="{FF2B5EF4-FFF2-40B4-BE49-F238E27FC236}">
                <a16:creationId xmlns:a16="http://schemas.microsoft.com/office/drawing/2014/main" id="{12395996-F9E5-586C-E528-A14351A5A01D}"/>
              </a:ext>
            </a:extLst>
          </p:cNvPr>
          <p:cNvSpPr>
            <a:spLocks noGrp="1"/>
          </p:cNvSpPr>
          <p:nvPr>
            <p:ph type="dt" sz="half" idx="31"/>
          </p:nvPr>
        </p:nvSpPr>
        <p:spPr/>
        <p:txBody>
          <a:bodyPr/>
          <a:lstStyle/>
          <a:p>
            <a:fld id="{2F7B387F-5EB7-439E-883B-DACA8339C236}" type="datetime1">
              <a:rPr lang="en-US" smtClean="0"/>
              <a:t>4/1/2026</a:t>
            </a:fld>
            <a:endParaRPr lang="en-US"/>
          </a:p>
        </p:txBody>
      </p:sp>
      <p:sp>
        <p:nvSpPr>
          <p:cNvPr id="14" name="Espace réservé du pied de page 13">
            <a:extLst>
              <a:ext uri="{FF2B5EF4-FFF2-40B4-BE49-F238E27FC236}">
                <a16:creationId xmlns:a16="http://schemas.microsoft.com/office/drawing/2014/main" id="{89169CF1-809F-508A-9080-0CC88AC508CF}"/>
              </a:ext>
            </a:extLst>
          </p:cNvPr>
          <p:cNvSpPr>
            <a:spLocks noGrp="1"/>
          </p:cNvSpPr>
          <p:nvPr>
            <p:ph type="ftr" sz="quarter" idx="32"/>
          </p:nvPr>
        </p:nvSpPr>
        <p:spPr/>
        <p:txBody>
          <a:bodyPr/>
          <a:lstStyle/>
          <a:p>
            <a:endParaRPr lang="en-US"/>
          </a:p>
        </p:txBody>
      </p:sp>
      <p:sp>
        <p:nvSpPr>
          <p:cNvPr id="16" name="Espace réservé du numéro de diapositive 15">
            <a:extLst>
              <a:ext uri="{FF2B5EF4-FFF2-40B4-BE49-F238E27FC236}">
                <a16:creationId xmlns:a16="http://schemas.microsoft.com/office/drawing/2014/main" id="{0B76AB71-7C05-77C8-D390-2E432119D522}"/>
              </a:ext>
            </a:extLst>
          </p:cNvPr>
          <p:cNvSpPr>
            <a:spLocks noGrp="1"/>
          </p:cNvSpPr>
          <p:nvPr>
            <p:ph type="sldNum" sz="quarter" idx="33"/>
          </p:nvPr>
        </p:nvSpPr>
        <p:spPr/>
        <p:txBody>
          <a:bodyPr/>
          <a:lstStyle/>
          <a:p>
            <a:fld id="{A3DC67AC-589B-465F-8375-83B2CE47653E}" type="slidenum">
              <a:rPr lang="en-US" smtClean="0"/>
              <a:pPr/>
              <a:t>‹#›</a:t>
            </a:fld>
            <a:endParaRPr lang="en-US"/>
          </a:p>
        </p:txBody>
      </p:sp>
      <p:sp>
        <p:nvSpPr>
          <p:cNvPr id="17" name="Titre 16">
            <a:extLst>
              <a:ext uri="{FF2B5EF4-FFF2-40B4-BE49-F238E27FC236}">
                <a16:creationId xmlns:a16="http://schemas.microsoft.com/office/drawing/2014/main" id="{EF01C703-AAA7-ADD3-7280-05C6E58DE3A0}"/>
              </a:ext>
            </a:extLst>
          </p:cNvPr>
          <p:cNvSpPr>
            <a:spLocks noGrp="1"/>
          </p:cNvSpPr>
          <p:nvPr>
            <p:ph type="title" hasCustomPrompt="1"/>
          </p:nvPr>
        </p:nvSpPr>
        <p:spPr>
          <a:xfrm>
            <a:off x="492125" y="1268569"/>
            <a:ext cx="11206164" cy="276999"/>
          </a:xfrm>
        </p:spPr>
        <p:txBody>
          <a:bodyPr/>
          <a:lstStyle/>
          <a:p>
            <a:r>
              <a:rPr lang="en-US"/>
              <a:t>Click to edit Master text styles</a:t>
            </a:r>
          </a:p>
        </p:txBody>
      </p:sp>
      <p:pic>
        <p:nvPicPr>
          <p:cNvPr id="18" name="Image 17">
            <a:extLst>
              <a:ext uri="{FF2B5EF4-FFF2-40B4-BE49-F238E27FC236}">
                <a16:creationId xmlns:a16="http://schemas.microsoft.com/office/drawing/2014/main" id="{CA95B2F1-F501-3946-80BB-5CF9FEA6908C}"/>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9" name="Espace réservé du texte 2">
            <a:extLst>
              <a:ext uri="{FF2B5EF4-FFF2-40B4-BE49-F238E27FC236}">
                <a16:creationId xmlns:a16="http://schemas.microsoft.com/office/drawing/2014/main" id="{AA07FD78-172D-6140-90CE-CFA7E68C5976}"/>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317536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6 blocs">
    <p:spTree>
      <p:nvGrpSpPr>
        <p:cNvPr id="1" name=""/>
        <p:cNvGrpSpPr/>
        <p:nvPr/>
      </p:nvGrpSpPr>
      <p:grpSpPr>
        <a:xfrm>
          <a:off x="0" y="0"/>
          <a:ext cx="0" cy="0"/>
          <a:chOff x="0" y="0"/>
          <a:chExt cx="0" cy="0"/>
        </a:xfrm>
      </p:grpSpPr>
      <p:sp>
        <p:nvSpPr>
          <p:cNvPr id="11" name="Espace réservé du contenu 25">
            <a:extLst>
              <a:ext uri="{FF2B5EF4-FFF2-40B4-BE49-F238E27FC236}">
                <a16:creationId xmlns:a16="http://schemas.microsoft.com/office/drawing/2014/main" id="{F366ABC8-B1C3-86A1-70D3-A9DF3658137F}"/>
              </a:ext>
            </a:extLst>
          </p:cNvPr>
          <p:cNvSpPr>
            <a:spLocks noGrp="1"/>
          </p:cNvSpPr>
          <p:nvPr>
            <p:ph sz="quarter" idx="25"/>
          </p:nvPr>
        </p:nvSpPr>
        <p:spPr>
          <a:xfrm>
            <a:off x="492125" y="2025454"/>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2" name="Espace réservé du contenu 25">
            <a:extLst>
              <a:ext uri="{FF2B5EF4-FFF2-40B4-BE49-F238E27FC236}">
                <a16:creationId xmlns:a16="http://schemas.microsoft.com/office/drawing/2014/main" id="{B2C6938E-312E-D093-F48F-501C4E9B5141}"/>
              </a:ext>
            </a:extLst>
          </p:cNvPr>
          <p:cNvSpPr>
            <a:spLocks noGrp="1"/>
          </p:cNvSpPr>
          <p:nvPr>
            <p:ph sz="quarter" idx="31"/>
          </p:nvPr>
        </p:nvSpPr>
        <p:spPr>
          <a:xfrm>
            <a:off x="4293394" y="2025454"/>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3" name="Espace réservé du contenu 25">
            <a:extLst>
              <a:ext uri="{FF2B5EF4-FFF2-40B4-BE49-F238E27FC236}">
                <a16:creationId xmlns:a16="http://schemas.microsoft.com/office/drawing/2014/main" id="{40E2E735-E4B8-2C07-79D0-BB41985635B0}"/>
              </a:ext>
            </a:extLst>
          </p:cNvPr>
          <p:cNvSpPr>
            <a:spLocks noGrp="1"/>
          </p:cNvSpPr>
          <p:nvPr>
            <p:ph sz="quarter" idx="32"/>
          </p:nvPr>
        </p:nvSpPr>
        <p:spPr>
          <a:xfrm>
            <a:off x="8094663" y="2025454"/>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4" name="Espace réservé du contenu 25">
            <a:extLst>
              <a:ext uri="{FF2B5EF4-FFF2-40B4-BE49-F238E27FC236}">
                <a16:creationId xmlns:a16="http://schemas.microsoft.com/office/drawing/2014/main" id="{50588CFD-4842-F724-D33B-00170DDB9C6E}"/>
              </a:ext>
            </a:extLst>
          </p:cNvPr>
          <p:cNvSpPr>
            <a:spLocks noGrp="1"/>
          </p:cNvSpPr>
          <p:nvPr>
            <p:ph sz="quarter" idx="33"/>
          </p:nvPr>
        </p:nvSpPr>
        <p:spPr>
          <a:xfrm>
            <a:off x="492125" y="4206228"/>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6" name="Espace réservé du contenu 25">
            <a:extLst>
              <a:ext uri="{FF2B5EF4-FFF2-40B4-BE49-F238E27FC236}">
                <a16:creationId xmlns:a16="http://schemas.microsoft.com/office/drawing/2014/main" id="{FD7EAA14-4B70-FCD7-2725-07EB9DA2D39D}"/>
              </a:ext>
            </a:extLst>
          </p:cNvPr>
          <p:cNvSpPr>
            <a:spLocks noGrp="1"/>
          </p:cNvSpPr>
          <p:nvPr>
            <p:ph sz="quarter" idx="34"/>
          </p:nvPr>
        </p:nvSpPr>
        <p:spPr>
          <a:xfrm>
            <a:off x="4293394" y="4206228"/>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7" name="Espace réservé du contenu 25">
            <a:extLst>
              <a:ext uri="{FF2B5EF4-FFF2-40B4-BE49-F238E27FC236}">
                <a16:creationId xmlns:a16="http://schemas.microsoft.com/office/drawing/2014/main" id="{FA88F02C-AF43-DC81-290B-8BF99D0CE4A9}"/>
              </a:ext>
            </a:extLst>
          </p:cNvPr>
          <p:cNvSpPr>
            <a:spLocks noGrp="1"/>
          </p:cNvSpPr>
          <p:nvPr>
            <p:ph sz="quarter" idx="35"/>
          </p:nvPr>
        </p:nvSpPr>
        <p:spPr>
          <a:xfrm>
            <a:off x="8094663" y="4206228"/>
            <a:ext cx="3605213" cy="1988050"/>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8" name="Text Placeholder 14">
            <a:extLst>
              <a:ext uri="{FF2B5EF4-FFF2-40B4-BE49-F238E27FC236}">
                <a16:creationId xmlns:a16="http://schemas.microsoft.com/office/drawing/2014/main" id="{DD70994E-531B-3F80-9665-1D8CC3761483}"/>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25" name="Titre 24">
            <a:extLst>
              <a:ext uri="{FF2B5EF4-FFF2-40B4-BE49-F238E27FC236}">
                <a16:creationId xmlns:a16="http://schemas.microsoft.com/office/drawing/2014/main" id="{C3AEA16A-C927-58B5-F197-2900C0E9E8B9}"/>
              </a:ext>
            </a:extLst>
          </p:cNvPr>
          <p:cNvSpPr>
            <a:spLocks noGrp="1"/>
          </p:cNvSpPr>
          <p:nvPr>
            <p:ph type="title" hasCustomPrompt="1"/>
          </p:nvPr>
        </p:nvSpPr>
        <p:spPr/>
        <p:txBody>
          <a:bodyPr/>
          <a:lstStyle/>
          <a:p>
            <a:r>
              <a:rPr lang="en-US"/>
              <a:t>Click to edit Master text styles</a:t>
            </a:r>
          </a:p>
        </p:txBody>
      </p:sp>
      <p:sp>
        <p:nvSpPr>
          <p:cNvPr id="29" name="Espace réservé de la date 28">
            <a:extLst>
              <a:ext uri="{FF2B5EF4-FFF2-40B4-BE49-F238E27FC236}">
                <a16:creationId xmlns:a16="http://schemas.microsoft.com/office/drawing/2014/main" id="{FEA54EEF-8291-C020-041E-3D0AEF28E86A}"/>
              </a:ext>
            </a:extLst>
          </p:cNvPr>
          <p:cNvSpPr>
            <a:spLocks noGrp="1"/>
          </p:cNvSpPr>
          <p:nvPr>
            <p:ph type="dt" sz="half" idx="36"/>
          </p:nvPr>
        </p:nvSpPr>
        <p:spPr/>
        <p:txBody>
          <a:bodyPr/>
          <a:lstStyle/>
          <a:p>
            <a:fld id="{6122B2FA-3BDC-43E8-980F-0412CBCA044E}" type="datetime1">
              <a:rPr lang="en-US" smtClean="0"/>
              <a:t>4/1/2026</a:t>
            </a:fld>
            <a:endParaRPr lang="en-US"/>
          </a:p>
        </p:txBody>
      </p:sp>
      <p:sp>
        <p:nvSpPr>
          <p:cNvPr id="30" name="Espace réservé du pied de page 29">
            <a:extLst>
              <a:ext uri="{FF2B5EF4-FFF2-40B4-BE49-F238E27FC236}">
                <a16:creationId xmlns:a16="http://schemas.microsoft.com/office/drawing/2014/main" id="{0C9142B8-6FC4-BE19-D283-EAC37CE08814}"/>
              </a:ext>
            </a:extLst>
          </p:cNvPr>
          <p:cNvSpPr>
            <a:spLocks noGrp="1"/>
          </p:cNvSpPr>
          <p:nvPr>
            <p:ph type="ftr" sz="quarter" idx="37"/>
          </p:nvPr>
        </p:nvSpPr>
        <p:spPr/>
        <p:txBody>
          <a:bodyPr/>
          <a:lstStyle/>
          <a:p>
            <a:endParaRPr lang="en-US"/>
          </a:p>
        </p:txBody>
      </p:sp>
      <p:sp>
        <p:nvSpPr>
          <p:cNvPr id="31" name="Espace réservé du numéro de diapositive 30">
            <a:extLst>
              <a:ext uri="{FF2B5EF4-FFF2-40B4-BE49-F238E27FC236}">
                <a16:creationId xmlns:a16="http://schemas.microsoft.com/office/drawing/2014/main" id="{3481EFB4-CCD2-7BCC-36E5-501BCE7053B3}"/>
              </a:ext>
            </a:extLst>
          </p:cNvPr>
          <p:cNvSpPr>
            <a:spLocks noGrp="1"/>
          </p:cNvSpPr>
          <p:nvPr>
            <p:ph type="sldNum" sz="quarter" idx="38"/>
          </p:nvPr>
        </p:nvSpPr>
        <p:spPr/>
        <p:txBody>
          <a:bodyPr/>
          <a:lstStyle/>
          <a:p>
            <a:fld id="{A3DC67AC-589B-465F-8375-83B2CE47653E}" type="slidenum">
              <a:rPr lang="en-US" smtClean="0"/>
              <a:pPr/>
              <a:t>‹#›</a:t>
            </a:fld>
            <a:endParaRPr lang="en-US"/>
          </a:p>
        </p:txBody>
      </p:sp>
      <p:pic>
        <p:nvPicPr>
          <p:cNvPr id="15" name="Image 14">
            <a:extLst>
              <a:ext uri="{FF2B5EF4-FFF2-40B4-BE49-F238E27FC236}">
                <a16:creationId xmlns:a16="http://schemas.microsoft.com/office/drawing/2014/main" id="{4B81FCC7-270A-F141-8C44-722CBFC662D3}"/>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9" name="Espace réservé du texte 2">
            <a:extLst>
              <a:ext uri="{FF2B5EF4-FFF2-40B4-BE49-F238E27FC236}">
                <a16:creationId xmlns:a16="http://schemas.microsoft.com/office/drawing/2014/main" id="{82D68380-8C0C-654E-B053-948534080B5A}"/>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55483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7D57FA9-2CB1-2C5C-339A-ED5DFE06BA92}"/>
              </a:ext>
            </a:extLst>
          </p:cNvPr>
          <p:cNvSpPr>
            <a:spLocks noGrp="1"/>
          </p:cNvSpPr>
          <p:nvPr>
            <p:ph type="pic" sz="quarter" idx="16"/>
          </p:nvPr>
        </p:nvSpPr>
        <p:spPr>
          <a:xfrm>
            <a:off x="6191252" y="0"/>
            <a:ext cx="6000747" cy="6858000"/>
          </a:xfrm>
          <a:noFill/>
        </p:spPr>
        <p:txBody>
          <a:bodyPr anchor="ctr" anchorCtr="0">
            <a:normAutofit/>
          </a:bodyPr>
          <a:lstStyle>
            <a:lvl1pPr algn="ctr">
              <a:defRPr sz="1200">
                <a:solidFill>
                  <a:schemeClr val="tx1"/>
                </a:solidFill>
              </a:defRPr>
            </a:lvl1pPr>
          </a:lstStyle>
          <a:p>
            <a:endParaRPr lang="en-US"/>
          </a:p>
        </p:txBody>
      </p:sp>
      <p:sp>
        <p:nvSpPr>
          <p:cNvPr id="11" name="Text Placeholder 14">
            <a:extLst>
              <a:ext uri="{FF2B5EF4-FFF2-40B4-BE49-F238E27FC236}">
                <a16:creationId xmlns:a16="http://schemas.microsoft.com/office/drawing/2014/main" id="{D4198939-52AD-AC8D-05A8-C0D35240B85C}"/>
              </a:ext>
            </a:extLst>
          </p:cNvPr>
          <p:cNvSpPr>
            <a:spLocks noGrp="1"/>
          </p:cNvSpPr>
          <p:nvPr>
            <p:ph type="body" sz="quarter" idx="15" hasCustomPrompt="1"/>
          </p:nvPr>
        </p:nvSpPr>
        <p:spPr>
          <a:xfrm>
            <a:off x="492124" y="1016388"/>
            <a:ext cx="5508625"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13" name="Espace réservé du contenu 25">
            <a:extLst>
              <a:ext uri="{FF2B5EF4-FFF2-40B4-BE49-F238E27FC236}">
                <a16:creationId xmlns:a16="http://schemas.microsoft.com/office/drawing/2014/main" id="{C3F2DC33-B7C5-E159-8DA3-B03606C4E373}"/>
              </a:ext>
            </a:extLst>
          </p:cNvPr>
          <p:cNvSpPr>
            <a:spLocks noGrp="1"/>
          </p:cNvSpPr>
          <p:nvPr>
            <p:ph sz="quarter" idx="25"/>
          </p:nvPr>
        </p:nvSpPr>
        <p:spPr>
          <a:xfrm>
            <a:off x="492125" y="2025454"/>
            <a:ext cx="5514974"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5" name="Espace réservé de la date 24">
            <a:extLst>
              <a:ext uri="{FF2B5EF4-FFF2-40B4-BE49-F238E27FC236}">
                <a16:creationId xmlns:a16="http://schemas.microsoft.com/office/drawing/2014/main" id="{5FDF41EE-1453-21C4-FD06-F799380B1803}"/>
              </a:ext>
            </a:extLst>
          </p:cNvPr>
          <p:cNvSpPr>
            <a:spLocks noGrp="1"/>
          </p:cNvSpPr>
          <p:nvPr>
            <p:ph type="dt" sz="half" idx="26"/>
          </p:nvPr>
        </p:nvSpPr>
        <p:spPr/>
        <p:txBody>
          <a:bodyPr/>
          <a:lstStyle>
            <a:lvl1pPr>
              <a:defRPr>
                <a:solidFill>
                  <a:schemeClr val="bg1"/>
                </a:solidFill>
              </a:defRPr>
            </a:lvl1pPr>
          </a:lstStyle>
          <a:p>
            <a:fld id="{57A105A3-6A81-490A-942D-388A63CDF4A7}" type="datetime1">
              <a:rPr lang="en-US" smtClean="0"/>
              <a:t>4/1/2026</a:t>
            </a:fld>
            <a:endParaRPr lang="en-US"/>
          </a:p>
        </p:txBody>
      </p:sp>
      <p:sp>
        <p:nvSpPr>
          <p:cNvPr id="26" name="Espace réservé du pied de page 25">
            <a:extLst>
              <a:ext uri="{FF2B5EF4-FFF2-40B4-BE49-F238E27FC236}">
                <a16:creationId xmlns:a16="http://schemas.microsoft.com/office/drawing/2014/main" id="{7862F122-DFC0-5331-AE2A-07F0B1F8B30B}"/>
              </a:ext>
            </a:extLst>
          </p:cNvPr>
          <p:cNvSpPr>
            <a:spLocks noGrp="1"/>
          </p:cNvSpPr>
          <p:nvPr>
            <p:ph type="ftr" sz="quarter" idx="27"/>
          </p:nvPr>
        </p:nvSpPr>
        <p:spPr/>
        <p:txBody>
          <a:bodyPr/>
          <a:lstStyle/>
          <a:p>
            <a:endParaRPr lang="en-US"/>
          </a:p>
        </p:txBody>
      </p:sp>
      <p:sp>
        <p:nvSpPr>
          <p:cNvPr id="27" name="Espace réservé du numéro de diapositive 26">
            <a:extLst>
              <a:ext uri="{FF2B5EF4-FFF2-40B4-BE49-F238E27FC236}">
                <a16:creationId xmlns:a16="http://schemas.microsoft.com/office/drawing/2014/main" id="{8F23EF60-F055-45A3-AAB1-C1E901ED408E}"/>
              </a:ext>
            </a:extLst>
          </p:cNvPr>
          <p:cNvSpPr>
            <a:spLocks noGrp="1"/>
          </p:cNvSpPr>
          <p:nvPr>
            <p:ph type="sldNum" sz="quarter" idx="28"/>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28" name="Titre 27">
            <a:extLst>
              <a:ext uri="{FF2B5EF4-FFF2-40B4-BE49-F238E27FC236}">
                <a16:creationId xmlns:a16="http://schemas.microsoft.com/office/drawing/2014/main" id="{DC5D5E29-4BF0-585A-3272-598714843663}"/>
              </a:ext>
            </a:extLst>
          </p:cNvPr>
          <p:cNvSpPr>
            <a:spLocks noGrp="1"/>
          </p:cNvSpPr>
          <p:nvPr>
            <p:ph type="title" hasCustomPrompt="1"/>
          </p:nvPr>
        </p:nvSpPr>
        <p:spPr>
          <a:xfrm>
            <a:off x="492125" y="1268569"/>
            <a:ext cx="5514974" cy="276999"/>
          </a:xfrm>
        </p:spPr>
        <p:txBody>
          <a:bodyPr/>
          <a:lstStyle/>
          <a:p>
            <a:r>
              <a:rPr lang="en-US"/>
              <a:t>Click to edit Master text styles</a:t>
            </a:r>
          </a:p>
        </p:txBody>
      </p:sp>
      <p:pic>
        <p:nvPicPr>
          <p:cNvPr id="10" name="Image 9">
            <a:extLst>
              <a:ext uri="{FF2B5EF4-FFF2-40B4-BE49-F238E27FC236}">
                <a16:creationId xmlns:a16="http://schemas.microsoft.com/office/drawing/2014/main" id="{A299DC59-8B2E-6842-95A9-37E174BE5969}"/>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2" name="Espace réservé du texte 2">
            <a:extLst>
              <a:ext uri="{FF2B5EF4-FFF2-40B4-BE49-F238E27FC236}">
                <a16:creationId xmlns:a16="http://schemas.microsoft.com/office/drawing/2014/main" id="{6AD79DDE-3A28-AA4B-BAA6-4C1E54544652}"/>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45625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2 texts +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7D57FA9-2CB1-2C5C-339A-ED5DFE06BA92}"/>
              </a:ext>
            </a:extLst>
          </p:cNvPr>
          <p:cNvSpPr>
            <a:spLocks noGrp="1"/>
          </p:cNvSpPr>
          <p:nvPr>
            <p:ph type="pic" sz="quarter" idx="16"/>
          </p:nvPr>
        </p:nvSpPr>
        <p:spPr>
          <a:xfrm>
            <a:off x="9037638" y="0"/>
            <a:ext cx="3154362" cy="6858000"/>
          </a:xfrm>
          <a:noFill/>
        </p:spPr>
        <p:txBody>
          <a:bodyPr anchor="ctr" anchorCtr="0">
            <a:normAutofit/>
          </a:bodyPr>
          <a:lstStyle>
            <a:lvl1pPr algn="ctr">
              <a:defRPr sz="1200">
                <a:solidFill>
                  <a:schemeClr val="tx1"/>
                </a:solidFill>
              </a:defRPr>
            </a:lvl1pPr>
          </a:lstStyle>
          <a:p>
            <a:endParaRPr lang="en-US"/>
          </a:p>
        </p:txBody>
      </p:sp>
      <p:sp>
        <p:nvSpPr>
          <p:cNvPr id="11" name="Text Placeholder 14">
            <a:extLst>
              <a:ext uri="{FF2B5EF4-FFF2-40B4-BE49-F238E27FC236}">
                <a16:creationId xmlns:a16="http://schemas.microsoft.com/office/drawing/2014/main" id="{D4198939-52AD-AC8D-05A8-C0D35240B85C}"/>
              </a:ext>
            </a:extLst>
          </p:cNvPr>
          <p:cNvSpPr>
            <a:spLocks noGrp="1"/>
          </p:cNvSpPr>
          <p:nvPr>
            <p:ph type="body" sz="quarter" idx="15" hasCustomPrompt="1"/>
          </p:nvPr>
        </p:nvSpPr>
        <p:spPr>
          <a:xfrm>
            <a:off x="492125" y="1016388"/>
            <a:ext cx="74088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13" name="Espace réservé du contenu 25">
            <a:extLst>
              <a:ext uri="{FF2B5EF4-FFF2-40B4-BE49-F238E27FC236}">
                <a16:creationId xmlns:a16="http://schemas.microsoft.com/office/drawing/2014/main" id="{C3F2DC33-B7C5-E159-8DA3-B03606C4E373}"/>
              </a:ext>
            </a:extLst>
          </p:cNvPr>
          <p:cNvSpPr>
            <a:spLocks noGrp="1"/>
          </p:cNvSpPr>
          <p:nvPr>
            <p:ph sz="quarter" idx="25"/>
          </p:nvPr>
        </p:nvSpPr>
        <p:spPr>
          <a:xfrm>
            <a:off x="492125" y="2025454"/>
            <a:ext cx="3609975"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 name="Espace réservé du contenu 25">
            <a:extLst>
              <a:ext uri="{FF2B5EF4-FFF2-40B4-BE49-F238E27FC236}">
                <a16:creationId xmlns:a16="http://schemas.microsoft.com/office/drawing/2014/main" id="{740DF952-FD0C-492F-651E-5F024C39A284}"/>
              </a:ext>
            </a:extLst>
          </p:cNvPr>
          <p:cNvSpPr>
            <a:spLocks noGrp="1"/>
          </p:cNvSpPr>
          <p:nvPr>
            <p:ph sz="quarter" idx="29"/>
          </p:nvPr>
        </p:nvSpPr>
        <p:spPr>
          <a:xfrm>
            <a:off x="4289425" y="2025454"/>
            <a:ext cx="3611563"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5" name="Espace réservé de la date 4">
            <a:extLst>
              <a:ext uri="{FF2B5EF4-FFF2-40B4-BE49-F238E27FC236}">
                <a16:creationId xmlns:a16="http://schemas.microsoft.com/office/drawing/2014/main" id="{CA9B6AA0-DD7D-39C6-4995-B9BC847585FD}"/>
              </a:ext>
            </a:extLst>
          </p:cNvPr>
          <p:cNvSpPr>
            <a:spLocks noGrp="1"/>
          </p:cNvSpPr>
          <p:nvPr>
            <p:ph type="dt" sz="half" idx="30"/>
          </p:nvPr>
        </p:nvSpPr>
        <p:spPr/>
        <p:txBody>
          <a:bodyPr/>
          <a:lstStyle/>
          <a:p>
            <a:fld id="{D5E0BDDE-5D97-428B-A719-C53F2127AA7F}" type="datetime1">
              <a:rPr lang="en-US" smtClean="0"/>
              <a:t>4/1/2026</a:t>
            </a:fld>
            <a:endParaRPr lang="en-US"/>
          </a:p>
        </p:txBody>
      </p:sp>
      <p:sp>
        <p:nvSpPr>
          <p:cNvPr id="6" name="Espace réservé du pied de page 5">
            <a:extLst>
              <a:ext uri="{FF2B5EF4-FFF2-40B4-BE49-F238E27FC236}">
                <a16:creationId xmlns:a16="http://schemas.microsoft.com/office/drawing/2014/main" id="{64208C81-423F-6A87-65BF-C01F1E841958}"/>
              </a:ext>
            </a:extLst>
          </p:cNvPr>
          <p:cNvSpPr>
            <a:spLocks noGrp="1"/>
          </p:cNvSpPr>
          <p:nvPr>
            <p:ph type="ftr" sz="quarter" idx="31"/>
          </p:nvPr>
        </p:nvSpPr>
        <p:spPr/>
        <p:txBody>
          <a:bodyPr/>
          <a:lstStyle/>
          <a:p>
            <a:endParaRPr lang="en-US"/>
          </a:p>
        </p:txBody>
      </p:sp>
      <p:sp>
        <p:nvSpPr>
          <p:cNvPr id="7" name="Espace réservé du numéro de diapositive 6">
            <a:extLst>
              <a:ext uri="{FF2B5EF4-FFF2-40B4-BE49-F238E27FC236}">
                <a16:creationId xmlns:a16="http://schemas.microsoft.com/office/drawing/2014/main" id="{2B4FE53A-A665-FE0E-127D-17C2EC36F8DD}"/>
              </a:ext>
            </a:extLst>
          </p:cNvPr>
          <p:cNvSpPr>
            <a:spLocks noGrp="1"/>
          </p:cNvSpPr>
          <p:nvPr>
            <p:ph type="sldNum" sz="quarter" idx="32"/>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8" name="Titre 7">
            <a:extLst>
              <a:ext uri="{FF2B5EF4-FFF2-40B4-BE49-F238E27FC236}">
                <a16:creationId xmlns:a16="http://schemas.microsoft.com/office/drawing/2014/main" id="{9D4AA9C2-A3A3-ACFB-2356-E3AA5D328BEF}"/>
              </a:ext>
            </a:extLst>
          </p:cNvPr>
          <p:cNvSpPr>
            <a:spLocks noGrp="1"/>
          </p:cNvSpPr>
          <p:nvPr>
            <p:ph type="title" hasCustomPrompt="1"/>
          </p:nvPr>
        </p:nvSpPr>
        <p:spPr>
          <a:xfrm>
            <a:off x="492125" y="1268569"/>
            <a:ext cx="7408863" cy="276999"/>
          </a:xfrm>
        </p:spPr>
        <p:txBody>
          <a:bodyPr/>
          <a:lstStyle/>
          <a:p>
            <a:r>
              <a:rPr lang="en-US"/>
              <a:t>Click to edit Master text styles</a:t>
            </a:r>
          </a:p>
        </p:txBody>
      </p:sp>
      <p:pic>
        <p:nvPicPr>
          <p:cNvPr id="12" name="Image 11">
            <a:extLst>
              <a:ext uri="{FF2B5EF4-FFF2-40B4-BE49-F238E27FC236}">
                <a16:creationId xmlns:a16="http://schemas.microsoft.com/office/drawing/2014/main" id="{B637AC9C-9A2F-5B45-939D-E72C1B03E288}"/>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4" name="Espace réservé du texte 2">
            <a:extLst>
              <a:ext uri="{FF2B5EF4-FFF2-40B4-BE49-F238E27FC236}">
                <a16:creationId xmlns:a16="http://schemas.microsoft.com/office/drawing/2014/main" id="{840B441C-CD4C-9D45-AA3D-22BB0D83BD9D}"/>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466821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 2 bloc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C8E636-FAC8-2EB2-6F3D-EAC4246534EA}"/>
              </a:ext>
            </a:extLst>
          </p:cNvPr>
          <p:cNvSpPr/>
          <p:nvPr userDrawn="1"/>
        </p:nvSpPr>
        <p:spPr>
          <a:xfrm>
            <a:off x="6184900" y="0"/>
            <a:ext cx="60071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12">
            <a:extLst>
              <a:ext uri="{FF2B5EF4-FFF2-40B4-BE49-F238E27FC236}">
                <a16:creationId xmlns:a16="http://schemas.microsoft.com/office/drawing/2014/main" id="{926D7272-61D8-E5B0-D5E2-02DD05DEE44C}"/>
              </a:ext>
            </a:extLst>
          </p:cNvPr>
          <p:cNvSpPr/>
          <p:nvPr userDrawn="1"/>
        </p:nvSpPr>
        <p:spPr>
          <a:xfrm>
            <a:off x="6184900" y="0"/>
            <a:ext cx="6007100" cy="6858000"/>
          </a:xfrm>
          <a:custGeom>
            <a:avLst/>
            <a:gdLst>
              <a:gd name="connsiteX0" fmla="*/ 5990582 w 6007100"/>
              <a:gd name="connsiteY0" fmla="*/ 6529134 h 6858000"/>
              <a:gd name="connsiteX1" fmla="*/ 5996573 w 6007100"/>
              <a:gd name="connsiteY1" fmla="*/ 6532455 h 6858000"/>
              <a:gd name="connsiteX2" fmla="*/ 5816129 w 6007100"/>
              <a:gd name="connsiteY2" fmla="*/ 6858000 h 6858000"/>
              <a:gd name="connsiteX3" fmla="*/ 5808329 w 6007100"/>
              <a:gd name="connsiteY3" fmla="*/ 6858000 h 6858000"/>
              <a:gd name="connsiteX4" fmla="*/ 5809038 w 6007100"/>
              <a:gd name="connsiteY4" fmla="*/ 6856721 h 6858000"/>
              <a:gd name="connsiteX5" fmla="*/ 5809038 w 6007100"/>
              <a:gd name="connsiteY5" fmla="*/ 6856653 h 6858000"/>
              <a:gd name="connsiteX6" fmla="*/ 5499080 w 6007100"/>
              <a:gd name="connsiteY6" fmla="*/ 6529134 h 6858000"/>
              <a:gd name="connsiteX7" fmla="*/ 5505071 w 6007100"/>
              <a:gd name="connsiteY7" fmla="*/ 6532455 h 6858000"/>
              <a:gd name="connsiteX8" fmla="*/ 5324627 w 6007100"/>
              <a:gd name="connsiteY8" fmla="*/ 6858000 h 6858000"/>
              <a:gd name="connsiteX9" fmla="*/ 5316827 w 6007100"/>
              <a:gd name="connsiteY9" fmla="*/ 6858000 h 6858000"/>
              <a:gd name="connsiteX10" fmla="*/ 5317536 w 6007100"/>
              <a:gd name="connsiteY10" fmla="*/ 6856721 h 6858000"/>
              <a:gd name="connsiteX11" fmla="*/ 5317536 w 6007100"/>
              <a:gd name="connsiteY11" fmla="*/ 6856653 h 6858000"/>
              <a:gd name="connsiteX12" fmla="*/ 5007578 w 6007100"/>
              <a:gd name="connsiteY12" fmla="*/ 6529134 h 6858000"/>
              <a:gd name="connsiteX13" fmla="*/ 5013569 w 6007100"/>
              <a:gd name="connsiteY13" fmla="*/ 6532455 h 6858000"/>
              <a:gd name="connsiteX14" fmla="*/ 4833125 w 6007100"/>
              <a:gd name="connsiteY14" fmla="*/ 6858000 h 6858000"/>
              <a:gd name="connsiteX15" fmla="*/ 4825325 w 6007100"/>
              <a:gd name="connsiteY15" fmla="*/ 6858000 h 6858000"/>
              <a:gd name="connsiteX16" fmla="*/ 4826034 w 6007100"/>
              <a:gd name="connsiteY16" fmla="*/ 6856721 h 6858000"/>
              <a:gd name="connsiteX17" fmla="*/ 4826034 w 6007100"/>
              <a:gd name="connsiteY17" fmla="*/ 6856653 h 6858000"/>
              <a:gd name="connsiteX18" fmla="*/ 4516077 w 6007100"/>
              <a:gd name="connsiteY18" fmla="*/ 6529134 h 6858000"/>
              <a:gd name="connsiteX19" fmla="*/ 4522068 w 6007100"/>
              <a:gd name="connsiteY19" fmla="*/ 6532455 h 6858000"/>
              <a:gd name="connsiteX20" fmla="*/ 4341624 w 6007100"/>
              <a:gd name="connsiteY20" fmla="*/ 6858000 h 6858000"/>
              <a:gd name="connsiteX21" fmla="*/ 4333824 w 6007100"/>
              <a:gd name="connsiteY21" fmla="*/ 6858000 h 6858000"/>
              <a:gd name="connsiteX22" fmla="*/ 4334533 w 6007100"/>
              <a:gd name="connsiteY22" fmla="*/ 6856721 h 6858000"/>
              <a:gd name="connsiteX23" fmla="*/ 4334533 w 6007100"/>
              <a:gd name="connsiteY23" fmla="*/ 6856653 h 6858000"/>
              <a:gd name="connsiteX24" fmla="*/ 4024576 w 6007100"/>
              <a:gd name="connsiteY24" fmla="*/ 6529134 h 6858000"/>
              <a:gd name="connsiteX25" fmla="*/ 4030567 w 6007100"/>
              <a:gd name="connsiteY25" fmla="*/ 6532455 h 6858000"/>
              <a:gd name="connsiteX26" fmla="*/ 3850123 w 6007100"/>
              <a:gd name="connsiteY26" fmla="*/ 6858000 h 6858000"/>
              <a:gd name="connsiteX27" fmla="*/ 3842323 w 6007100"/>
              <a:gd name="connsiteY27" fmla="*/ 6858000 h 6858000"/>
              <a:gd name="connsiteX28" fmla="*/ 3843032 w 6007100"/>
              <a:gd name="connsiteY28" fmla="*/ 6856721 h 6858000"/>
              <a:gd name="connsiteX29" fmla="*/ 3843032 w 6007100"/>
              <a:gd name="connsiteY29" fmla="*/ 6856653 h 6858000"/>
              <a:gd name="connsiteX30" fmla="*/ 3533109 w 6007100"/>
              <a:gd name="connsiteY30" fmla="*/ 6529134 h 6858000"/>
              <a:gd name="connsiteX31" fmla="*/ 3539065 w 6007100"/>
              <a:gd name="connsiteY31" fmla="*/ 6532455 h 6858000"/>
              <a:gd name="connsiteX32" fmla="*/ 3358621 w 6007100"/>
              <a:gd name="connsiteY32" fmla="*/ 6858000 h 6858000"/>
              <a:gd name="connsiteX33" fmla="*/ 3350822 w 6007100"/>
              <a:gd name="connsiteY33" fmla="*/ 6858000 h 6858000"/>
              <a:gd name="connsiteX34" fmla="*/ 3351530 w 6007100"/>
              <a:gd name="connsiteY34" fmla="*/ 6856722 h 6858000"/>
              <a:gd name="connsiteX35" fmla="*/ 3351530 w 6007100"/>
              <a:gd name="connsiteY35" fmla="*/ 6856653 h 6858000"/>
              <a:gd name="connsiteX36" fmla="*/ 3041608 w 6007100"/>
              <a:gd name="connsiteY36" fmla="*/ 6529134 h 6858000"/>
              <a:gd name="connsiteX37" fmla="*/ 3047599 w 6007100"/>
              <a:gd name="connsiteY37" fmla="*/ 6532455 h 6858000"/>
              <a:gd name="connsiteX38" fmla="*/ 2867121 w 6007100"/>
              <a:gd name="connsiteY38" fmla="*/ 6858000 h 6858000"/>
              <a:gd name="connsiteX39" fmla="*/ 2859320 w 6007100"/>
              <a:gd name="connsiteY39" fmla="*/ 6858000 h 6858000"/>
              <a:gd name="connsiteX40" fmla="*/ 2860029 w 6007100"/>
              <a:gd name="connsiteY40" fmla="*/ 6856721 h 6858000"/>
              <a:gd name="connsiteX41" fmla="*/ 2860029 w 6007100"/>
              <a:gd name="connsiteY41" fmla="*/ 6856653 h 6858000"/>
              <a:gd name="connsiteX42" fmla="*/ 2550106 w 6007100"/>
              <a:gd name="connsiteY42" fmla="*/ 6529134 h 6858000"/>
              <a:gd name="connsiteX43" fmla="*/ 2556097 w 6007100"/>
              <a:gd name="connsiteY43" fmla="*/ 6532455 h 6858000"/>
              <a:gd name="connsiteX44" fmla="*/ 2375619 w 6007100"/>
              <a:gd name="connsiteY44" fmla="*/ 6858000 h 6858000"/>
              <a:gd name="connsiteX45" fmla="*/ 2367818 w 6007100"/>
              <a:gd name="connsiteY45" fmla="*/ 6858000 h 6858000"/>
              <a:gd name="connsiteX46" fmla="*/ 2368527 w 6007100"/>
              <a:gd name="connsiteY46" fmla="*/ 6856721 h 6858000"/>
              <a:gd name="connsiteX47" fmla="*/ 2368527 w 6007100"/>
              <a:gd name="connsiteY47" fmla="*/ 6856653 h 6858000"/>
              <a:gd name="connsiteX48" fmla="*/ 2058605 w 6007100"/>
              <a:gd name="connsiteY48" fmla="*/ 6529134 h 6858000"/>
              <a:gd name="connsiteX49" fmla="*/ 2064596 w 6007100"/>
              <a:gd name="connsiteY49" fmla="*/ 6532455 h 6858000"/>
              <a:gd name="connsiteX50" fmla="*/ 1884118 w 6007100"/>
              <a:gd name="connsiteY50" fmla="*/ 6858000 h 6858000"/>
              <a:gd name="connsiteX51" fmla="*/ 1876318 w 6007100"/>
              <a:gd name="connsiteY51" fmla="*/ 6858000 h 6858000"/>
              <a:gd name="connsiteX52" fmla="*/ 1877026 w 6007100"/>
              <a:gd name="connsiteY52" fmla="*/ 6856722 h 6858000"/>
              <a:gd name="connsiteX53" fmla="*/ 1877026 w 6007100"/>
              <a:gd name="connsiteY53" fmla="*/ 6856653 h 6858000"/>
              <a:gd name="connsiteX54" fmla="*/ 1567103 w 6007100"/>
              <a:gd name="connsiteY54" fmla="*/ 6529134 h 6858000"/>
              <a:gd name="connsiteX55" fmla="*/ 1573094 w 6007100"/>
              <a:gd name="connsiteY55" fmla="*/ 6532455 h 6858000"/>
              <a:gd name="connsiteX56" fmla="*/ 1392616 w 6007100"/>
              <a:gd name="connsiteY56" fmla="*/ 6858000 h 6858000"/>
              <a:gd name="connsiteX57" fmla="*/ 1384816 w 6007100"/>
              <a:gd name="connsiteY57" fmla="*/ 6858000 h 6858000"/>
              <a:gd name="connsiteX58" fmla="*/ 1385524 w 6007100"/>
              <a:gd name="connsiteY58" fmla="*/ 6856722 h 6858000"/>
              <a:gd name="connsiteX59" fmla="*/ 1385524 w 6007100"/>
              <a:gd name="connsiteY59" fmla="*/ 6856653 h 6858000"/>
              <a:gd name="connsiteX60" fmla="*/ 1075601 w 6007100"/>
              <a:gd name="connsiteY60" fmla="*/ 6529134 h 6858000"/>
              <a:gd name="connsiteX61" fmla="*/ 1081592 w 6007100"/>
              <a:gd name="connsiteY61" fmla="*/ 6532455 h 6858000"/>
              <a:gd name="connsiteX62" fmla="*/ 901148 w 6007100"/>
              <a:gd name="connsiteY62" fmla="*/ 6858000 h 6858000"/>
              <a:gd name="connsiteX63" fmla="*/ 893348 w 6007100"/>
              <a:gd name="connsiteY63" fmla="*/ 6858000 h 6858000"/>
              <a:gd name="connsiteX64" fmla="*/ 894057 w 6007100"/>
              <a:gd name="connsiteY64" fmla="*/ 6856721 h 6858000"/>
              <a:gd name="connsiteX65" fmla="*/ 894057 w 6007100"/>
              <a:gd name="connsiteY65" fmla="*/ 6856653 h 6858000"/>
              <a:gd name="connsiteX66" fmla="*/ 584100 w 6007100"/>
              <a:gd name="connsiteY66" fmla="*/ 6529134 h 6858000"/>
              <a:gd name="connsiteX67" fmla="*/ 590091 w 6007100"/>
              <a:gd name="connsiteY67" fmla="*/ 6532455 h 6858000"/>
              <a:gd name="connsiteX68" fmla="*/ 409647 w 6007100"/>
              <a:gd name="connsiteY68" fmla="*/ 6858000 h 6858000"/>
              <a:gd name="connsiteX69" fmla="*/ 401847 w 6007100"/>
              <a:gd name="connsiteY69" fmla="*/ 6858000 h 6858000"/>
              <a:gd name="connsiteX70" fmla="*/ 402556 w 6007100"/>
              <a:gd name="connsiteY70" fmla="*/ 6856721 h 6858000"/>
              <a:gd name="connsiteX71" fmla="*/ 402556 w 6007100"/>
              <a:gd name="connsiteY71" fmla="*/ 6856653 h 6858000"/>
              <a:gd name="connsiteX72" fmla="*/ 92599 w 6007100"/>
              <a:gd name="connsiteY72" fmla="*/ 6529134 h 6858000"/>
              <a:gd name="connsiteX73" fmla="*/ 98590 w 6007100"/>
              <a:gd name="connsiteY73" fmla="*/ 6532455 h 6858000"/>
              <a:gd name="connsiteX74" fmla="*/ 0 w 6007100"/>
              <a:gd name="connsiteY74" fmla="*/ 6710351 h 6858000"/>
              <a:gd name="connsiteX75" fmla="*/ 0 w 6007100"/>
              <a:gd name="connsiteY75" fmla="*/ 6696231 h 6858000"/>
              <a:gd name="connsiteX76" fmla="*/ 0 w 6007100"/>
              <a:gd name="connsiteY76" fmla="*/ 6235456 h 6858000"/>
              <a:gd name="connsiteX77" fmla="*/ 344358 w 6007100"/>
              <a:gd name="connsiteY77" fmla="*/ 6856653 h 6858000"/>
              <a:gd name="connsiteX78" fmla="*/ 341928 w 6007100"/>
              <a:gd name="connsiteY78" fmla="*/ 6858000 h 6858000"/>
              <a:gd name="connsiteX79" fmla="*/ 337273 w 6007100"/>
              <a:gd name="connsiteY79" fmla="*/ 6858000 h 6858000"/>
              <a:gd name="connsiteX80" fmla="*/ 0 w 6007100"/>
              <a:gd name="connsiteY80" fmla="*/ 6249483 h 6858000"/>
              <a:gd name="connsiteX81" fmla="*/ 5814995 w 6007100"/>
              <a:gd name="connsiteY81" fmla="*/ 6085766 h 6858000"/>
              <a:gd name="connsiteX82" fmla="*/ 5816808 w 6007100"/>
              <a:gd name="connsiteY82" fmla="*/ 6089087 h 6858000"/>
              <a:gd name="connsiteX83" fmla="*/ 5816843 w 6007100"/>
              <a:gd name="connsiteY83" fmla="*/ 6089087 h 6858000"/>
              <a:gd name="connsiteX84" fmla="*/ 6007100 w 6007100"/>
              <a:gd name="connsiteY84" fmla="*/ 6432325 h 6858000"/>
              <a:gd name="connsiteX85" fmla="*/ 6007100 w 6007100"/>
              <a:gd name="connsiteY85" fmla="*/ 6446428 h 6858000"/>
              <a:gd name="connsiteX86" fmla="*/ 5809038 w 6007100"/>
              <a:gd name="connsiteY86" fmla="*/ 6089087 h 6858000"/>
              <a:gd name="connsiteX87" fmla="*/ 5809038 w 6007100"/>
              <a:gd name="connsiteY87" fmla="*/ 6089053 h 6858000"/>
              <a:gd name="connsiteX88" fmla="*/ 5323493 w 6007100"/>
              <a:gd name="connsiteY88" fmla="*/ 6085766 h 6858000"/>
              <a:gd name="connsiteX89" fmla="*/ 5325307 w 6007100"/>
              <a:gd name="connsiteY89" fmla="*/ 6089087 h 6858000"/>
              <a:gd name="connsiteX90" fmla="*/ 5325342 w 6007100"/>
              <a:gd name="connsiteY90" fmla="*/ 6089087 h 6858000"/>
              <a:gd name="connsiteX91" fmla="*/ 5750839 w 6007100"/>
              <a:gd name="connsiteY91" fmla="*/ 6856653 h 6858000"/>
              <a:gd name="connsiteX92" fmla="*/ 5748409 w 6007100"/>
              <a:gd name="connsiteY92" fmla="*/ 6858000 h 6858000"/>
              <a:gd name="connsiteX93" fmla="*/ 5743754 w 6007100"/>
              <a:gd name="connsiteY93" fmla="*/ 6858000 h 6858000"/>
              <a:gd name="connsiteX94" fmla="*/ 5317536 w 6007100"/>
              <a:gd name="connsiteY94" fmla="*/ 6089087 h 6858000"/>
              <a:gd name="connsiteX95" fmla="*/ 5317536 w 6007100"/>
              <a:gd name="connsiteY95" fmla="*/ 6089053 h 6858000"/>
              <a:gd name="connsiteX96" fmla="*/ 4831991 w 6007100"/>
              <a:gd name="connsiteY96" fmla="*/ 6085766 h 6858000"/>
              <a:gd name="connsiteX97" fmla="*/ 4833805 w 6007100"/>
              <a:gd name="connsiteY97" fmla="*/ 6089087 h 6858000"/>
              <a:gd name="connsiteX98" fmla="*/ 4833840 w 6007100"/>
              <a:gd name="connsiteY98" fmla="*/ 6089087 h 6858000"/>
              <a:gd name="connsiteX99" fmla="*/ 5259337 w 6007100"/>
              <a:gd name="connsiteY99" fmla="*/ 6856653 h 6858000"/>
              <a:gd name="connsiteX100" fmla="*/ 5256907 w 6007100"/>
              <a:gd name="connsiteY100" fmla="*/ 6858000 h 6858000"/>
              <a:gd name="connsiteX101" fmla="*/ 5252252 w 6007100"/>
              <a:gd name="connsiteY101" fmla="*/ 6858000 h 6858000"/>
              <a:gd name="connsiteX102" fmla="*/ 4826034 w 6007100"/>
              <a:gd name="connsiteY102" fmla="*/ 6089087 h 6858000"/>
              <a:gd name="connsiteX103" fmla="*/ 4826034 w 6007100"/>
              <a:gd name="connsiteY103" fmla="*/ 6089053 h 6858000"/>
              <a:gd name="connsiteX104" fmla="*/ 4340490 w 6007100"/>
              <a:gd name="connsiteY104" fmla="*/ 6085766 h 6858000"/>
              <a:gd name="connsiteX105" fmla="*/ 4342304 w 6007100"/>
              <a:gd name="connsiteY105" fmla="*/ 6089087 h 6858000"/>
              <a:gd name="connsiteX106" fmla="*/ 4342373 w 6007100"/>
              <a:gd name="connsiteY106" fmla="*/ 6089087 h 6858000"/>
              <a:gd name="connsiteX107" fmla="*/ 4767836 w 6007100"/>
              <a:gd name="connsiteY107" fmla="*/ 6856653 h 6858000"/>
              <a:gd name="connsiteX108" fmla="*/ 4765406 w 6007100"/>
              <a:gd name="connsiteY108" fmla="*/ 6858000 h 6858000"/>
              <a:gd name="connsiteX109" fmla="*/ 4760751 w 6007100"/>
              <a:gd name="connsiteY109" fmla="*/ 6858000 h 6858000"/>
              <a:gd name="connsiteX110" fmla="*/ 4334533 w 6007100"/>
              <a:gd name="connsiteY110" fmla="*/ 6089087 h 6858000"/>
              <a:gd name="connsiteX111" fmla="*/ 4334533 w 6007100"/>
              <a:gd name="connsiteY111" fmla="*/ 6089053 h 6858000"/>
              <a:gd name="connsiteX112" fmla="*/ 3848989 w 6007100"/>
              <a:gd name="connsiteY112" fmla="*/ 6085766 h 6858000"/>
              <a:gd name="connsiteX113" fmla="*/ 3850838 w 6007100"/>
              <a:gd name="connsiteY113" fmla="*/ 6089087 h 6858000"/>
              <a:gd name="connsiteX114" fmla="*/ 3850871 w 6007100"/>
              <a:gd name="connsiteY114" fmla="*/ 6089087 h 6858000"/>
              <a:gd name="connsiteX115" fmla="*/ 4276335 w 6007100"/>
              <a:gd name="connsiteY115" fmla="*/ 6856653 h 6858000"/>
              <a:gd name="connsiteX116" fmla="*/ 4273905 w 6007100"/>
              <a:gd name="connsiteY116" fmla="*/ 6858000 h 6858000"/>
              <a:gd name="connsiteX117" fmla="*/ 4269250 w 6007100"/>
              <a:gd name="connsiteY117" fmla="*/ 6858000 h 6858000"/>
              <a:gd name="connsiteX118" fmla="*/ 3843032 w 6007100"/>
              <a:gd name="connsiteY118" fmla="*/ 6089087 h 6858000"/>
              <a:gd name="connsiteX119" fmla="*/ 3843032 w 6007100"/>
              <a:gd name="connsiteY119" fmla="*/ 6089053 h 6858000"/>
              <a:gd name="connsiteX120" fmla="*/ 3357487 w 6007100"/>
              <a:gd name="connsiteY120" fmla="*/ 6085766 h 6858000"/>
              <a:gd name="connsiteX121" fmla="*/ 3359336 w 6007100"/>
              <a:gd name="connsiteY121" fmla="*/ 6089087 h 6858000"/>
              <a:gd name="connsiteX122" fmla="*/ 3359370 w 6007100"/>
              <a:gd name="connsiteY122" fmla="*/ 6089087 h 6858000"/>
              <a:gd name="connsiteX123" fmla="*/ 3784833 w 6007100"/>
              <a:gd name="connsiteY123" fmla="*/ 6856653 h 6858000"/>
              <a:gd name="connsiteX124" fmla="*/ 3782403 w 6007100"/>
              <a:gd name="connsiteY124" fmla="*/ 6858000 h 6858000"/>
              <a:gd name="connsiteX125" fmla="*/ 3777748 w 6007100"/>
              <a:gd name="connsiteY125" fmla="*/ 6858000 h 6858000"/>
              <a:gd name="connsiteX126" fmla="*/ 3351530 w 6007100"/>
              <a:gd name="connsiteY126" fmla="*/ 6089087 h 6858000"/>
              <a:gd name="connsiteX127" fmla="*/ 3351530 w 6007100"/>
              <a:gd name="connsiteY127" fmla="*/ 6089053 h 6858000"/>
              <a:gd name="connsiteX128" fmla="*/ 2865986 w 6007100"/>
              <a:gd name="connsiteY128" fmla="*/ 6085766 h 6858000"/>
              <a:gd name="connsiteX129" fmla="*/ 2867835 w 6007100"/>
              <a:gd name="connsiteY129" fmla="*/ 6089087 h 6858000"/>
              <a:gd name="connsiteX130" fmla="*/ 2867869 w 6007100"/>
              <a:gd name="connsiteY130" fmla="*/ 6089087 h 6858000"/>
              <a:gd name="connsiteX131" fmla="*/ 3293332 w 6007100"/>
              <a:gd name="connsiteY131" fmla="*/ 6856653 h 6858000"/>
              <a:gd name="connsiteX132" fmla="*/ 3290902 w 6007100"/>
              <a:gd name="connsiteY132" fmla="*/ 6858000 h 6858000"/>
              <a:gd name="connsiteX133" fmla="*/ 3286247 w 6007100"/>
              <a:gd name="connsiteY133" fmla="*/ 6858000 h 6858000"/>
              <a:gd name="connsiteX134" fmla="*/ 2860029 w 6007100"/>
              <a:gd name="connsiteY134" fmla="*/ 6089087 h 6858000"/>
              <a:gd name="connsiteX135" fmla="*/ 2860029 w 6007100"/>
              <a:gd name="connsiteY135" fmla="*/ 6089053 h 6858000"/>
              <a:gd name="connsiteX136" fmla="*/ 2374485 w 6007100"/>
              <a:gd name="connsiteY136" fmla="*/ 6085766 h 6858000"/>
              <a:gd name="connsiteX137" fmla="*/ 2376333 w 6007100"/>
              <a:gd name="connsiteY137" fmla="*/ 6089087 h 6858000"/>
              <a:gd name="connsiteX138" fmla="*/ 2376367 w 6007100"/>
              <a:gd name="connsiteY138" fmla="*/ 6089087 h 6858000"/>
              <a:gd name="connsiteX139" fmla="*/ 2801830 w 6007100"/>
              <a:gd name="connsiteY139" fmla="*/ 6856653 h 6858000"/>
              <a:gd name="connsiteX140" fmla="*/ 2799400 w 6007100"/>
              <a:gd name="connsiteY140" fmla="*/ 6858000 h 6858000"/>
              <a:gd name="connsiteX141" fmla="*/ 2794745 w 6007100"/>
              <a:gd name="connsiteY141" fmla="*/ 6858000 h 6858000"/>
              <a:gd name="connsiteX142" fmla="*/ 2368527 w 6007100"/>
              <a:gd name="connsiteY142" fmla="*/ 6089087 h 6858000"/>
              <a:gd name="connsiteX143" fmla="*/ 2368527 w 6007100"/>
              <a:gd name="connsiteY143" fmla="*/ 6089053 h 6858000"/>
              <a:gd name="connsiteX144" fmla="*/ 1882983 w 6007100"/>
              <a:gd name="connsiteY144" fmla="*/ 6085766 h 6858000"/>
              <a:gd name="connsiteX145" fmla="*/ 1884832 w 6007100"/>
              <a:gd name="connsiteY145" fmla="*/ 6089087 h 6858000"/>
              <a:gd name="connsiteX146" fmla="*/ 1884866 w 6007100"/>
              <a:gd name="connsiteY146" fmla="*/ 6089087 h 6858000"/>
              <a:gd name="connsiteX147" fmla="*/ 2310329 w 6007100"/>
              <a:gd name="connsiteY147" fmla="*/ 6856653 h 6858000"/>
              <a:gd name="connsiteX148" fmla="*/ 2307899 w 6007100"/>
              <a:gd name="connsiteY148" fmla="*/ 6858000 h 6858000"/>
              <a:gd name="connsiteX149" fmla="*/ 2303244 w 6007100"/>
              <a:gd name="connsiteY149" fmla="*/ 6858000 h 6858000"/>
              <a:gd name="connsiteX150" fmla="*/ 1877026 w 6007100"/>
              <a:gd name="connsiteY150" fmla="*/ 6089087 h 6858000"/>
              <a:gd name="connsiteX151" fmla="*/ 1877026 w 6007100"/>
              <a:gd name="connsiteY151" fmla="*/ 6089053 h 6858000"/>
              <a:gd name="connsiteX152" fmla="*/ 1391481 w 6007100"/>
              <a:gd name="connsiteY152" fmla="*/ 6085766 h 6858000"/>
              <a:gd name="connsiteX153" fmla="*/ 1393330 w 6007100"/>
              <a:gd name="connsiteY153" fmla="*/ 6089087 h 6858000"/>
              <a:gd name="connsiteX154" fmla="*/ 1393364 w 6007100"/>
              <a:gd name="connsiteY154" fmla="*/ 6089087 h 6858000"/>
              <a:gd name="connsiteX155" fmla="*/ 1818827 w 6007100"/>
              <a:gd name="connsiteY155" fmla="*/ 6856653 h 6858000"/>
              <a:gd name="connsiteX156" fmla="*/ 1816397 w 6007100"/>
              <a:gd name="connsiteY156" fmla="*/ 6858000 h 6858000"/>
              <a:gd name="connsiteX157" fmla="*/ 1811742 w 6007100"/>
              <a:gd name="connsiteY157" fmla="*/ 6858000 h 6858000"/>
              <a:gd name="connsiteX158" fmla="*/ 1385524 w 6007100"/>
              <a:gd name="connsiteY158" fmla="*/ 6089087 h 6858000"/>
              <a:gd name="connsiteX159" fmla="*/ 1385524 w 6007100"/>
              <a:gd name="connsiteY159" fmla="*/ 6089053 h 6858000"/>
              <a:gd name="connsiteX160" fmla="*/ 900014 w 6007100"/>
              <a:gd name="connsiteY160" fmla="*/ 6085766 h 6858000"/>
              <a:gd name="connsiteX161" fmla="*/ 901828 w 6007100"/>
              <a:gd name="connsiteY161" fmla="*/ 6089087 h 6858000"/>
              <a:gd name="connsiteX162" fmla="*/ 901863 w 6007100"/>
              <a:gd name="connsiteY162" fmla="*/ 6089087 h 6858000"/>
              <a:gd name="connsiteX163" fmla="*/ 1327326 w 6007100"/>
              <a:gd name="connsiteY163" fmla="*/ 6856653 h 6858000"/>
              <a:gd name="connsiteX164" fmla="*/ 1324896 w 6007100"/>
              <a:gd name="connsiteY164" fmla="*/ 6858000 h 6858000"/>
              <a:gd name="connsiteX165" fmla="*/ 1320241 w 6007100"/>
              <a:gd name="connsiteY165" fmla="*/ 6858000 h 6858000"/>
              <a:gd name="connsiteX166" fmla="*/ 894057 w 6007100"/>
              <a:gd name="connsiteY166" fmla="*/ 6089087 h 6858000"/>
              <a:gd name="connsiteX167" fmla="*/ 894057 w 6007100"/>
              <a:gd name="connsiteY167" fmla="*/ 6089053 h 6858000"/>
              <a:gd name="connsiteX168" fmla="*/ 408513 w 6007100"/>
              <a:gd name="connsiteY168" fmla="*/ 6085766 h 6858000"/>
              <a:gd name="connsiteX169" fmla="*/ 410326 w 6007100"/>
              <a:gd name="connsiteY169" fmla="*/ 6089087 h 6858000"/>
              <a:gd name="connsiteX170" fmla="*/ 410361 w 6007100"/>
              <a:gd name="connsiteY170" fmla="*/ 6089087 h 6858000"/>
              <a:gd name="connsiteX171" fmla="*/ 835824 w 6007100"/>
              <a:gd name="connsiteY171" fmla="*/ 6856653 h 6858000"/>
              <a:gd name="connsiteX172" fmla="*/ 833394 w 6007100"/>
              <a:gd name="connsiteY172" fmla="*/ 6858000 h 6858000"/>
              <a:gd name="connsiteX173" fmla="*/ 828739 w 6007100"/>
              <a:gd name="connsiteY173" fmla="*/ 6858000 h 6858000"/>
              <a:gd name="connsiteX174" fmla="*/ 402556 w 6007100"/>
              <a:gd name="connsiteY174" fmla="*/ 6089087 h 6858000"/>
              <a:gd name="connsiteX175" fmla="*/ 402556 w 6007100"/>
              <a:gd name="connsiteY175" fmla="*/ 6089053 h 6858000"/>
              <a:gd name="connsiteX176" fmla="*/ 5990582 w 6007100"/>
              <a:gd name="connsiteY176" fmla="*/ 5642432 h 6858000"/>
              <a:gd name="connsiteX177" fmla="*/ 5996573 w 6007100"/>
              <a:gd name="connsiteY177" fmla="*/ 5645753 h 6858000"/>
              <a:gd name="connsiteX178" fmla="*/ 5809038 w 6007100"/>
              <a:gd name="connsiteY178" fmla="*/ 5984090 h 6858000"/>
              <a:gd name="connsiteX179" fmla="*/ 5809038 w 6007100"/>
              <a:gd name="connsiteY179" fmla="*/ 5984158 h 6858000"/>
              <a:gd name="connsiteX180" fmla="*/ 5750873 w 6007100"/>
              <a:gd name="connsiteY180" fmla="*/ 6089087 h 6858000"/>
              <a:gd name="connsiteX181" fmla="*/ 5750840 w 6007100"/>
              <a:gd name="connsiteY181" fmla="*/ 6089087 h 6858000"/>
              <a:gd name="connsiteX182" fmla="*/ 5569261 w 6007100"/>
              <a:gd name="connsiteY182" fmla="*/ 6416640 h 6858000"/>
              <a:gd name="connsiteX183" fmla="*/ 5563270 w 6007100"/>
              <a:gd name="connsiteY183" fmla="*/ 6413320 h 6858000"/>
              <a:gd name="connsiteX184" fmla="*/ 5743000 w 6007100"/>
              <a:gd name="connsiteY184" fmla="*/ 6089087 h 6858000"/>
              <a:gd name="connsiteX185" fmla="*/ 5743034 w 6007100"/>
              <a:gd name="connsiteY185" fmla="*/ 6089087 h 6858000"/>
              <a:gd name="connsiteX186" fmla="*/ 5809038 w 6007100"/>
              <a:gd name="connsiteY186" fmla="*/ 5970020 h 6858000"/>
              <a:gd name="connsiteX187" fmla="*/ 5809038 w 6007100"/>
              <a:gd name="connsiteY187" fmla="*/ 5969986 h 6858000"/>
              <a:gd name="connsiteX188" fmla="*/ 5499080 w 6007100"/>
              <a:gd name="connsiteY188" fmla="*/ 5642432 h 6858000"/>
              <a:gd name="connsiteX189" fmla="*/ 5505071 w 6007100"/>
              <a:gd name="connsiteY189" fmla="*/ 5645753 h 6858000"/>
              <a:gd name="connsiteX190" fmla="*/ 5317536 w 6007100"/>
              <a:gd name="connsiteY190" fmla="*/ 5984090 h 6858000"/>
              <a:gd name="connsiteX191" fmla="*/ 5317536 w 6007100"/>
              <a:gd name="connsiteY191" fmla="*/ 5984158 h 6858000"/>
              <a:gd name="connsiteX192" fmla="*/ 5259372 w 6007100"/>
              <a:gd name="connsiteY192" fmla="*/ 6089087 h 6858000"/>
              <a:gd name="connsiteX193" fmla="*/ 5259338 w 6007100"/>
              <a:gd name="connsiteY193" fmla="*/ 6089087 h 6858000"/>
              <a:gd name="connsiteX194" fmla="*/ 5077759 w 6007100"/>
              <a:gd name="connsiteY194" fmla="*/ 6416640 h 6858000"/>
              <a:gd name="connsiteX195" fmla="*/ 5071768 w 6007100"/>
              <a:gd name="connsiteY195" fmla="*/ 6413320 h 6858000"/>
              <a:gd name="connsiteX196" fmla="*/ 5251498 w 6007100"/>
              <a:gd name="connsiteY196" fmla="*/ 6089087 h 6858000"/>
              <a:gd name="connsiteX197" fmla="*/ 5251532 w 6007100"/>
              <a:gd name="connsiteY197" fmla="*/ 6089087 h 6858000"/>
              <a:gd name="connsiteX198" fmla="*/ 5317536 w 6007100"/>
              <a:gd name="connsiteY198" fmla="*/ 5970020 h 6858000"/>
              <a:gd name="connsiteX199" fmla="*/ 5317536 w 6007100"/>
              <a:gd name="connsiteY199" fmla="*/ 5969986 h 6858000"/>
              <a:gd name="connsiteX200" fmla="*/ 5007578 w 6007100"/>
              <a:gd name="connsiteY200" fmla="*/ 5642432 h 6858000"/>
              <a:gd name="connsiteX201" fmla="*/ 5013569 w 6007100"/>
              <a:gd name="connsiteY201" fmla="*/ 5645753 h 6858000"/>
              <a:gd name="connsiteX202" fmla="*/ 4826034 w 6007100"/>
              <a:gd name="connsiteY202" fmla="*/ 5984090 h 6858000"/>
              <a:gd name="connsiteX203" fmla="*/ 4826034 w 6007100"/>
              <a:gd name="connsiteY203" fmla="*/ 5984158 h 6858000"/>
              <a:gd name="connsiteX204" fmla="*/ 4767870 w 6007100"/>
              <a:gd name="connsiteY204" fmla="*/ 6089087 h 6858000"/>
              <a:gd name="connsiteX205" fmla="*/ 4767836 w 6007100"/>
              <a:gd name="connsiteY205" fmla="*/ 6089087 h 6858000"/>
              <a:gd name="connsiteX206" fmla="*/ 4586257 w 6007100"/>
              <a:gd name="connsiteY206" fmla="*/ 6416640 h 6858000"/>
              <a:gd name="connsiteX207" fmla="*/ 4580266 w 6007100"/>
              <a:gd name="connsiteY207" fmla="*/ 6413320 h 6858000"/>
              <a:gd name="connsiteX208" fmla="*/ 4759996 w 6007100"/>
              <a:gd name="connsiteY208" fmla="*/ 6089087 h 6858000"/>
              <a:gd name="connsiteX209" fmla="*/ 4760030 w 6007100"/>
              <a:gd name="connsiteY209" fmla="*/ 6089087 h 6858000"/>
              <a:gd name="connsiteX210" fmla="*/ 4826034 w 6007100"/>
              <a:gd name="connsiteY210" fmla="*/ 5970020 h 6858000"/>
              <a:gd name="connsiteX211" fmla="*/ 4826034 w 6007100"/>
              <a:gd name="connsiteY211" fmla="*/ 5969986 h 6858000"/>
              <a:gd name="connsiteX212" fmla="*/ 4516077 w 6007100"/>
              <a:gd name="connsiteY212" fmla="*/ 5642432 h 6858000"/>
              <a:gd name="connsiteX213" fmla="*/ 4522068 w 6007100"/>
              <a:gd name="connsiteY213" fmla="*/ 5645753 h 6858000"/>
              <a:gd name="connsiteX214" fmla="*/ 4334533 w 6007100"/>
              <a:gd name="connsiteY214" fmla="*/ 5984090 h 6858000"/>
              <a:gd name="connsiteX215" fmla="*/ 4334533 w 6007100"/>
              <a:gd name="connsiteY215" fmla="*/ 5984158 h 6858000"/>
              <a:gd name="connsiteX216" fmla="*/ 4276369 w 6007100"/>
              <a:gd name="connsiteY216" fmla="*/ 6089087 h 6858000"/>
              <a:gd name="connsiteX217" fmla="*/ 4276334 w 6007100"/>
              <a:gd name="connsiteY217" fmla="*/ 6089087 h 6858000"/>
              <a:gd name="connsiteX218" fmla="*/ 4094757 w 6007100"/>
              <a:gd name="connsiteY218" fmla="*/ 6416640 h 6858000"/>
              <a:gd name="connsiteX219" fmla="*/ 4088799 w 6007100"/>
              <a:gd name="connsiteY219" fmla="*/ 6413320 h 6858000"/>
              <a:gd name="connsiteX220" fmla="*/ 4268495 w 6007100"/>
              <a:gd name="connsiteY220" fmla="*/ 6089087 h 6858000"/>
              <a:gd name="connsiteX221" fmla="*/ 4268529 w 6007100"/>
              <a:gd name="connsiteY221" fmla="*/ 6089087 h 6858000"/>
              <a:gd name="connsiteX222" fmla="*/ 4334533 w 6007100"/>
              <a:gd name="connsiteY222" fmla="*/ 5970020 h 6858000"/>
              <a:gd name="connsiteX223" fmla="*/ 4334533 w 6007100"/>
              <a:gd name="connsiteY223" fmla="*/ 5969986 h 6858000"/>
              <a:gd name="connsiteX224" fmla="*/ 4024576 w 6007100"/>
              <a:gd name="connsiteY224" fmla="*/ 5642432 h 6858000"/>
              <a:gd name="connsiteX225" fmla="*/ 4030567 w 6007100"/>
              <a:gd name="connsiteY225" fmla="*/ 5645753 h 6858000"/>
              <a:gd name="connsiteX226" fmla="*/ 3843032 w 6007100"/>
              <a:gd name="connsiteY226" fmla="*/ 5984090 h 6858000"/>
              <a:gd name="connsiteX227" fmla="*/ 3843032 w 6007100"/>
              <a:gd name="connsiteY227" fmla="*/ 5984158 h 6858000"/>
              <a:gd name="connsiteX228" fmla="*/ 3784868 w 6007100"/>
              <a:gd name="connsiteY228" fmla="*/ 6089087 h 6858000"/>
              <a:gd name="connsiteX229" fmla="*/ 3784833 w 6007100"/>
              <a:gd name="connsiteY229" fmla="*/ 6089087 h 6858000"/>
              <a:gd name="connsiteX230" fmla="*/ 3603289 w 6007100"/>
              <a:gd name="connsiteY230" fmla="*/ 6416640 h 6858000"/>
              <a:gd name="connsiteX231" fmla="*/ 3597298 w 6007100"/>
              <a:gd name="connsiteY231" fmla="*/ 6413320 h 6858000"/>
              <a:gd name="connsiteX232" fmla="*/ 3776994 w 6007100"/>
              <a:gd name="connsiteY232" fmla="*/ 6089087 h 6858000"/>
              <a:gd name="connsiteX233" fmla="*/ 3777062 w 6007100"/>
              <a:gd name="connsiteY233" fmla="*/ 6089087 h 6858000"/>
              <a:gd name="connsiteX234" fmla="*/ 3843032 w 6007100"/>
              <a:gd name="connsiteY234" fmla="*/ 5970020 h 6858000"/>
              <a:gd name="connsiteX235" fmla="*/ 3843032 w 6007100"/>
              <a:gd name="connsiteY235" fmla="*/ 5969986 h 6858000"/>
              <a:gd name="connsiteX236" fmla="*/ 3533109 w 6007100"/>
              <a:gd name="connsiteY236" fmla="*/ 5642432 h 6858000"/>
              <a:gd name="connsiteX237" fmla="*/ 3539065 w 6007100"/>
              <a:gd name="connsiteY237" fmla="*/ 5645753 h 6858000"/>
              <a:gd name="connsiteX238" fmla="*/ 3351531 w 6007100"/>
              <a:gd name="connsiteY238" fmla="*/ 5984088 h 6858000"/>
              <a:gd name="connsiteX239" fmla="*/ 3351531 w 6007100"/>
              <a:gd name="connsiteY239" fmla="*/ 5984158 h 6858000"/>
              <a:gd name="connsiteX240" fmla="*/ 3293367 w 6007100"/>
              <a:gd name="connsiteY240" fmla="*/ 6089087 h 6858000"/>
              <a:gd name="connsiteX241" fmla="*/ 3293331 w 6007100"/>
              <a:gd name="connsiteY241" fmla="*/ 6089087 h 6858000"/>
              <a:gd name="connsiteX242" fmla="*/ 3111787 w 6007100"/>
              <a:gd name="connsiteY242" fmla="*/ 6416640 h 6858000"/>
              <a:gd name="connsiteX243" fmla="*/ 3105796 w 6007100"/>
              <a:gd name="connsiteY243" fmla="*/ 6413320 h 6858000"/>
              <a:gd name="connsiteX244" fmla="*/ 3285526 w 6007100"/>
              <a:gd name="connsiteY244" fmla="*/ 6089087 h 6858000"/>
              <a:gd name="connsiteX245" fmla="*/ 3285561 w 6007100"/>
              <a:gd name="connsiteY245" fmla="*/ 6089087 h 6858000"/>
              <a:gd name="connsiteX246" fmla="*/ 3351530 w 6007100"/>
              <a:gd name="connsiteY246" fmla="*/ 5970022 h 6858000"/>
              <a:gd name="connsiteX247" fmla="*/ 3351530 w 6007100"/>
              <a:gd name="connsiteY247" fmla="*/ 5969986 h 6858000"/>
              <a:gd name="connsiteX248" fmla="*/ 3041608 w 6007100"/>
              <a:gd name="connsiteY248" fmla="*/ 5642432 h 6858000"/>
              <a:gd name="connsiteX249" fmla="*/ 3047599 w 6007100"/>
              <a:gd name="connsiteY249" fmla="*/ 5645753 h 6858000"/>
              <a:gd name="connsiteX250" fmla="*/ 2860029 w 6007100"/>
              <a:gd name="connsiteY250" fmla="*/ 5984090 h 6858000"/>
              <a:gd name="connsiteX251" fmla="*/ 2860029 w 6007100"/>
              <a:gd name="connsiteY251" fmla="*/ 5984158 h 6858000"/>
              <a:gd name="connsiteX252" fmla="*/ 2801865 w 6007100"/>
              <a:gd name="connsiteY252" fmla="*/ 6089087 h 6858000"/>
              <a:gd name="connsiteX253" fmla="*/ 2801830 w 6007100"/>
              <a:gd name="connsiteY253" fmla="*/ 6089087 h 6858000"/>
              <a:gd name="connsiteX254" fmla="*/ 2620286 w 6007100"/>
              <a:gd name="connsiteY254" fmla="*/ 6416640 h 6858000"/>
              <a:gd name="connsiteX255" fmla="*/ 2614295 w 6007100"/>
              <a:gd name="connsiteY255" fmla="*/ 6413320 h 6858000"/>
              <a:gd name="connsiteX256" fmla="*/ 2794025 w 6007100"/>
              <a:gd name="connsiteY256" fmla="*/ 6089087 h 6858000"/>
              <a:gd name="connsiteX257" fmla="*/ 2794059 w 6007100"/>
              <a:gd name="connsiteY257" fmla="*/ 6089087 h 6858000"/>
              <a:gd name="connsiteX258" fmla="*/ 2860029 w 6007100"/>
              <a:gd name="connsiteY258" fmla="*/ 5970020 h 6858000"/>
              <a:gd name="connsiteX259" fmla="*/ 2860029 w 6007100"/>
              <a:gd name="connsiteY259" fmla="*/ 5969986 h 6858000"/>
              <a:gd name="connsiteX260" fmla="*/ 2550106 w 6007100"/>
              <a:gd name="connsiteY260" fmla="*/ 5642432 h 6858000"/>
              <a:gd name="connsiteX261" fmla="*/ 2556097 w 6007100"/>
              <a:gd name="connsiteY261" fmla="*/ 5645753 h 6858000"/>
              <a:gd name="connsiteX262" fmla="*/ 2368527 w 6007100"/>
              <a:gd name="connsiteY262" fmla="*/ 5984090 h 6858000"/>
              <a:gd name="connsiteX263" fmla="*/ 2368527 w 6007100"/>
              <a:gd name="connsiteY263" fmla="*/ 5984158 h 6858000"/>
              <a:gd name="connsiteX264" fmla="*/ 2310363 w 6007100"/>
              <a:gd name="connsiteY264" fmla="*/ 6089087 h 6858000"/>
              <a:gd name="connsiteX265" fmla="*/ 2310329 w 6007100"/>
              <a:gd name="connsiteY265" fmla="*/ 6089087 h 6858000"/>
              <a:gd name="connsiteX266" fmla="*/ 2128785 w 6007100"/>
              <a:gd name="connsiteY266" fmla="*/ 6416640 h 6858000"/>
              <a:gd name="connsiteX267" fmla="*/ 2122794 w 6007100"/>
              <a:gd name="connsiteY267" fmla="*/ 6413320 h 6858000"/>
              <a:gd name="connsiteX268" fmla="*/ 2302524 w 6007100"/>
              <a:gd name="connsiteY268" fmla="*/ 6089087 h 6858000"/>
              <a:gd name="connsiteX269" fmla="*/ 2302558 w 6007100"/>
              <a:gd name="connsiteY269" fmla="*/ 6089087 h 6858000"/>
              <a:gd name="connsiteX270" fmla="*/ 2368527 w 6007100"/>
              <a:gd name="connsiteY270" fmla="*/ 5970020 h 6858000"/>
              <a:gd name="connsiteX271" fmla="*/ 2368527 w 6007100"/>
              <a:gd name="connsiteY271" fmla="*/ 5969986 h 6858000"/>
              <a:gd name="connsiteX272" fmla="*/ 2058605 w 6007100"/>
              <a:gd name="connsiteY272" fmla="*/ 5642432 h 6858000"/>
              <a:gd name="connsiteX273" fmla="*/ 2064596 w 6007100"/>
              <a:gd name="connsiteY273" fmla="*/ 5645753 h 6858000"/>
              <a:gd name="connsiteX274" fmla="*/ 1877027 w 6007100"/>
              <a:gd name="connsiteY274" fmla="*/ 5984088 h 6858000"/>
              <a:gd name="connsiteX275" fmla="*/ 1877027 w 6007100"/>
              <a:gd name="connsiteY275" fmla="*/ 5984158 h 6858000"/>
              <a:gd name="connsiteX276" fmla="*/ 1818897 w 6007100"/>
              <a:gd name="connsiteY276" fmla="*/ 6089087 h 6858000"/>
              <a:gd name="connsiteX277" fmla="*/ 1818827 w 6007100"/>
              <a:gd name="connsiteY277" fmla="*/ 6089087 h 6858000"/>
              <a:gd name="connsiteX278" fmla="*/ 1637283 w 6007100"/>
              <a:gd name="connsiteY278" fmla="*/ 6416640 h 6858000"/>
              <a:gd name="connsiteX279" fmla="*/ 1631292 w 6007100"/>
              <a:gd name="connsiteY279" fmla="*/ 6413320 h 6858000"/>
              <a:gd name="connsiteX280" fmla="*/ 1811022 w 6007100"/>
              <a:gd name="connsiteY280" fmla="*/ 6089087 h 6858000"/>
              <a:gd name="connsiteX281" fmla="*/ 1811057 w 6007100"/>
              <a:gd name="connsiteY281" fmla="*/ 6089087 h 6858000"/>
              <a:gd name="connsiteX282" fmla="*/ 1877026 w 6007100"/>
              <a:gd name="connsiteY282" fmla="*/ 5970022 h 6858000"/>
              <a:gd name="connsiteX283" fmla="*/ 1877026 w 6007100"/>
              <a:gd name="connsiteY283" fmla="*/ 5969986 h 6858000"/>
              <a:gd name="connsiteX284" fmla="*/ 1567103 w 6007100"/>
              <a:gd name="connsiteY284" fmla="*/ 5642432 h 6858000"/>
              <a:gd name="connsiteX285" fmla="*/ 1573094 w 6007100"/>
              <a:gd name="connsiteY285" fmla="*/ 5645753 h 6858000"/>
              <a:gd name="connsiteX286" fmla="*/ 1385525 w 6007100"/>
              <a:gd name="connsiteY286" fmla="*/ 5984088 h 6858000"/>
              <a:gd name="connsiteX287" fmla="*/ 1385525 w 6007100"/>
              <a:gd name="connsiteY287" fmla="*/ 5984158 h 6858000"/>
              <a:gd name="connsiteX288" fmla="*/ 1327395 w 6007100"/>
              <a:gd name="connsiteY288" fmla="*/ 6089087 h 6858000"/>
              <a:gd name="connsiteX289" fmla="*/ 1327361 w 6007100"/>
              <a:gd name="connsiteY289" fmla="*/ 6089087 h 6858000"/>
              <a:gd name="connsiteX290" fmla="*/ 1145782 w 6007100"/>
              <a:gd name="connsiteY290" fmla="*/ 6416640 h 6858000"/>
              <a:gd name="connsiteX291" fmla="*/ 1139791 w 6007100"/>
              <a:gd name="connsiteY291" fmla="*/ 6413320 h 6858000"/>
              <a:gd name="connsiteX292" fmla="*/ 1319521 w 6007100"/>
              <a:gd name="connsiteY292" fmla="*/ 6089087 h 6858000"/>
              <a:gd name="connsiteX293" fmla="*/ 1319555 w 6007100"/>
              <a:gd name="connsiteY293" fmla="*/ 6089087 h 6858000"/>
              <a:gd name="connsiteX294" fmla="*/ 1385524 w 6007100"/>
              <a:gd name="connsiteY294" fmla="*/ 5970021 h 6858000"/>
              <a:gd name="connsiteX295" fmla="*/ 1385524 w 6007100"/>
              <a:gd name="connsiteY295" fmla="*/ 5969986 h 6858000"/>
              <a:gd name="connsiteX296" fmla="*/ 1075601 w 6007100"/>
              <a:gd name="connsiteY296" fmla="*/ 5642432 h 6858000"/>
              <a:gd name="connsiteX297" fmla="*/ 1081592 w 6007100"/>
              <a:gd name="connsiteY297" fmla="*/ 5645753 h 6858000"/>
              <a:gd name="connsiteX298" fmla="*/ 894057 w 6007100"/>
              <a:gd name="connsiteY298" fmla="*/ 5984090 h 6858000"/>
              <a:gd name="connsiteX299" fmla="*/ 894057 w 6007100"/>
              <a:gd name="connsiteY299" fmla="*/ 5984158 h 6858000"/>
              <a:gd name="connsiteX300" fmla="*/ 835893 w 6007100"/>
              <a:gd name="connsiteY300" fmla="*/ 6089087 h 6858000"/>
              <a:gd name="connsiteX301" fmla="*/ 835859 w 6007100"/>
              <a:gd name="connsiteY301" fmla="*/ 6089087 h 6858000"/>
              <a:gd name="connsiteX302" fmla="*/ 654280 w 6007100"/>
              <a:gd name="connsiteY302" fmla="*/ 6416640 h 6858000"/>
              <a:gd name="connsiteX303" fmla="*/ 648289 w 6007100"/>
              <a:gd name="connsiteY303" fmla="*/ 6413320 h 6858000"/>
              <a:gd name="connsiteX304" fmla="*/ 828019 w 6007100"/>
              <a:gd name="connsiteY304" fmla="*/ 6089087 h 6858000"/>
              <a:gd name="connsiteX305" fmla="*/ 828053 w 6007100"/>
              <a:gd name="connsiteY305" fmla="*/ 6089087 h 6858000"/>
              <a:gd name="connsiteX306" fmla="*/ 894057 w 6007100"/>
              <a:gd name="connsiteY306" fmla="*/ 5970020 h 6858000"/>
              <a:gd name="connsiteX307" fmla="*/ 894057 w 6007100"/>
              <a:gd name="connsiteY307" fmla="*/ 5969986 h 6858000"/>
              <a:gd name="connsiteX308" fmla="*/ 584100 w 6007100"/>
              <a:gd name="connsiteY308" fmla="*/ 5642432 h 6858000"/>
              <a:gd name="connsiteX309" fmla="*/ 590091 w 6007100"/>
              <a:gd name="connsiteY309" fmla="*/ 5645753 h 6858000"/>
              <a:gd name="connsiteX310" fmla="*/ 402556 w 6007100"/>
              <a:gd name="connsiteY310" fmla="*/ 5984090 h 6858000"/>
              <a:gd name="connsiteX311" fmla="*/ 402556 w 6007100"/>
              <a:gd name="connsiteY311" fmla="*/ 5984158 h 6858000"/>
              <a:gd name="connsiteX312" fmla="*/ 344392 w 6007100"/>
              <a:gd name="connsiteY312" fmla="*/ 6089087 h 6858000"/>
              <a:gd name="connsiteX313" fmla="*/ 344358 w 6007100"/>
              <a:gd name="connsiteY313" fmla="*/ 6089087 h 6858000"/>
              <a:gd name="connsiteX314" fmla="*/ 162779 w 6007100"/>
              <a:gd name="connsiteY314" fmla="*/ 6416640 h 6858000"/>
              <a:gd name="connsiteX315" fmla="*/ 156788 w 6007100"/>
              <a:gd name="connsiteY315" fmla="*/ 6413320 h 6858000"/>
              <a:gd name="connsiteX316" fmla="*/ 336518 w 6007100"/>
              <a:gd name="connsiteY316" fmla="*/ 6089087 h 6858000"/>
              <a:gd name="connsiteX317" fmla="*/ 336552 w 6007100"/>
              <a:gd name="connsiteY317" fmla="*/ 6089087 h 6858000"/>
              <a:gd name="connsiteX318" fmla="*/ 402556 w 6007100"/>
              <a:gd name="connsiteY318" fmla="*/ 5970020 h 6858000"/>
              <a:gd name="connsiteX319" fmla="*/ 402556 w 6007100"/>
              <a:gd name="connsiteY319" fmla="*/ 5969986 h 6858000"/>
              <a:gd name="connsiteX320" fmla="*/ 92599 w 6007100"/>
              <a:gd name="connsiteY320" fmla="*/ 5642432 h 6858000"/>
              <a:gd name="connsiteX321" fmla="*/ 98590 w 6007100"/>
              <a:gd name="connsiteY321" fmla="*/ 5645753 h 6858000"/>
              <a:gd name="connsiteX322" fmla="*/ 0 w 6007100"/>
              <a:gd name="connsiteY322" fmla="*/ 5823651 h 6858000"/>
              <a:gd name="connsiteX323" fmla="*/ 0 w 6007100"/>
              <a:gd name="connsiteY323" fmla="*/ 5809547 h 6858000"/>
              <a:gd name="connsiteX324" fmla="*/ 0 w 6007100"/>
              <a:gd name="connsiteY324" fmla="*/ 5348755 h 6858000"/>
              <a:gd name="connsiteX325" fmla="*/ 344358 w 6007100"/>
              <a:gd name="connsiteY325" fmla="*/ 5969952 h 6858000"/>
              <a:gd name="connsiteX326" fmla="*/ 338367 w 6007100"/>
              <a:gd name="connsiteY326" fmla="*/ 5973273 h 6858000"/>
              <a:gd name="connsiteX327" fmla="*/ 0 w 6007100"/>
              <a:gd name="connsiteY327" fmla="*/ 5362782 h 6858000"/>
              <a:gd name="connsiteX328" fmla="*/ 5809038 w 6007100"/>
              <a:gd name="connsiteY328" fmla="*/ 5202386 h 6858000"/>
              <a:gd name="connsiteX329" fmla="*/ 5816843 w 6007100"/>
              <a:gd name="connsiteY329" fmla="*/ 5202386 h 6858000"/>
              <a:gd name="connsiteX330" fmla="*/ 6007100 w 6007100"/>
              <a:gd name="connsiteY330" fmla="*/ 5545624 h 6858000"/>
              <a:gd name="connsiteX331" fmla="*/ 6007100 w 6007100"/>
              <a:gd name="connsiteY331" fmla="*/ 5559727 h 6858000"/>
              <a:gd name="connsiteX332" fmla="*/ 5317536 w 6007100"/>
              <a:gd name="connsiteY332" fmla="*/ 5202386 h 6858000"/>
              <a:gd name="connsiteX333" fmla="*/ 5325342 w 6007100"/>
              <a:gd name="connsiteY333" fmla="*/ 5202386 h 6858000"/>
              <a:gd name="connsiteX334" fmla="*/ 5750839 w 6007100"/>
              <a:gd name="connsiteY334" fmla="*/ 5969952 h 6858000"/>
              <a:gd name="connsiteX335" fmla="*/ 5744848 w 6007100"/>
              <a:gd name="connsiteY335" fmla="*/ 5973273 h 6858000"/>
              <a:gd name="connsiteX336" fmla="*/ 4826034 w 6007100"/>
              <a:gd name="connsiteY336" fmla="*/ 5202386 h 6858000"/>
              <a:gd name="connsiteX337" fmla="*/ 4833840 w 6007100"/>
              <a:gd name="connsiteY337" fmla="*/ 5202386 h 6858000"/>
              <a:gd name="connsiteX338" fmla="*/ 5259337 w 6007100"/>
              <a:gd name="connsiteY338" fmla="*/ 5969952 h 6858000"/>
              <a:gd name="connsiteX339" fmla="*/ 5253346 w 6007100"/>
              <a:gd name="connsiteY339" fmla="*/ 5973273 h 6858000"/>
              <a:gd name="connsiteX340" fmla="*/ 4334533 w 6007100"/>
              <a:gd name="connsiteY340" fmla="*/ 5202386 h 6858000"/>
              <a:gd name="connsiteX341" fmla="*/ 4342373 w 6007100"/>
              <a:gd name="connsiteY341" fmla="*/ 5202386 h 6858000"/>
              <a:gd name="connsiteX342" fmla="*/ 4767836 w 6007100"/>
              <a:gd name="connsiteY342" fmla="*/ 5969952 h 6858000"/>
              <a:gd name="connsiteX343" fmla="*/ 4761845 w 6007100"/>
              <a:gd name="connsiteY343" fmla="*/ 5973273 h 6858000"/>
              <a:gd name="connsiteX344" fmla="*/ 3843032 w 6007100"/>
              <a:gd name="connsiteY344" fmla="*/ 5202386 h 6858000"/>
              <a:gd name="connsiteX345" fmla="*/ 3850871 w 6007100"/>
              <a:gd name="connsiteY345" fmla="*/ 5202386 h 6858000"/>
              <a:gd name="connsiteX346" fmla="*/ 4276335 w 6007100"/>
              <a:gd name="connsiteY346" fmla="*/ 5969952 h 6858000"/>
              <a:gd name="connsiteX347" fmla="*/ 4270344 w 6007100"/>
              <a:gd name="connsiteY347" fmla="*/ 5973273 h 6858000"/>
              <a:gd name="connsiteX348" fmla="*/ 3351530 w 6007100"/>
              <a:gd name="connsiteY348" fmla="*/ 5202386 h 6858000"/>
              <a:gd name="connsiteX349" fmla="*/ 3359370 w 6007100"/>
              <a:gd name="connsiteY349" fmla="*/ 5202386 h 6858000"/>
              <a:gd name="connsiteX350" fmla="*/ 3784833 w 6007100"/>
              <a:gd name="connsiteY350" fmla="*/ 5969952 h 6858000"/>
              <a:gd name="connsiteX351" fmla="*/ 3778842 w 6007100"/>
              <a:gd name="connsiteY351" fmla="*/ 5973273 h 6858000"/>
              <a:gd name="connsiteX352" fmla="*/ 2860029 w 6007100"/>
              <a:gd name="connsiteY352" fmla="*/ 5202386 h 6858000"/>
              <a:gd name="connsiteX353" fmla="*/ 2867869 w 6007100"/>
              <a:gd name="connsiteY353" fmla="*/ 5202386 h 6858000"/>
              <a:gd name="connsiteX354" fmla="*/ 3293332 w 6007100"/>
              <a:gd name="connsiteY354" fmla="*/ 5969952 h 6858000"/>
              <a:gd name="connsiteX355" fmla="*/ 3287341 w 6007100"/>
              <a:gd name="connsiteY355" fmla="*/ 5973273 h 6858000"/>
              <a:gd name="connsiteX356" fmla="*/ 2368527 w 6007100"/>
              <a:gd name="connsiteY356" fmla="*/ 5202386 h 6858000"/>
              <a:gd name="connsiteX357" fmla="*/ 2376367 w 6007100"/>
              <a:gd name="connsiteY357" fmla="*/ 5202386 h 6858000"/>
              <a:gd name="connsiteX358" fmla="*/ 2801830 w 6007100"/>
              <a:gd name="connsiteY358" fmla="*/ 5969952 h 6858000"/>
              <a:gd name="connsiteX359" fmla="*/ 2795839 w 6007100"/>
              <a:gd name="connsiteY359" fmla="*/ 5973273 h 6858000"/>
              <a:gd name="connsiteX360" fmla="*/ 1877026 w 6007100"/>
              <a:gd name="connsiteY360" fmla="*/ 5202386 h 6858000"/>
              <a:gd name="connsiteX361" fmla="*/ 1884866 w 6007100"/>
              <a:gd name="connsiteY361" fmla="*/ 5202386 h 6858000"/>
              <a:gd name="connsiteX362" fmla="*/ 2310329 w 6007100"/>
              <a:gd name="connsiteY362" fmla="*/ 5969952 h 6858000"/>
              <a:gd name="connsiteX363" fmla="*/ 2304338 w 6007100"/>
              <a:gd name="connsiteY363" fmla="*/ 5973273 h 6858000"/>
              <a:gd name="connsiteX364" fmla="*/ 1385524 w 6007100"/>
              <a:gd name="connsiteY364" fmla="*/ 5202386 h 6858000"/>
              <a:gd name="connsiteX365" fmla="*/ 1393364 w 6007100"/>
              <a:gd name="connsiteY365" fmla="*/ 5202386 h 6858000"/>
              <a:gd name="connsiteX366" fmla="*/ 1818827 w 6007100"/>
              <a:gd name="connsiteY366" fmla="*/ 5969952 h 6858000"/>
              <a:gd name="connsiteX367" fmla="*/ 1812836 w 6007100"/>
              <a:gd name="connsiteY367" fmla="*/ 5973273 h 6858000"/>
              <a:gd name="connsiteX368" fmla="*/ 894057 w 6007100"/>
              <a:gd name="connsiteY368" fmla="*/ 5202386 h 6858000"/>
              <a:gd name="connsiteX369" fmla="*/ 901863 w 6007100"/>
              <a:gd name="connsiteY369" fmla="*/ 5202386 h 6858000"/>
              <a:gd name="connsiteX370" fmla="*/ 1327326 w 6007100"/>
              <a:gd name="connsiteY370" fmla="*/ 5969952 h 6858000"/>
              <a:gd name="connsiteX371" fmla="*/ 1321335 w 6007100"/>
              <a:gd name="connsiteY371" fmla="*/ 5973273 h 6858000"/>
              <a:gd name="connsiteX372" fmla="*/ 402556 w 6007100"/>
              <a:gd name="connsiteY372" fmla="*/ 5202386 h 6858000"/>
              <a:gd name="connsiteX373" fmla="*/ 410361 w 6007100"/>
              <a:gd name="connsiteY373" fmla="*/ 5202386 h 6858000"/>
              <a:gd name="connsiteX374" fmla="*/ 835824 w 6007100"/>
              <a:gd name="connsiteY374" fmla="*/ 5969952 h 6858000"/>
              <a:gd name="connsiteX375" fmla="*/ 829833 w 6007100"/>
              <a:gd name="connsiteY375" fmla="*/ 5973273 h 6858000"/>
              <a:gd name="connsiteX376" fmla="*/ 5814995 w 6007100"/>
              <a:gd name="connsiteY376" fmla="*/ 5199064 h 6858000"/>
              <a:gd name="connsiteX377" fmla="*/ 5816808 w 6007100"/>
              <a:gd name="connsiteY377" fmla="*/ 5202385 h 6858000"/>
              <a:gd name="connsiteX378" fmla="*/ 5809038 w 6007100"/>
              <a:gd name="connsiteY378" fmla="*/ 5202385 h 6858000"/>
              <a:gd name="connsiteX379" fmla="*/ 5323493 w 6007100"/>
              <a:gd name="connsiteY379" fmla="*/ 5199064 h 6858000"/>
              <a:gd name="connsiteX380" fmla="*/ 5325307 w 6007100"/>
              <a:gd name="connsiteY380" fmla="*/ 5202385 h 6858000"/>
              <a:gd name="connsiteX381" fmla="*/ 5317536 w 6007100"/>
              <a:gd name="connsiteY381" fmla="*/ 5202385 h 6858000"/>
              <a:gd name="connsiteX382" fmla="*/ 4831991 w 6007100"/>
              <a:gd name="connsiteY382" fmla="*/ 5199064 h 6858000"/>
              <a:gd name="connsiteX383" fmla="*/ 4833805 w 6007100"/>
              <a:gd name="connsiteY383" fmla="*/ 5202385 h 6858000"/>
              <a:gd name="connsiteX384" fmla="*/ 4826034 w 6007100"/>
              <a:gd name="connsiteY384" fmla="*/ 5202385 h 6858000"/>
              <a:gd name="connsiteX385" fmla="*/ 4340490 w 6007100"/>
              <a:gd name="connsiteY385" fmla="*/ 5199064 h 6858000"/>
              <a:gd name="connsiteX386" fmla="*/ 4342304 w 6007100"/>
              <a:gd name="connsiteY386" fmla="*/ 5202385 h 6858000"/>
              <a:gd name="connsiteX387" fmla="*/ 4334533 w 6007100"/>
              <a:gd name="connsiteY387" fmla="*/ 5202385 h 6858000"/>
              <a:gd name="connsiteX388" fmla="*/ 3848989 w 6007100"/>
              <a:gd name="connsiteY388" fmla="*/ 5199064 h 6858000"/>
              <a:gd name="connsiteX389" fmla="*/ 3850838 w 6007100"/>
              <a:gd name="connsiteY389" fmla="*/ 5202385 h 6858000"/>
              <a:gd name="connsiteX390" fmla="*/ 3843032 w 6007100"/>
              <a:gd name="connsiteY390" fmla="*/ 5202385 h 6858000"/>
              <a:gd name="connsiteX391" fmla="*/ 3357487 w 6007100"/>
              <a:gd name="connsiteY391" fmla="*/ 5199064 h 6858000"/>
              <a:gd name="connsiteX392" fmla="*/ 3359336 w 6007100"/>
              <a:gd name="connsiteY392" fmla="*/ 5202385 h 6858000"/>
              <a:gd name="connsiteX393" fmla="*/ 3351530 w 6007100"/>
              <a:gd name="connsiteY393" fmla="*/ 5202385 h 6858000"/>
              <a:gd name="connsiteX394" fmla="*/ 2865986 w 6007100"/>
              <a:gd name="connsiteY394" fmla="*/ 5199064 h 6858000"/>
              <a:gd name="connsiteX395" fmla="*/ 2867835 w 6007100"/>
              <a:gd name="connsiteY395" fmla="*/ 5202385 h 6858000"/>
              <a:gd name="connsiteX396" fmla="*/ 2860029 w 6007100"/>
              <a:gd name="connsiteY396" fmla="*/ 5202385 h 6858000"/>
              <a:gd name="connsiteX397" fmla="*/ 2374485 w 6007100"/>
              <a:gd name="connsiteY397" fmla="*/ 5199064 h 6858000"/>
              <a:gd name="connsiteX398" fmla="*/ 2376333 w 6007100"/>
              <a:gd name="connsiteY398" fmla="*/ 5202385 h 6858000"/>
              <a:gd name="connsiteX399" fmla="*/ 2368527 w 6007100"/>
              <a:gd name="connsiteY399" fmla="*/ 5202385 h 6858000"/>
              <a:gd name="connsiteX400" fmla="*/ 1882983 w 6007100"/>
              <a:gd name="connsiteY400" fmla="*/ 5199064 h 6858000"/>
              <a:gd name="connsiteX401" fmla="*/ 1884832 w 6007100"/>
              <a:gd name="connsiteY401" fmla="*/ 5202385 h 6858000"/>
              <a:gd name="connsiteX402" fmla="*/ 1877026 w 6007100"/>
              <a:gd name="connsiteY402" fmla="*/ 5202385 h 6858000"/>
              <a:gd name="connsiteX403" fmla="*/ 1391481 w 6007100"/>
              <a:gd name="connsiteY403" fmla="*/ 5199064 h 6858000"/>
              <a:gd name="connsiteX404" fmla="*/ 1393330 w 6007100"/>
              <a:gd name="connsiteY404" fmla="*/ 5202385 h 6858000"/>
              <a:gd name="connsiteX405" fmla="*/ 1385524 w 6007100"/>
              <a:gd name="connsiteY405" fmla="*/ 5202385 h 6858000"/>
              <a:gd name="connsiteX406" fmla="*/ 900014 w 6007100"/>
              <a:gd name="connsiteY406" fmla="*/ 5199064 h 6858000"/>
              <a:gd name="connsiteX407" fmla="*/ 901828 w 6007100"/>
              <a:gd name="connsiteY407" fmla="*/ 5202385 h 6858000"/>
              <a:gd name="connsiteX408" fmla="*/ 894057 w 6007100"/>
              <a:gd name="connsiteY408" fmla="*/ 5202385 h 6858000"/>
              <a:gd name="connsiteX409" fmla="*/ 408513 w 6007100"/>
              <a:gd name="connsiteY409" fmla="*/ 5199064 h 6858000"/>
              <a:gd name="connsiteX410" fmla="*/ 410326 w 6007100"/>
              <a:gd name="connsiteY410" fmla="*/ 5202385 h 6858000"/>
              <a:gd name="connsiteX411" fmla="*/ 402556 w 6007100"/>
              <a:gd name="connsiteY411" fmla="*/ 5202385 h 6858000"/>
              <a:gd name="connsiteX412" fmla="*/ 5990582 w 6007100"/>
              <a:gd name="connsiteY412" fmla="*/ 4755730 h 6858000"/>
              <a:gd name="connsiteX413" fmla="*/ 5996573 w 6007100"/>
              <a:gd name="connsiteY413" fmla="*/ 4759051 h 6858000"/>
              <a:gd name="connsiteX414" fmla="*/ 5809038 w 6007100"/>
              <a:gd name="connsiteY414" fmla="*/ 5097388 h 6858000"/>
              <a:gd name="connsiteX415" fmla="*/ 5809038 w 6007100"/>
              <a:gd name="connsiteY415" fmla="*/ 5097457 h 6858000"/>
              <a:gd name="connsiteX416" fmla="*/ 5750873 w 6007100"/>
              <a:gd name="connsiteY416" fmla="*/ 5202386 h 6858000"/>
              <a:gd name="connsiteX417" fmla="*/ 5750840 w 6007100"/>
              <a:gd name="connsiteY417" fmla="*/ 5202386 h 6858000"/>
              <a:gd name="connsiteX418" fmla="*/ 5569261 w 6007100"/>
              <a:gd name="connsiteY418" fmla="*/ 5529939 h 6858000"/>
              <a:gd name="connsiteX419" fmla="*/ 5563270 w 6007100"/>
              <a:gd name="connsiteY419" fmla="*/ 5526619 h 6858000"/>
              <a:gd name="connsiteX420" fmla="*/ 5743000 w 6007100"/>
              <a:gd name="connsiteY420" fmla="*/ 5202386 h 6858000"/>
              <a:gd name="connsiteX421" fmla="*/ 5743034 w 6007100"/>
              <a:gd name="connsiteY421" fmla="*/ 5202386 h 6858000"/>
              <a:gd name="connsiteX422" fmla="*/ 5809038 w 6007100"/>
              <a:gd name="connsiteY422" fmla="*/ 5083353 h 6858000"/>
              <a:gd name="connsiteX423" fmla="*/ 5809038 w 6007100"/>
              <a:gd name="connsiteY423" fmla="*/ 5083284 h 6858000"/>
              <a:gd name="connsiteX424" fmla="*/ 5499080 w 6007100"/>
              <a:gd name="connsiteY424" fmla="*/ 4755730 h 6858000"/>
              <a:gd name="connsiteX425" fmla="*/ 5505071 w 6007100"/>
              <a:gd name="connsiteY425" fmla="*/ 4759051 h 6858000"/>
              <a:gd name="connsiteX426" fmla="*/ 5317536 w 6007100"/>
              <a:gd name="connsiteY426" fmla="*/ 5097388 h 6858000"/>
              <a:gd name="connsiteX427" fmla="*/ 5317536 w 6007100"/>
              <a:gd name="connsiteY427" fmla="*/ 5097457 h 6858000"/>
              <a:gd name="connsiteX428" fmla="*/ 5259372 w 6007100"/>
              <a:gd name="connsiteY428" fmla="*/ 5202386 h 6858000"/>
              <a:gd name="connsiteX429" fmla="*/ 5259338 w 6007100"/>
              <a:gd name="connsiteY429" fmla="*/ 5202386 h 6858000"/>
              <a:gd name="connsiteX430" fmla="*/ 5077759 w 6007100"/>
              <a:gd name="connsiteY430" fmla="*/ 5529939 h 6858000"/>
              <a:gd name="connsiteX431" fmla="*/ 5071768 w 6007100"/>
              <a:gd name="connsiteY431" fmla="*/ 5526619 h 6858000"/>
              <a:gd name="connsiteX432" fmla="*/ 5251498 w 6007100"/>
              <a:gd name="connsiteY432" fmla="*/ 5202386 h 6858000"/>
              <a:gd name="connsiteX433" fmla="*/ 5251532 w 6007100"/>
              <a:gd name="connsiteY433" fmla="*/ 5202386 h 6858000"/>
              <a:gd name="connsiteX434" fmla="*/ 5317536 w 6007100"/>
              <a:gd name="connsiteY434" fmla="*/ 5083353 h 6858000"/>
              <a:gd name="connsiteX435" fmla="*/ 5317536 w 6007100"/>
              <a:gd name="connsiteY435" fmla="*/ 5083284 h 6858000"/>
              <a:gd name="connsiteX436" fmla="*/ 5007578 w 6007100"/>
              <a:gd name="connsiteY436" fmla="*/ 4755730 h 6858000"/>
              <a:gd name="connsiteX437" fmla="*/ 5013569 w 6007100"/>
              <a:gd name="connsiteY437" fmla="*/ 4759051 h 6858000"/>
              <a:gd name="connsiteX438" fmla="*/ 4826034 w 6007100"/>
              <a:gd name="connsiteY438" fmla="*/ 5097388 h 6858000"/>
              <a:gd name="connsiteX439" fmla="*/ 4826034 w 6007100"/>
              <a:gd name="connsiteY439" fmla="*/ 5097457 h 6858000"/>
              <a:gd name="connsiteX440" fmla="*/ 4767870 w 6007100"/>
              <a:gd name="connsiteY440" fmla="*/ 5202386 h 6858000"/>
              <a:gd name="connsiteX441" fmla="*/ 4767836 w 6007100"/>
              <a:gd name="connsiteY441" fmla="*/ 5202386 h 6858000"/>
              <a:gd name="connsiteX442" fmla="*/ 4586257 w 6007100"/>
              <a:gd name="connsiteY442" fmla="*/ 5529939 h 6858000"/>
              <a:gd name="connsiteX443" fmla="*/ 4580266 w 6007100"/>
              <a:gd name="connsiteY443" fmla="*/ 5526619 h 6858000"/>
              <a:gd name="connsiteX444" fmla="*/ 4759996 w 6007100"/>
              <a:gd name="connsiteY444" fmla="*/ 5202386 h 6858000"/>
              <a:gd name="connsiteX445" fmla="*/ 4760030 w 6007100"/>
              <a:gd name="connsiteY445" fmla="*/ 5202386 h 6858000"/>
              <a:gd name="connsiteX446" fmla="*/ 4826034 w 6007100"/>
              <a:gd name="connsiteY446" fmla="*/ 5083353 h 6858000"/>
              <a:gd name="connsiteX447" fmla="*/ 4826034 w 6007100"/>
              <a:gd name="connsiteY447" fmla="*/ 5083284 h 6858000"/>
              <a:gd name="connsiteX448" fmla="*/ 4516077 w 6007100"/>
              <a:gd name="connsiteY448" fmla="*/ 4755730 h 6858000"/>
              <a:gd name="connsiteX449" fmla="*/ 4522068 w 6007100"/>
              <a:gd name="connsiteY449" fmla="*/ 4759051 h 6858000"/>
              <a:gd name="connsiteX450" fmla="*/ 4334533 w 6007100"/>
              <a:gd name="connsiteY450" fmla="*/ 5097388 h 6858000"/>
              <a:gd name="connsiteX451" fmla="*/ 4334533 w 6007100"/>
              <a:gd name="connsiteY451" fmla="*/ 5097457 h 6858000"/>
              <a:gd name="connsiteX452" fmla="*/ 4276369 w 6007100"/>
              <a:gd name="connsiteY452" fmla="*/ 5202386 h 6858000"/>
              <a:gd name="connsiteX453" fmla="*/ 4276334 w 6007100"/>
              <a:gd name="connsiteY453" fmla="*/ 5202386 h 6858000"/>
              <a:gd name="connsiteX454" fmla="*/ 4094757 w 6007100"/>
              <a:gd name="connsiteY454" fmla="*/ 5529939 h 6858000"/>
              <a:gd name="connsiteX455" fmla="*/ 4088799 w 6007100"/>
              <a:gd name="connsiteY455" fmla="*/ 5526619 h 6858000"/>
              <a:gd name="connsiteX456" fmla="*/ 4268495 w 6007100"/>
              <a:gd name="connsiteY456" fmla="*/ 5202386 h 6858000"/>
              <a:gd name="connsiteX457" fmla="*/ 4268529 w 6007100"/>
              <a:gd name="connsiteY457" fmla="*/ 5202386 h 6858000"/>
              <a:gd name="connsiteX458" fmla="*/ 4334533 w 6007100"/>
              <a:gd name="connsiteY458" fmla="*/ 5083353 h 6858000"/>
              <a:gd name="connsiteX459" fmla="*/ 4334533 w 6007100"/>
              <a:gd name="connsiteY459" fmla="*/ 5083284 h 6858000"/>
              <a:gd name="connsiteX460" fmla="*/ 4024576 w 6007100"/>
              <a:gd name="connsiteY460" fmla="*/ 4755730 h 6858000"/>
              <a:gd name="connsiteX461" fmla="*/ 4030567 w 6007100"/>
              <a:gd name="connsiteY461" fmla="*/ 4759051 h 6858000"/>
              <a:gd name="connsiteX462" fmla="*/ 3843032 w 6007100"/>
              <a:gd name="connsiteY462" fmla="*/ 5097388 h 6858000"/>
              <a:gd name="connsiteX463" fmla="*/ 3843032 w 6007100"/>
              <a:gd name="connsiteY463" fmla="*/ 5097457 h 6858000"/>
              <a:gd name="connsiteX464" fmla="*/ 3784868 w 6007100"/>
              <a:gd name="connsiteY464" fmla="*/ 5202386 h 6858000"/>
              <a:gd name="connsiteX465" fmla="*/ 3784833 w 6007100"/>
              <a:gd name="connsiteY465" fmla="*/ 5202386 h 6858000"/>
              <a:gd name="connsiteX466" fmla="*/ 3603289 w 6007100"/>
              <a:gd name="connsiteY466" fmla="*/ 5529939 h 6858000"/>
              <a:gd name="connsiteX467" fmla="*/ 3597298 w 6007100"/>
              <a:gd name="connsiteY467" fmla="*/ 5526619 h 6858000"/>
              <a:gd name="connsiteX468" fmla="*/ 3776994 w 6007100"/>
              <a:gd name="connsiteY468" fmla="*/ 5202386 h 6858000"/>
              <a:gd name="connsiteX469" fmla="*/ 3777062 w 6007100"/>
              <a:gd name="connsiteY469" fmla="*/ 5202386 h 6858000"/>
              <a:gd name="connsiteX470" fmla="*/ 3843032 w 6007100"/>
              <a:gd name="connsiteY470" fmla="*/ 5083353 h 6858000"/>
              <a:gd name="connsiteX471" fmla="*/ 3843032 w 6007100"/>
              <a:gd name="connsiteY471" fmla="*/ 5083284 h 6858000"/>
              <a:gd name="connsiteX472" fmla="*/ 3533109 w 6007100"/>
              <a:gd name="connsiteY472" fmla="*/ 4755730 h 6858000"/>
              <a:gd name="connsiteX473" fmla="*/ 3539065 w 6007100"/>
              <a:gd name="connsiteY473" fmla="*/ 4759051 h 6858000"/>
              <a:gd name="connsiteX474" fmla="*/ 3351531 w 6007100"/>
              <a:gd name="connsiteY474" fmla="*/ 5097386 h 6858000"/>
              <a:gd name="connsiteX475" fmla="*/ 3351531 w 6007100"/>
              <a:gd name="connsiteY475" fmla="*/ 5097457 h 6858000"/>
              <a:gd name="connsiteX476" fmla="*/ 3293367 w 6007100"/>
              <a:gd name="connsiteY476" fmla="*/ 5202386 h 6858000"/>
              <a:gd name="connsiteX477" fmla="*/ 3293331 w 6007100"/>
              <a:gd name="connsiteY477" fmla="*/ 5202386 h 6858000"/>
              <a:gd name="connsiteX478" fmla="*/ 3111787 w 6007100"/>
              <a:gd name="connsiteY478" fmla="*/ 5529939 h 6858000"/>
              <a:gd name="connsiteX479" fmla="*/ 3105796 w 6007100"/>
              <a:gd name="connsiteY479" fmla="*/ 5526619 h 6858000"/>
              <a:gd name="connsiteX480" fmla="*/ 3285526 w 6007100"/>
              <a:gd name="connsiteY480" fmla="*/ 5202386 h 6858000"/>
              <a:gd name="connsiteX481" fmla="*/ 3285561 w 6007100"/>
              <a:gd name="connsiteY481" fmla="*/ 5202386 h 6858000"/>
              <a:gd name="connsiteX482" fmla="*/ 3351530 w 6007100"/>
              <a:gd name="connsiteY482" fmla="*/ 5083355 h 6858000"/>
              <a:gd name="connsiteX483" fmla="*/ 3351530 w 6007100"/>
              <a:gd name="connsiteY483" fmla="*/ 5083284 h 6858000"/>
              <a:gd name="connsiteX484" fmla="*/ 3041608 w 6007100"/>
              <a:gd name="connsiteY484" fmla="*/ 4755730 h 6858000"/>
              <a:gd name="connsiteX485" fmla="*/ 3047599 w 6007100"/>
              <a:gd name="connsiteY485" fmla="*/ 4759051 h 6858000"/>
              <a:gd name="connsiteX486" fmla="*/ 2860029 w 6007100"/>
              <a:gd name="connsiteY486" fmla="*/ 5097388 h 6858000"/>
              <a:gd name="connsiteX487" fmla="*/ 2860029 w 6007100"/>
              <a:gd name="connsiteY487" fmla="*/ 5097457 h 6858000"/>
              <a:gd name="connsiteX488" fmla="*/ 2801865 w 6007100"/>
              <a:gd name="connsiteY488" fmla="*/ 5202386 h 6858000"/>
              <a:gd name="connsiteX489" fmla="*/ 2801830 w 6007100"/>
              <a:gd name="connsiteY489" fmla="*/ 5202386 h 6858000"/>
              <a:gd name="connsiteX490" fmla="*/ 2620286 w 6007100"/>
              <a:gd name="connsiteY490" fmla="*/ 5529939 h 6858000"/>
              <a:gd name="connsiteX491" fmla="*/ 2614295 w 6007100"/>
              <a:gd name="connsiteY491" fmla="*/ 5526619 h 6858000"/>
              <a:gd name="connsiteX492" fmla="*/ 2794025 w 6007100"/>
              <a:gd name="connsiteY492" fmla="*/ 5202386 h 6858000"/>
              <a:gd name="connsiteX493" fmla="*/ 2794059 w 6007100"/>
              <a:gd name="connsiteY493" fmla="*/ 5202386 h 6858000"/>
              <a:gd name="connsiteX494" fmla="*/ 2860029 w 6007100"/>
              <a:gd name="connsiteY494" fmla="*/ 5083353 h 6858000"/>
              <a:gd name="connsiteX495" fmla="*/ 2860029 w 6007100"/>
              <a:gd name="connsiteY495" fmla="*/ 5083284 h 6858000"/>
              <a:gd name="connsiteX496" fmla="*/ 2550106 w 6007100"/>
              <a:gd name="connsiteY496" fmla="*/ 4755730 h 6858000"/>
              <a:gd name="connsiteX497" fmla="*/ 2556097 w 6007100"/>
              <a:gd name="connsiteY497" fmla="*/ 4759051 h 6858000"/>
              <a:gd name="connsiteX498" fmla="*/ 2368527 w 6007100"/>
              <a:gd name="connsiteY498" fmla="*/ 5097388 h 6858000"/>
              <a:gd name="connsiteX499" fmla="*/ 2368527 w 6007100"/>
              <a:gd name="connsiteY499" fmla="*/ 5097457 h 6858000"/>
              <a:gd name="connsiteX500" fmla="*/ 2310363 w 6007100"/>
              <a:gd name="connsiteY500" fmla="*/ 5202386 h 6858000"/>
              <a:gd name="connsiteX501" fmla="*/ 2310329 w 6007100"/>
              <a:gd name="connsiteY501" fmla="*/ 5202386 h 6858000"/>
              <a:gd name="connsiteX502" fmla="*/ 2128785 w 6007100"/>
              <a:gd name="connsiteY502" fmla="*/ 5529939 h 6858000"/>
              <a:gd name="connsiteX503" fmla="*/ 2122794 w 6007100"/>
              <a:gd name="connsiteY503" fmla="*/ 5526619 h 6858000"/>
              <a:gd name="connsiteX504" fmla="*/ 2302524 w 6007100"/>
              <a:gd name="connsiteY504" fmla="*/ 5202386 h 6858000"/>
              <a:gd name="connsiteX505" fmla="*/ 2302558 w 6007100"/>
              <a:gd name="connsiteY505" fmla="*/ 5202386 h 6858000"/>
              <a:gd name="connsiteX506" fmla="*/ 2368527 w 6007100"/>
              <a:gd name="connsiteY506" fmla="*/ 5083353 h 6858000"/>
              <a:gd name="connsiteX507" fmla="*/ 2368527 w 6007100"/>
              <a:gd name="connsiteY507" fmla="*/ 5083284 h 6858000"/>
              <a:gd name="connsiteX508" fmla="*/ 2058605 w 6007100"/>
              <a:gd name="connsiteY508" fmla="*/ 4755730 h 6858000"/>
              <a:gd name="connsiteX509" fmla="*/ 2064596 w 6007100"/>
              <a:gd name="connsiteY509" fmla="*/ 4759051 h 6858000"/>
              <a:gd name="connsiteX510" fmla="*/ 1877027 w 6007100"/>
              <a:gd name="connsiteY510" fmla="*/ 5097386 h 6858000"/>
              <a:gd name="connsiteX511" fmla="*/ 1877027 w 6007100"/>
              <a:gd name="connsiteY511" fmla="*/ 5097457 h 6858000"/>
              <a:gd name="connsiteX512" fmla="*/ 1818897 w 6007100"/>
              <a:gd name="connsiteY512" fmla="*/ 5202386 h 6858000"/>
              <a:gd name="connsiteX513" fmla="*/ 1818827 w 6007100"/>
              <a:gd name="connsiteY513" fmla="*/ 5202386 h 6858000"/>
              <a:gd name="connsiteX514" fmla="*/ 1637283 w 6007100"/>
              <a:gd name="connsiteY514" fmla="*/ 5529939 h 6858000"/>
              <a:gd name="connsiteX515" fmla="*/ 1631292 w 6007100"/>
              <a:gd name="connsiteY515" fmla="*/ 5526619 h 6858000"/>
              <a:gd name="connsiteX516" fmla="*/ 1811022 w 6007100"/>
              <a:gd name="connsiteY516" fmla="*/ 5202386 h 6858000"/>
              <a:gd name="connsiteX517" fmla="*/ 1811057 w 6007100"/>
              <a:gd name="connsiteY517" fmla="*/ 5202386 h 6858000"/>
              <a:gd name="connsiteX518" fmla="*/ 1877026 w 6007100"/>
              <a:gd name="connsiteY518" fmla="*/ 5083355 h 6858000"/>
              <a:gd name="connsiteX519" fmla="*/ 1877026 w 6007100"/>
              <a:gd name="connsiteY519" fmla="*/ 5083284 h 6858000"/>
              <a:gd name="connsiteX520" fmla="*/ 1567103 w 6007100"/>
              <a:gd name="connsiteY520" fmla="*/ 4755730 h 6858000"/>
              <a:gd name="connsiteX521" fmla="*/ 1573094 w 6007100"/>
              <a:gd name="connsiteY521" fmla="*/ 4759051 h 6858000"/>
              <a:gd name="connsiteX522" fmla="*/ 1385525 w 6007100"/>
              <a:gd name="connsiteY522" fmla="*/ 5097386 h 6858000"/>
              <a:gd name="connsiteX523" fmla="*/ 1385525 w 6007100"/>
              <a:gd name="connsiteY523" fmla="*/ 5097457 h 6858000"/>
              <a:gd name="connsiteX524" fmla="*/ 1327395 w 6007100"/>
              <a:gd name="connsiteY524" fmla="*/ 5202386 h 6858000"/>
              <a:gd name="connsiteX525" fmla="*/ 1327361 w 6007100"/>
              <a:gd name="connsiteY525" fmla="*/ 5202386 h 6858000"/>
              <a:gd name="connsiteX526" fmla="*/ 1145782 w 6007100"/>
              <a:gd name="connsiteY526" fmla="*/ 5529939 h 6858000"/>
              <a:gd name="connsiteX527" fmla="*/ 1139791 w 6007100"/>
              <a:gd name="connsiteY527" fmla="*/ 5526619 h 6858000"/>
              <a:gd name="connsiteX528" fmla="*/ 1319521 w 6007100"/>
              <a:gd name="connsiteY528" fmla="*/ 5202386 h 6858000"/>
              <a:gd name="connsiteX529" fmla="*/ 1319555 w 6007100"/>
              <a:gd name="connsiteY529" fmla="*/ 5202386 h 6858000"/>
              <a:gd name="connsiteX530" fmla="*/ 1385524 w 6007100"/>
              <a:gd name="connsiteY530" fmla="*/ 5083354 h 6858000"/>
              <a:gd name="connsiteX531" fmla="*/ 1385524 w 6007100"/>
              <a:gd name="connsiteY531" fmla="*/ 5083284 h 6858000"/>
              <a:gd name="connsiteX532" fmla="*/ 1075601 w 6007100"/>
              <a:gd name="connsiteY532" fmla="*/ 4755730 h 6858000"/>
              <a:gd name="connsiteX533" fmla="*/ 1081592 w 6007100"/>
              <a:gd name="connsiteY533" fmla="*/ 4759051 h 6858000"/>
              <a:gd name="connsiteX534" fmla="*/ 894057 w 6007100"/>
              <a:gd name="connsiteY534" fmla="*/ 5097388 h 6858000"/>
              <a:gd name="connsiteX535" fmla="*/ 894057 w 6007100"/>
              <a:gd name="connsiteY535" fmla="*/ 5097457 h 6858000"/>
              <a:gd name="connsiteX536" fmla="*/ 835893 w 6007100"/>
              <a:gd name="connsiteY536" fmla="*/ 5202386 h 6858000"/>
              <a:gd name="connsiteX537" fmla="*/ 835859 w 6007100"/>
              <a:gd name="connsiteY537" fmla="*/ 5202386 h 6858000"/>
              <a:gd name="connsiteX538" fmla="*/ 654280 w 6007100"/>
              <a:gd name="connsiteY538" fmla="*/ 5529939 h 6858000"/>
              <a:gd name="connsiteX539" fmla="*/ 648289 w 6007100"/>
              <a:gd name="connsiteY539" fmla="*/ 5526619 h 6858000"/>
              <a:gd name="connsiteX540" fmla="*/ 828019 w 6007100"/>
              <a:gd name="connsiteY540" fmla="*/ 5202386 h 6858000"/>
              <a:gd name="connsiteX541" fmla="*/ 828053 w 6007100"/>
              <a:gd name="connsiteY541" fmla="*/ 5202386 h 6858000"/>
              <a:gd name="connsiteX542" fmla="*/ 894057 w 6007100"/>
              <a:gd name="connsiteY542" fmla="*/ 5083353 h 6858000"/>
              <a:gd name="connsiteX543" fmla="*/ 894057 w 6007100"/>
              <a:gd name="connsiteY543" fmla="*/ 5083284 h 6858000"/>
              <a:gd name="connsiteX544" fmla="*/ 584100 w 6007100"/>
              <a:gd name="connsiteY544" fmla="*/ 4755730 h 6858000"/>
              <a:gd name="connsiteX545" fmla="*/ 590091 w 6007100"/>
              <a:gd name="connsiteY545" fmla="*/ 4759051 h 6858000"/>
              <a:gd name="connsiteX546" fmla="*/ 402556 w 6007100"/>
              <a:gd name="connsiteY546" fmla="*/ 5097388 h 6858000"/>
              <a:gd name="connsiteX547" fmla="*/ 402556 w 6007100"/>
              <a:gd name="connsiteY547" fmla="*/ 5097457 h 6858000"/>
              <a:gd name="connsiteX548" fmla="*/ 344392 w 6007100"/>
              <a:gd name="connsiteY548" fmla="*/ 5202386 h 6858000"/>
              <a:gd name="connsiteX549" fmla="*/ 344358 w 6007100"/>
              <a:gd name="connsiteY549" fmla="*/ 5202386 h 6858000"/>
              <a:gd name="connsiteX550" fmla="*/ 162779 w 6007100"/>
              <a:gd name="connsiteY550" fmla="*/ 5529939 h 6858000"/>
              <a:gd name="connsiteX551" fmla="*/ 156788 w 6007100"/>
              <a:gd name="connsiteY551" fmla="*/ 5526619 h 6858000"/>
              <a:gd name="connsiteX552" fmla="*/ 336518 w 6007100"/>
              <a:gd name="connsiteY552" fmla="*/ 5202386 h 6858000"/>
              <a:gd name="connsiteX553" fmla="*/ 336552 w 6007100"/>
              <a:gd name="connsiteY553" fmla="*/ 5202386 h 6858000"/>
              <a:gd name="connsiteX554" fmla="*/ 402556 w 6007100"/>
              <a:gd name="connsiteY554" fmla="*/ 5083353 h 6858000"/>
              <a:gd name="connsiteX555" fmla="*/ 402556 w 6007100"/>
              <a:gd name="connsiteY555" fmla="*/ 5083284 h 6858000"/>
              <a:gd name="connsiteX556" fmla="*/ 92599 w 6007100"/>
              <a:gd name="connsiteY556" fmla="*/ 4755730 h 6858000"/>
              <a:gd name="connsiteX557" fmla="*/ 98590 w 6007100"/>
              <a:gd name="connsiteY557" fmla="*/ 4759051 h 6858000"/>
              <a:gd name="connsiteX558" fmla="*/ 0 w 6007100"/>
              <a:gd name="connsiteY558" fmla="*/ 4936951 h 6858000"/>
              <a:gd name="connsiteX559" fmla="*/ 0 w 6007100"/>
              <a:gd name="connsiteY559" fmla="*/ 4922845 h 6858000"/>
              <a:gd name="connsiteX560" fmla="*/ 0 w 6007100"/>
              <a:gd name="connsiteY560" fmla="*/ 4462053 h 6858000"/>
              <a:gd name="connsiteX561" fmla="*/ 344358 w 6007100"/>
              <a:gd name="connsiteY561" fmla="*/ 5083250 h 6858000"/>
              <a:gd name="connsiteX562" fmla="*/ 338367 w 6007100"/>
              <a:gd name="connsiteY562" fmla="*/ 5086571 h 6858000"/>
              <a:gd name="connsiteX563" fmla="*/ 0 w 6007100"/>
              <a:gd name="connsiteY563" fmla="*/ 4476080 h 6858000"/>
              <a:gd name="connsiteX564" fmla="*/ 5814995 w 6007100"/>
              <a:gd name="connsiteY564" fmla="*/ 4312397 h 6858000"/>
              <a:gd name="connsiteX565" fmla="*/ 5816808 w 6007100"/>
              <a:gd name="connsiteY565" fmla="*/ 4315684 h 6858000"/>
              <a:gd name="connsiteX566" fmla="*/ 5816843 w 6007100"/>
              <a:gd name="connsiteY566" fmla="*/ 4315684 h 6858000"/>
              <a:gd name="connsiteX567" fmla="*/ 6007100 w 6007100"/>
              <a:gd name="connsiteY567" fmla="*/ 4658922 h 6858000"/>
              <a:gd name="connsiteX568" fmla="*/ 6007100 w 6007100"/>
              <a:gd name="connsiteY568" fmla="*/ 4673025 h 6858000"/>
              <a:gd name="connsiteX569" fmla="*/ 5809038 w 6007100"/>
              <a:gd name="connsiteY569" fmla="*/ 4315684 h 6858000"/>
              <a:gd name="connsiteX570" fmla="*/ 5323493 w 6007100"/>
              <a:gd name="connsiteY570" fmla="*/ 4312397 h 6858000"/>
              <a:gd name="connsiteX571" fmla="*/ 5325307 w 6007100"/>
              <a:gd name="connsiteY571" fmla="*/ 4315684 h 6858000"/>
              <a:gd name="connsiteX572" fmla="*/ 5325342 w 6007100"/>
              <a:gd name="connsiteY572" fmla="*/ 4315684 h 6858000"/>
              <a:gd name="connsiteX573" fmla="*/ 5750839 w 6007100"/>
              <a:gd name="connsiteY573" fmla="*/ 5083250 h 6858000"/>
              <a:gd name="connsiteX574" fmla="*/ 5744848 w 6007100"/>
              <a:gd name="connsiteY574" fmla="*/ 5086571 h 6858000"/>
              <a:gd name="connsiteX575" fmla="*/ 5317536 w 6007100"/>
              <a:gd name="connsiteY575" fmla="*/ 4315684 h 6858000"/>
              <a:gd name="connsiteX576" fmla="*/ 4831991 w 6007100"/>
              <a:gd name="connsiteY576" fmla="*/ 4312397 h 6858000"/>
              <a:gd name="connsiteX577" fmla="*/ 4833805 w 6007100"/>
              <a:gd name="connsiteY577" fmla="*/ 4315684 h 6858000"/>
              <a:gd name="connsiteX578" fmla="*/ 4833840 w 6007100"/>
              <a:gd name="connsiteY578" fmla="*/ 4315684 h 6858000"/>
              <a:gd name="connsiteX579" fmla="*/ 5259337 w 6007100"/>
              <a:gd name="connsiteY579" fmla="*/ 5083250 h 6858000"/>
              <a:gd name="connsiteX580" fmla="*/ 5253346 w 6007100"/>
              <a:gd name="connsiteY580" fmla="*/ 5086571 h 6858000"/>
              <a:gd name="connsiteX581" fmla="*/ 4826034 w 6007100"/>
              <a:gd name="connsiteY581" fmla="*/ 4315684 h 6858000"/>
              <a:gd name="connsiteX582" fmla="*/ 4340490 w 6007100"/>
              <a:gd name="connsiteY582" fmla="*/ 4312397 h 6858000"/>
              <a:gd name="connsiteX583" fmla="*/ 4342304 w 6007100"/>
              <a:gd name="connsiteY583" fmla="*/ 4315684 h 6858000"/>
              <a:gd name="connsiteX584" fmla="*/ 4342373 w 6007100"/>
              <a:gd name="connsiteY584" fmla="*/ 4315684 h 6858000"/>
              <a:gd name="connsiteX585" fmla="*/ 4767836 w 6007100"/>
              <a:gd name="connsiteY585" fmla="*/ 5083250 h 6858000"/>
              <a:gd name="connsiteX586" fmla="*/ 4761845 w 6007100"/>
              <a:gd name="connsiteY586" fmla="*/ 5086571 h 6858000"/>
              <a:gd name="connsiteX587" fmla="*/ 4334533 w 6007100"/>
              <a:gd name="connsiteY587" fmla="*/ 4315684 h 6858000"/>
              <a:gd name="connsiteX588" fmla="*/ 3848989 w 6007100"/>
              <a:gd name="connsiteY588" fmla="*/ 4312397 h 6858000"/>
              <a:gd name="connsiteX589" fmla="*/ 3850838 w 6007100"/>
              <a:gd name="connsiteY589" fmla="*/ 4315684 h 6858000"/>
              <a:gd name="connsiteX590" fmla="*/ 3850871 w 6007100"/>
              <a:gd name="connsiteY590" fmla="*/ 4315684 h 6858000"/>
              <a:gd name="connsiteX591" fmla="*/ 4276335 w 6007100"/>
              <a:gd name="connsiteY591" fmla="*/ 5083250 h 6858000"/>
              <a:gd name="connsiteX592" fmla="*/ 4270344 w 6007100"/>
              <a:gd name="connsiteY592" fmla="*/ 5086571 h 6858000"/>
              <a:gd name="connsiteX593" fmla="*/ 3843032 w 6007100"/>
              <a:gd name="connsiteY593" fmla="*/ 4315684 h 6858000"/>
              <a:gd name="connsiteX594" fmla="*/ 3357487 w 6007100"/>
              <a:gd name="connsiteY594" fmla="*/ 4312397 h 6858000"/>
              <a:gd name="connsiteX595" fmla="*/ 3359336 w 6007100"/>
              <a:gd name="connsiteY595" fmla="*/ 4315684 h 6858000"/>
              <a:gd name="connsiteX596" fmla="*/ 3359370 w 6007100"/>
              <a:gd name="connsiteY596" fmla="*/ 4315684 h 6858000"/>
              <a:gd name="connsiteX597" fmla="*/ 3784833 w 6007100"/>
              <a:gd name="connsiteY597" fmla="*/ 5083250 h 6858000"/>
              <a:gd name="connsiteX598" fmla="*/ 3778842 w 6007100"/>
              <a:gd name="connsiteY598" fmla="*/ 5086571 h 6858000"/>
              <a:gd name="connsiteX599" fmla="*/ 3351530 w 6007100"/>
              <a:gd name="connsiteY599" fmla="*/ 4315684 h 6858000"/>
              <a:gd name="connsiteX600" fmla="*/ 2865986 w 6007100"/>
              <a:gd name="connsiteY600" fmla="*/ 4312397 h 6858000"/>
              <a:gd name="connsiteX601" fmla="*/ 2867835 w 6007100"/>
              <a:gd name="connsiteY601" fmla="*/ 4315684 h 6858000"/>
              <a:gd name="connsiteX602" fmla="*/ 2867869 w 6007100"/>
              <a:gd name="connsiteY602" fmla="*/ 4315684 h 6858000"/>
              <a:gd name="connsiteX603" fmla="*/ 3293332 w 6007100"/>
              <a:gd name="connsiteY603" fmla="*/ 5083250 h 6858000"/>
              <a:gd name="connsiteX604" fmla="*/ 3287341 w 6007100"/>
              <a:gd name="connsiteY604" fmla="*/ 5086571 h 6858000"/>
              <a:gd name="connsiteX605" fmla="*/ 2860029 w 6007100"/>
              <a:gd name="connsiteY605" fmla="*/ 4315684 h 6858000"/>
              <a:gd name="connsiteX606" fmla="*/ 2374485 w 6007100"/>
              <a:gd name="connsiteY606" fmla="*/ 4312397 h 6858000"/>
              <a:gd name="connsiteX607" fmla="*/ 2376333 w 6007100"/>
              <a:gd name="connsiteY607" fmla="*/ 4315684 h 6858000"/>
              <a:gd name="connsiteX608" fmla="*/ 2376367 w 6007100"/>
              <a:gd name="connsiteY608" fmla="*/ 4315684 h 6858000"/>
              <a:gd name="connsiteX609" fmla="*/ 2801830 w 6007100"/>
              <a:gd name="connsiteY609" fmla="*/ 5083250 h 6858000"/>
              <a:gd name="connsiteX610" fmla="*/ 2795839 w 6007100"/>
              <a:gd name="connsiteY610" fmla="*/ 5086571 h 6858000"/>
              <a:gd name="connsiteX611" fmla="*/ 2368527 w 6007100"/>
              <a:gd name="connsiteY611" fmla="*/ 4315684 h 6858000"/>
              <a:gd name="connsiteX612" fmla="*/ 1882983 w 6007100"/>
              <a:gd name="connsiteY612" fmla="*/ 4312397 h 6858000"/>
              <a:gd name="connsiteX613" fmla="*/ 1884832 w 6007100"/>
              <a:gd name="connsiteY613" fmla="*/ 4315684 h 6858000"/>
              <a:gd name="connsiteX614" fmla="*/ 1884866 w 6007100"/>
              <a:gd name="connsiteY614" fmla="*/ 4315684 h 6858000"/>
              <a:gd name="connsiteX615" fmla="*/ 2310329 w 6007100"/>
              <a:gd name="connsiteY615" fmla="*/ 5083250 h 6858000"/>
              <a:gd name="connsiteX616" fmla="*/ 2304338 w 6007100"/>
              <a:gd name="connsiteY616" fmla="*/ 5086571 h 6858000"/>
              <a:gd name="connsiteX617" fmla="*/ 1877026 w 6007100"/>
              <a:gd name="connsiteY617" fmla="*/ 4315684 h 6858000"/>
              <a:gd name="connsiteX618" fmla="*/ 1391481 w 6007100"/>
              <a:gd name="connsiteY618" fmla="*/ 4312397 h 6858000"/>
              <a:gd name="connsiteX619" fmla="*/ 1393330 w 6007100"/>
              <a:gd name="connsiteY619" fmla="*/ 4315684 h 6858000"/>
              <a:gd name="connsiteX620" fmla="*/ 1393364 w 6007100"/>
              <a:gd name="connsiteY620" fmla="*/ 4315684 h 6858000"/>
              <a:gd name="connsiteX621" fmla="*/ 1818827 w 6007100"/>
              <a:gd name="connsiteY621" fmla="*/ 5083250 h 6858000"/>
              <a:gd name="connsiteX622" fmla="*/ 1812836 w 6007100"/>
              <a:gd name="connsiteY622" fmla="*/ 5086571 h 6858000"/>
              <a:gd name="connsiteX623" fmla="*/ 1385524 w 6007100"/>
              <a:gd name="connsiteY623" fmla="*/ 4315684 h 6858000"/>
              <a:gd name="connsiteX624" fmla="*/ 900014 w 6007100"/>
              <a:gd name="connsiteY624" fmla="*/ 4312397 h 6858000"/>
              <a:gd name="connsiteX625" fmla="*/ 901828 w 6007100"/>
              <a:gd name="connsiteY625" fmla="*/ 4315684 h 6858000"/>
              <a:gd name="connsiteX626" fmla="*/ 901863 w 6007100"/>
              <a:gd name="connsiteY626" fmla="*/ 4315684 h 6858000"/>
              <a:gd name="connsiteX627" fmla="*/ 1327326 w 6007100"/>
              <a:gd name="connsiteY627" fmla="*/ 5083250 h 6858000"/>
              <a:gd name="connsiteX628" fmla="*/ 1321335 w 6007100"/>
              <a:gd name="connsiteY628" fmla="*/ 5086571 h 6858000"/>
              <a:gd name="connsiteX629" fmla="*/ 894057 w 6007100"/>
              <a:gd name="connsiteY629" fmla="*/ 4315684 h 6858000"/>
              <a:gd name="connsiteX630" fmla="*/ 408513 w 6007100"/>
              <a:gd name="connsiteY630" fmla="*/ 4312397 h 6858000"/>
              <a:gd name="connsiteX631" fmla="*/ 410326 w 6007100"/>
              <a:gd name="connsiteY631" fmla="*/ 4315684 h 6858000"/>
              <a:gd name="connsiteX632" fmla="*/ 410361 w 6007100"/>
              <a:gd name="connsiteY632" fmla="*/ 4315684 h 6858000"/>
              <a:gd name="connsiteX633" fmla="*/ 835824 w 6007100"/>
              <a:gd name="connsiteY633" fmla="*/ 5083250 h 6858000"/>
              <a:gd name="connsiteX634" fmla="*/ 829833 w 6007100"/>
              <a:gd name="connsiteY634" fmla="*/ 5086571 h 6858000"/>
              <a:gd name="connsiteX635" fmla="*/ 402556 w 6007100"/>
              <a:gd name="connsiteY635" fmla="*/ 4315684 h 6858000"/>
              <a:gd name="connsiteX636" fmla="*/ 5990582 w 6007100"/>
              <a:gd name="connsiteY636" fmla="*/ 3869063 h 6858000"/>
              <a:gd name="connsiteX637" fmla="*/ 5996573 w 6007100"/>
              <a:gd name="connsiteY637" fmla="*/ 3872350 h 6858000"/>
              <a:gd name="connsiteX638" fmla="*/ 5809038 w 6007100"/>
              <a:gd name="connsiteY638" fmla="*/ 4210721 h 6858000"/>
              <a:gd name="connsiteX639" fmla="*/ 5809038 w 6007100"/>
              <a:gd name="connsiteY639" fmla="*/ 4210789 h 6858000"/>
              <a:gd name="connsiteX640" fmla="*/ 5750873 w 6007100"/>
              <a:gd name="connsiteY640" fmla="*/ 4315684 h 6858000"/>
              <a:gd name="connsiteX641" fmla="*/ 5750840 w 6007100"/>
              <a:gd name="connsiteY641" fmla="*/ 4315684 h 6858000"/>
              <a:gd name="connsiteX642" fmla="*/ 5569261 w 6007100"/>
              <a:gd name="connsiteY642" fmla="*/ 4643237 h 6858000"/>
              <a:gd name="connsiteX643" fmla="*/ 5563270 w 6007100"/>
              <a:gd name="connsiteY643" fmla="*/ 4639917 h 6858000"/>
              <a:gd name="connsiteX644" fmla="*/ 5743000 w 6007100"/>
              <a:gd name="connsiteY644" fmla="*/ 4315684 h 6858000"/>
              <a:gd name="connsiteX645" fmla="*/ 5743034 w 6007100"/>
              <a:gd name="connsiteY645" fmla="*/ 4315684 h 6858000"/>
              <a:gd name="connsiteX646" fmla="*/ 5809038 w 6007100"/>
              <a:gd name="connsiteY646" fmla="*/ 4196651 h 6858000"/>
              <a:gd name="connsiteX647" fmla="*/ 5809038 w 6007100"/>
              <a:gd name="connsiteY647" fmla="*/ 4196583 h 6858000"/>
              <a:gd name="connsiteX648" fmla="*/ 5499080 w 6007100"/>
              <a:gd name="connsiteY648" fmla="*/ 3869063 h 6858000"/>
              <a:gd name="connsiteX649" fmla="*/ 5505071 w 6007100"/>
              <a:gd name="connsiteY649" fmla="*/ 3872350 h 6858000"/>
              <a:gd name="connsiteX650" fmla="*/ 5317536 w 6007100"/>
              <a:gd name="connsiteY650" fmla="*/ 4210721 h 6858000"/>
              <a:gd name="connsiteX651" fmla="*/ 5317536 w 6007100"/>
              <a:gd name="connsiteY651" fmla="*/ 4210789 h 6858000"/>
              <a:gd name="connsiteX652" fmla="*/ 5259372 w 6007100"/>
              <a:gd name="connsiteY652" fmla="*/ 4315684 h 6858000"/>
              <a:gd name="connsiteX653" fmla="*/ 5259338 w 6007100"/>
              <a:gd name="connsiteY653" fmla="*/ 4315684 h 6858000"/>
              <a:gd name="connsiteX654" fmla="*/ 5077759 w 6007100"/>
              <a:gd name="connsiteY654" fmla="*/ 4643237 h 6858000"/>
              <a:gd name="connsiteX655" fmla="*/ 5071768 w 6007100"/>
              <a:gd name="connsiteY655" fmla="*/ 4639917 h 6858000"/>
              <a:gd name="connsiteX656" fmla="*/ 5251498 w 6007100"/>
              <a:gd name="connsiteY656" fmla="*/ 4315684 h 6858000"/>
              <a:gd name="connsiteX657" fmla="*/ 5251532 w 6007100"/>
              <a:gd name="connsiteY657" fmla="*/ 4315684 h 6858000"/>
              <a:gd name="connsiteX658" fmla="*/ 5317536 w 6007100"/>
              <a:gd name="connsiteY658" fmla="*/ 4196651 h 6858000"/>
              <a:gd name="connsiteX659" fmla="*/ 5317536 w 6007100"/>
              <a:gd name="connsiteY659" fmla="*/ 4196583 h 6858000"/>
              <a:gd name="connsiteX660" fmla="*/ 5007578 w 6007100"/>
              <a:gd name="connsiteY660" fmla="*/ 3869063 h 6858000"/>
              <a:gd name="connsiteX661" fmla="*/ 5013569 w 6007100"/>
              <a:gd name="connsiteY661" fmla="*/ 3872350 h 6858000"/>
              <a:gd name="connsiteX662" fmla="*/ 4826034 w 6007100"/>
              <a:gd name="connsiteY662" fmla="*/ 4210721 h 6858000"/>
              <a:gd name="connsiteX663" fmla="*/ 4826034 w 6007100"/>
              <a:gd name="connsiteY663" fmla="*/ 4210789 h 6858000"/>
              <a:gd name="connsiteX664" fmla="*/ 4767870 w 6007100"/>
              <a:gd name="connsiteY664" fmla="*/ 4315684 h 6858000"/>
              <a:gd name="connsiteX665" fmla="*/ 4767836 w 6007100"/>
              <a:gd name="connsiteY665" fmla="*/ 4315684 h 6858000"/>
              <a:gd name="connsiteX666" fmla="*/ 4586257 w 6007100"/>
              <a:gd name="connsiteY666" fmla="*/ 4643237 h 6858000"/>
              <a:gd name="connsiteX667" fmla="*/ 4580266 w 6007100"/>
              <a:gd name="connsiteY667" fmla="*/ 4639917 h 6858000"/>
              <a:gd name="connsiteX668" fmla="*/ 4759996 w 6007100"/>
              <a:gd name="connsiteY668" fmla="*/ 4315684 h 6858000"/>
              <a:gd name="connsiteX669" fmla="*/ 4760030 w 6007100"/>
              <a:gd name="connsiteY669" fmla="*/ 4315684 h 6858000"/>
              <a:gd name="connsiteX670" fmla="*/ 4826034 w 6007100"/>
              <a:gd name="connsiteY670" fmla="*/ 4196651 h 6858000"/>
              <a:gd name="connsiteX671" fmla="*/ 4826034 w 6007100"/>
              <a:gd name="connsiteY671" fmla="*/ 4196583 h 6858000"/>
              <a:gd name="connsiteX672" fmla="*/ 4516077 w 6007100"/>
              <a:gd name="connsiteY672" fmla="*/ 3869063 h 6858000"/>
              <a:gd name="connsiteX673" fmla="*/ 4522068 w 6007100"/>
              <a:gd name="connsiteY673" fmla="*/ 3872350 h 6858000"/>
              <a:gd name="connsiteX674" fmla="*/ 4334533 w 6007100"/>
              <a:gd name="connsiteY674" fmla="*/ 4210721 h 6858000"/>
              <a:gd name="connsiteX675" fmla="*/ 4334533 w 6007100"/>
              <a:gd name="connsiteY675" fmla="*/ 4210789 h 6858000"/>
              <a:gd name="connsiteX676" fmla="*/ 4276369 w 6007100"/>
              <a:gd name="connsiteY676" fmla="*/ 4315684 h 6858000"/>
              <a:gd name="connsiteX677" fmla="*/ 4276334 w 6007100"/>
              <a:gd name="connsiteY677" fmla="*/ 4315684 h 6858000"/>
              <a:gd name="connsiteX678" fmla="*/ 4094757 w 6007100"/>
              <a:gd name="connsiteY678" fmla="*/ 4643237 h 6858000"/>
              <a:gd name="connsiteX679" fmla="*/ 4088799 w 6007100"/>
              <a:gd name="connsiteY679" fmla="*/ 4639917 h 6858000"/>
              <a:gd name="connsiteX680" fmla="*/ 4268495 w 6007100"/>
              <a:gd name="connsiteY680" fmla="*/ 4315684 h 6858000"/>
              <a:gd name="connsiteX681" fmla="*/ 4268529 w 6007100"/>
              <a:gd name="connsiteY681" fmla="*/ 4315684 h 6858000"/>
              <a:gd name="connsiteX682" fmla="*/ 4334533 w 6007100"/>
              <a:gd name="connsiteY682" fmla="*/ 4196651 h 6858000"/>
              <a:gd name="connsiteX683" fmla="*/ 4334533 w 6007100"/>
              <a:gd name="connsiteY683" fmla="*/ 4196583 h 6858000"/>
              <a:gd name="connsiteX684" fmla="*/ 4024576 w 6007100"/>
              <a:gd name="connsiteY684" fmla="*/ 3869063 h 6858000"/>
              <a:gd name="connsiteX685" fmla="*/ 4030567 w 6007100"/>
              <a:gd name="connsiteY685" fmla="*/ 3872350 h 6858000"/>
              <a:gd name="connsiteX686" fmla="*/ 3843032 w 6007100"/>
              <a:gd name="connsiteY686" fmla="*/ 4210721 h 6858000"/>
              <a:gd name="connsiteX687" fmla="*/ 3843032 w 6007100"/>
              <a:gd name="connsiteY687" fmla="*/ 4210789 h 6858000"/>
              <a:gd name="connsiteX688" fmla="*/ 3784868 w 6007100"/>
              <a:gd name="connsiteY688" fmla="*/ 4315684 h 6858000"/>
              <a:gd name="connsiteX689" fmla="*/ 3784833 w 6007100"/>
              <a:gd name="connsiteY689" fmla="*/ 4315684 h 6858000"/>
              <a:gd name="connsiteX690" fmla="*/ 3603289 w 6007100"/>
              <a:gd name="connsiteY690" fmla="*/ 4643237 h 6858000"/>
              <a:gd name="connsiteX691" fmla="*/ 3597298 w 6007100"/>
              <a:gd name="connsiteY691" fmla="*/ 4639917 h 6858000"/>
              <a:gd name="connsiteX692" fmla="*/ 3776994 w 6007100"/>
              <a:gd name="connsiteY692" fmla="*/ 4315684 h 6858000"/>
              <a:gd name="connsiteX693" fmla="*/ 3777062 w 6007100"/>
              <a:gd name="connsiteY693" fmla="*/ 4315684 h 6858000"/>
              <a:gd name="connsiteX694" fmla="*/ 3843032 w 6007100"/>
              <a:gd name="connsiteY694" fmla="*/ 4196651 h 6858000"/>
              <a:gd name="connsiteX695" fmla="*/ 3843032 w 6007100"/>
              <a:gd name="connsiteY695" fmla="*/ 4196583 h 6858000"/>
              <a:gd name="connsiteX696" fmla="*/ 3533109 w 6007100"/>
              <a:gd name="connsiteY696" fmla="*/ 3869063 h 6858000"/>
              <a:gd name="connsiteX697" fmla="*/ 3539065 w 6007100"/>
              <a:gd name="connsiteY697" fmla="*/ 3872350 h 6858000"/>
              <a:gd name="connsiteX698" fmla="*/ 3351531 w 6007100"/>
              <a:gd name="connsiteY698" fmla="*/ 4210719 h 6858000"/>
              <a:gd name="connsiteX699" fmla="*/ 3351531 w 6007100"/>
              <a:gd name="connsiteY699" fmla="*/ 4210789 h 6858000"/>
              <a:gd name="connsiteX700" fmla="*/ 3293367 w 6007100"/>
              <a:gd name="connsiteY700" fmla="*/ 4315684 h 6858000"/>
              <a:gd name="connsiteX701" fmla="*/ 3293331 w 6007100"/>
              <a:gd name="connsiteY701" fmla="*/ 4315684 h 6858000"/>
              <a:gd name="connsiteX702" fmla="*/ 3111787 w 6007100"/>
              <a:gd name="connsiteY702" fmla="*/ 4643237 h 6858000"/>
              <a:gd name="connsiteX703" fmla="*/ 3105796 w 6007100"/>
              <a:gd name="connsiteY703" fmla="*/ 4639917 h 6858000"/>
              <a:gd name="connsiteX704" fmla="*/ 3285526 w 6007100"/>
              <a:gd name="connsiteY704" fmla="*/ 4315684 h 6858000"/>
              <a:gd name="connsiteX705" fmla="*/ 3285561 w 6007100"/>
              <a:gd name="connsiteY705" fmla="*/ 4315684 h 6858000"/>
              <a:gd name="connsiteX706" fmla="*/ 3351530 w 6007100"/>
              <a:gd name="connsiteY706" fmla="*/ 4196652 h 6858000"/>
              <a:gd name="connsiteX707" fmla="*/ 3351530 w 6007100"/>
              <a:gd name="connsiteY707" fmla="*/ 4196583 h 6858000"/>
              <a:gd name="connsiteX708" fmla="*/ 3041608 w 6007100"/>
              <a:gd name="connsiteY708" fmla="*/ 3869063 h 6858000"/>
              <a:gd name="connsiteX709" fmla="*/ 3047599 w 6007100"/>
              <a:gd name="connsiteY709" fmla="*/ 3872350 h 6858000"/>
              <a:gd name="connsiteX710" fmla="*/ 2860029 w 6007100"/>
              <a:gd name="connsiteY710" fmla="*/ 4210721 h 6858000"/>
              <a:gd name="connsiteX711" fmla="*/ 2860029 w 6007100"/>
              <a:gd name="connsiteY711" fmla="*/ 4210789 h 6858000"/>
              <a:gd name="connsiteX712" fmla="*/ 2801865 w 6007100"/>
              <a:gd name="connsiteY712" fmla="*/ 4315684 h 6858000"/>
              <a:gd name="connsiteX713" fmla="*/ 2801830 w 6007100"/>
              <a:gd name="connsiteY713" fmla="*/ 4315684 h 6858000"/>
              <a:gd name="connsiteX714" fmla="*/ 2620286 w 6007100"/>
              <a:gd name="connsiteY714" fmla="*/ 4643237 h 6858000"/>
              <a:gd name="connsiteX715" fmla="*/ 2614295 w 6007100"/>
              <a:gd name="connsiteY715" fmla="*/ 4639917 h 6858000"/>
              <a:gd name="connsiteX716" fmla="*/ 2794025 w 6007100"/>
              <a:gd name="connsiteY716" fmla="*/ 4315684 h 6858000"/>
              <a:gd name="connsiteX717" fmla="*/ 2794059 w 6007100"/>
              <a:gd name="connsiteY717" fmla="*/ 4315684 h 6858000"/>
              <a:gd name="connsiteX718" fmla="*/ 2860029 w 6007100"/>
              <a:gd name="connsiteY718" fmla="*/ 4196651 h 6858000"/>
              <a:gd name="connsiteX719" fmla="*/ 2860029 w 6007100"/>
              <a:gd name="connsiteY719" fmla="*/ 4196583 h 6858000"/>
              <a:gd name="connsiteX720" fmla="*/ 2550106 w 6007100"/>
              <a:gd name="connsiteY720" fmla="*/ 3869063 h 6858000"/>
              <a:gd name="connsiteX721" fmla="*/ 2556097 w 6007100"/>
              <a:gd name="connsiteY721" fmla="*/ 3872350 h 6858000"/>
              <a:gd name="connsiteX722" fmla="*/ 2368527 w 6007100"/>
              <a:gd name="connsiteY722" fmla="*/ 4210721 h 6858000"/>
              <a:gd name="connsiteX723" fmla="*/ 2368527 w 6007100"/>
              <a:gd name="connsiteY723" fmla="*/ 4210789 h 6858000"/>
              <a:gd name="connsiteX724" fmla="*/ 2310363 w 6007100"/>
              <a:gd name="connsiteY724" fmla="*/ 4315684 h 6858000"/>
              <a:gd name="connsiteX725" fmla="*/ 2310329 w 6007100"/>
              <a:gd name="connsiteY725" fmla="*/ 4315684 h 6858000"/>
              <a:gd name="connsiteX726" fmla="*/ 2128785 w 6007100"/>
              <a:gd name="connsiteY726" fmla="*/ 4643237 h 6858000"/>
              <a:gd name="connsiteX727" fmla="*/ 2122794 w 6007100"/>
              <a:gd name="connsiteY727" fmla="*/ 4639917 h 6858000"/>
              <a:gd name="connsiteX728" fmla="*/ 2302524 w 6007100"/>
              <a:gd name="connsiteY728" fmla="*/ 4315684 h 6858000"/>
              <a:gd name="connsiteX729" fmla="*/ 2302558 w 6007100"/>
              <a:gd name="connsiteY729" fmla="*/ 4315684 h 6858000"/>
              <a:gd name="connsiteX730" fmla="*/ 2368527 w 6007100"/>
              <a:gd name="connsiteY730" fmla="*/ 4196651 h 6858000"/>
              <a:gd name="connsiteX731" fmla="*/ 2368527 w 6007100"/>
              <a:gd name="connsiteY731" fmla="*/ 4196583 h 6858000"/>
              <a:gd name="connsiteX732" fmla="*/ 2058605 w 6007100"/>
              <a:gd name="connsiteY732" fmla="*/ 3869063 h 6858000"/>
              <a:gd name="connsiteX733" fmla="*/ 2064596 w 6007100"/>
              <a:gd name="connsiteY733" fmla="*/ 3872350 h 6858000"/>
              <a:gd name="connsiteX734" fmla="*/ 1877027 w 6007100"/>
              <a:gd name="connsiteY734" fmla="*/ 4210719 h 6858000"/>
              <a:gd name="connsiteX735" fmla="*/ 1877027 w 6007100"/>
              <a:gd name="connsiteY735" fmla="*/ 4210789 h 6858000"/>
              <a:gd name="connsiteX736" fmla="*/ 1818897 w 6007100"/>
              <a:gd name="connsiteY736" fmla="*/ 4315684 h 6858000"/>
              <a:gd name="connsiteX737" fmla="*/ 1818827 w 6007100"/>
              <a:gd name="connsiteY737" fmla="*/ 4315684 h 6858000"/>
              <a:gd name="connsiteX738" fmla="*/ 1637283 w 6007100"/>
              <a:gd name="connsiteY738" fmla="*/ 4643237 h 6858000"/>
              <a:gd name="connsiteX739" fmla="*/ 1631292 w 6007100"/>
              <a:gd name="connsiteY739" fmla="*/ 4639917 h 6858000"/>
              <a:gd name="connsiteX740" fmla="*/ 1811022 w 6007100"/>
              <a:gd name="connsiteY740" fmla="*/ 4315684 h 6858000"/>
              <a:gd name="connsiteX741" fmla="*/ 1811057 w 6007100"/>
              <a:gd name="connsiteY741" fmla="*/ 4315684 h 6858000"/>
              <a:gd name="connsiteX742" fmla="*/ 1877026 w 6007100"/>
              <a:gd name="connsiteY742" fmla="*/ 4196653 h 6858000"/>
              <a:gd name="connsiteX743" fmla="*/ 1877026 w 6007100"/>
              <a:gd name="connsiteY743" fmla="*/ 4196583 h 6858000"/>
              <a:gd name="connsiteX744" fmla="*/ 1567103 w 6007100"/>
              <a:gd name="connsiteY744" fmla="*/ 3869063 h 6858000"/>
              <a:gd name="connsiteX745" fmla="*/ 1573094 w 6007100"/>
              <a:gd name="connsiteY745" fmla="*/ 3872350 h 6858000"/>
              <a:gd name="connsiteX746" fmla="*/ 1385525 w 6007100"/>
              <a:gd name="connsiteY746" fmla="*/ 4210719 h 6858000"/>
              <a:gd name="connsiteX747" fmla="*/ 1385525 w 6007100"/>
              <a:gd name="connsiteY747" fmla="*/ 4210789 h 6858000"/>
              <a:gd name="connsiteX748" fmla="*/ 1327395 w 6007100"/>
              <a:gd name="connsiteY748" fmla="*/ 4315684 h 6858000"/>
              <a:gd name="connsiteX749" fmla="*/ 1327361 w 6007100"/>
              <a:gd name="connsiteY749" fmla="*/ 4315684 h 6858000"/>
              <a:gd name="connsiteX750" fmla="*/ 1145782 w 6007100"/>
              <a:gd name="connsiteY750" fmla="*/ 4643237 h 6858000"/>
              <a:gd name="connsiteX751" fmla="*/ 1139791 w 6007100"/>
              <a:gd name="connsiteY751" fmla="*/ 4639917 h 6858000"/>
              <a:gd name="connsiteX752" fmla="*/ 1319521 w 6007100"/>
              <a:gd name="connsiteY752" fmla="*/ 4315684 h 6858000"/>
              <a:gd name="connsiteX753" fmla="*/ 1319555 w 6007100"/>
              <a:gd name="connsiteY753" fmla="*/ 4315684 h 6858000"/>
              <a:gd name="connsiteX754" fmla="*/ 1385524 w 6007100"/>
              <a:gd name="connsiteY754" fmla="*/ 4196652 h 6858000"/>
              <a:gd name="connsiteX755" fmla="*/ 1385524 w 6007100"/>
              <a:gd name="connsiteY755" fmla="*/ 4196583 h 6858000"/>
              <a:gd name="connsiteX756" fmla="*/ 1075601 w 6007100"/>
              <a:gd name="connsiteY756" fmla="*/ 3869063 h 6858000"/>
              <a:gd name="connsiteX757" fmla="*/ 1081592 w 6007100"/>
              <a:gd name="connsiteY757" fmla="*/ 3872350 h 6858000"/>
              <a:gd name="connsiteX758" fmla="*/ 894057 w 6007100"/>
              <a:gd name="connsiteY758" fmla="*/ 4210721 h 6858000"/>
              <a:gd name="connsiteX759" fmla="*/ 894057 w 6007100"/>
              <a:gd name="connsiteY759" fmla="*/ 4210789 h 6858000"/>
              <a:gd name="connsiteX760" fmla="*/ 835893 w 6007100"/>
              <a:gd name="connsiteY760" fmla="*/ 4315684 h 6858000"/>
              <a:gd name="connsiteX761" fmla="*/ 835859 w 6007100"/>
              <a:gd name="connsiteY761" fmla="*/ 4315684 h 6858000"/>
              <a:gd name="connsiteX762" fmla="*/ 654280 w 6007100"/>
              <a:gd name="connsiteY762" fmla="*/ 4643237 h 6858000"/>
              <a:gd name="connsiteX763" fmla="*/ 648289 w 6007100"/>
              <a:gd name="connsiteY763" fmla="*/ 4639917 h 6858000"/>
              <a:gd name="connsiteX764" fmla="*/ 828019 w 6007100"/>
              <a:gd name="connsiteY764" fmla="*/ 4315684 h 6858000"/>
              <a:gd name="connsiteX765" fmla="*/ 828053 w 6007100"/>
              <a:gd name="connsiteY765" fmla="*/ 4315684 h 6858000"/>
              <a:gd name="connsiteX766" fmla="*/ 894057 w 6007100"/>
              <a:gd name="connsiteY766" fmla="*/ 4196651 h 6858000"/>
              <a:gd name="connsiteX767" fmla="*/ 894057 w 6007100"/>
              <a:gd name="connsiteY767" fmla="*/ 4196583 h 6858000"/>
              <a:gd name="connsiteX768" fmla="*/ 584100 w 6007100"/>
              <a:gd name="connsiteY768" fmla="*/ 3869063 h 6858000"/>
              <a:gd name="connsiteX769" fmla="*/ 590091 w 6007100"/>
              <a:gd name="connsiteY769" fmla="*/ 3872350 h 6858000"/>
              <a:gd name="connsiteX770" fmla="*/ 402556 w 6007100"/>
              <a:gd name="connsiteY770" fmla="*/ 4210721 h 6858000"/>
              <a:gd name="connsiteX771" fmla="*/ 402556 w 6007100"/>
              <a:gd name="connsiteY771" fmla="*/ 4210789 h 6858000"/>
              <a:gd name="connsiteX772" fmla="*/ 344392 w 6007100"/>
              <a:gd name="connsiteY772" fmla="*/ 4315684 h 6858000"/>
              <a:gd name="connsiteX773" fmla="*/ 344358 w 6007100"/>
              <a:gd name="connsiteY773" fmla="*/ 4315684 h 6858000"/>
              <a:gd name="connsiteX774" fmla="*/ 162779 w 6007100"/>
              <a:gd name="connsiteY774" fmla="*/ 4643237 h 6858000"/>
              <a:gd name="connsiteX775" fmla="*/ 156788 w 6007100"/>
              <a:gd name="connsiteY775" fmla="*/ 4639917 h 6858000"/>
              <a:gd name="connsiteX776" fmla="*/ 336518 w 6007100"/>
              <a:gd name="connsiteY776" fmla="*/ 4315684 h 6858000"/>
              <a:gd name="connsiteX777" fmla="*/ 336552 w 6007100"/>
              <a:gd name="connsiteY777" fmla="*/ 4315684 h 6858000"/>
              <a:gd name="connsiteX778" fmla="*/ 402556 w 6007100"/>
              <a:gd name="connsiteY778" fmla="*/ 4196651 h 6858000"/>
              <a:gd name="connsiteX779" fmla="*/ 402556 w 6007100"/>
              <a:gd name="connsiteY779" fmla="*/ 4196583 h 6858000"/>
              <a:gd name="connsiteX780" fmla="*/ 92599 w 6007100"/>
              <a:gd name="connsiteY780" fmla="*/ 3869063 h 6858000"/>
              <a:gd name="connsiteX781" fmla="*/ 98590 w 6007100"/>
              <a:gd name="connsiteY781" fmla="*/ 3872350 h 6858000"/>
              <a:gd name="connsiteX782" fmla="*/ 0 w 6007100"/>
              <a:gd name="connsiteY782" fmla="*/ 4050271 h 6858000"/>
              <a:gd name="connsiteX783" fmla="*/ 0 w 6007100"/>
              <a:gd name="connsiteY783" fmla="*/ 4036161 h 6858000"/>
              <a:gd name="connsiteX784" fmla="*/ 0 w 6007100"/>
              <a:gd name="connsiteY784" fmla="*/ 3575385 h 6858000"/>
              <a:gd name="connsiteX785" fmla="*/ 344358 w 6007100"/>
              <a:gd name="connsiteY785" fmla="*/ 4196582 h 6858000"/>
              <a:gd name="connsiteX786" fmla="*/ 338367 w 6007100"/>
              <a:gd name="connsiteY786" fmla="*/ 4199869 h 6858000"/>
              <a:gd name="connsiteX787" fmla="*/ 0 w 6007100"/>
              <a:gd name="connsiteY787" fmla="*/ 3589405 h 6858000"/>
              <a:gd name="connsiteX788" fmla="*/ 408513 w 6007100"/>
              <a:gd name="connsiteY788" fmla="*/ 3426336 h 6858000"/>
              <a:gd name="connsiteX789" fmla="*/ 410325 w 6007100"/>
              <a:gd name="connsiteY789" fmla="*/ 3429016 h 6858000"/>
              <a:gd name="connsiteX790" fmla="*/ 410361 w 6007100"/>
              <a:gd name="connsiteY790" fmla="*/ 3429016 h 6858000"/>
              <a:gd name="connsiteX791" fmla="*/ 835824 w 6007100"/>
              <a:gd name="connsiteY791" fmla="*/ 4196582 h 6858000"/>
              <a:gd name="connsiteX792" fmla="*/ 829833 w 6007100"/>
              <a:gd name="connsiteY792" fmla="*/ 4199869 h 6858000"/>
              <a:gd name="connsiteX793" fmla="*/ 402556 w 6007100"/>
              <a:gd name="connsiteY793" fmla="*/ 3429017 h 6858000"/>
              <a:gd name="connsiteX794" fmla="*/ 402556 w 6007100"/>
              <a:gd name="connsiteY794" fmla="*/ 3429016 h 6858000"/>
              <a:gd name="connsiteX795" fmla="*/ 402556 w 6007100"/>
              <a:gd name="connsiteY795" fmla="*/ 3428999 h 6858000"/>
              <a:gd name="connsiteX796" fmla="*/ 900014 w 6007100"/>
              <a:gd name="connsiteY796" fmla="*/ 3426333 h 6858000"/>
              <a:gd name="connsiteX797" fmla="*/ 901827 w 6007100"/>
              <a:gd name="connsiteY797" fmla="*/ 3429016 h 6858000"/>
              <a:gd name="connsiteX798" fmla="*/ 901863 w 6007100"/>
              <a:gd name="connsiteY798" fmla="*/ 3429016 h 6858000"/>
              <a:gd name="connsiteX799" fmla="*/ 1327326 w 6007100"/>
              <a:gd name="connsiteY799" fmla="*/ 4196582 h 6858000"/>
              <a:gd name="connsiteX800" fmla="*/ 1321335 w 6007100"/>
              <a:gd name="connsiteY800" fmla="*/ 4199869 h 6858000"/>
              <a:gd name="connsiteX801" fmla="*/ 894057 w 6007100"/>
              <a:gd name="connsiteY801" fmla="*/ 3429017 h 6858000"/>
              <a:gd name="connsiteX802" fmla="*/ 894057 w 6007100"/>
              <a:gd name="connsiteY802" fmla="*/ 3429016 h 6858000"/>
              <a:gd name="connsiteX803" fmla="*/ 894057 w 6007100"/>
              <a:gd name="connsiteY803" fmla="*/ 3428999 h 6858000"/>
              <a:gd name="connsiteX804" fmla="*/ 1391481 w 6007100"/>
              <a:gd name="connsiteY804" fmla="*/ 3426332 h 6858000"/>
              <a:gd name="connsiteX805" fmla="*/ 1393329 w 6007100"/>
              <a:gd name="connsiteY805" fmla="*/ 3429016 h 6858000"/>
              <a:gd name="connsiteX806" fmla="*/ 1393364 w 6007100"/>
              <a:gd name="connsiteY806" fmla="*/ 3429016 h 6858000"/>
              <a:gd name="connsiteX807" fmla="*/ 1818827 w 6007100"/>
              <a:gd name="connsiteY807" fmla="*/ 4196582 h 6858000"/>
              <a:gd name="connsiteX808" fmla="*/ 1812836 w 6007100"/>
              <a:gd name="connsiteY808" fmla="*/ 4199869 h 6858000"/>
              <a:gd name="connsiteX809" fmla="*/ 1385524 w 6007100"/>
              <a:gd name="connsiteY809" fmla="*/ 3429017 h 6858000"/>
              <a:gd name="connsiteX810" fmla="*/ 1385524 w 6007100"/>
              <a:gd name="connsiteY810" fmla="*/ 3429016 h 6858000"/>
              <a:gd name="connsiteX811" fmla="*/ 1385524 w 6007100"/>
              <a:gd name="connsiteY811" fmla="*/ 3428999 h 6858000"/>
              <a:gd name="connsiteX812" fmla="*/ 1882983 w 6007100"/>
              <a:gd name="connsiteY812" fmla="*/ 3426330 h 6858000"/>
              <a:gd name="connsiteX813" fmla="*/ 1884831 w 6007100"/>
              <a:gd name="connsiteY813" fmla="*/ 3429016 h 6858000"/>
              <a:gd name="connsiteX814" fmla="*/ 1884866 w 6007100"/>
              <a:gd name="connsiteY814" fmla="*/ 3429016 h 6858000"/>
              <a:gd name="connsiteX815" fmla="*/ 2310329 w 6007100"/>
              <a:gd name="connsiteY815" fmla="*/ 4196582 h 6858000"/>
              <a:gd name="connsiteX816" fmla="*/ 2304338 w 6007100"/>
              <a:gd name="connsiteY816" fmla="*/ 4199869 h 6858000"/>
              <a:gd name="connsiteX817" fmla="*/ 1877026 w 6007100"/>
              <a:gd name="connsiteY817" fmla="*/ 3429017 h 6858000"/>
              <a:gd name="connsiteX818" fmla="*/ 1877026 w 6007100"/>
              <a:gd name="connsiteY818" fmla="*/ 3429016 h 6858000"/>
              <a:gd name="connsiteX819" fmla="*/ 1877026 w 6007100"/>
              <a:gd name="connsiteY819" fmla="*/ 3428999 h 6858000"/>
              <a:gd name="connsiteX820" fmla="*/ 2865986 w 6007100"/>
              <a:gd name="connsiteY820" fmla="*/ 3426304 h 6858000"/>
              <a:gd name="connsiteX821" fmla="*/ 2867834 w 6007100"/>
              <a:gd name="connsiteY821" fmla="*/ 3429016 h 6858000"/>
              <a:gd name="connsiteX822" fmla="*/ 2867869 w 6007100"/>
              <a:gd name="connsiteY822" fmla="*/ 3429016 h 6858000"/>
              <a:gd name="connsiteX823" fmla="*/ 3293332 w 6007100"/>
              <a:gd name="connsiteY823" fmla="*/ 4196582 h 6858000"/>
              <a:gd name="connsiteX824" fmla="*/ 3287341 w 6007100"/>
              <a:gd name="connsiteY824" fmla="*/ 4199869 h 6858000"/>
              <a:gd name="connsiteX825" fmla="*/ 2860029 w 6007100"/>
              <a:gd name="connsiteY825" fmla="*/ 3429017 h 6858000"/>
              <a:gd name="connsiteX826" fmla="*/ 2860029 w 6007100"/>
              <a:gd name="connsiteY826" fmla="*/ 3429016 h 6858000"/>
              <a:gd name="connsiteX827" fmla="*/ 2860029 w 6007100"/>
              <a:gd name="connsiteY827" fmla="*/ 3428999 h 6858000"/>
              <a:gd name="connsiteX828" fmla="*/ 2374485 w 6007100"/>
              <a:gd name="connsiteY828" fmla="*/ 3426304 h 6858000"/>
              <a:gd name="connsiteX829" fmla="*/ 2376332 w 6007100"/>
              <a:gd name="connsiteY829" fmla="*/ 3429016 h 6858000"/>
              <a:gd name="connsiteX830" fmla="*/ 2376367 w 6007100"/>
              <a:gd name="connsiteY830" fmla="*/ 3429016 h 6858000"/>
              <a:gd name="connsiteX831" fmla="*/ 2801830 w 6007100"/>
              <a:gd name="connsiteY831" fmla="*/ 4196582 h 6858000"/>
              <a:gd name="connsiteX832" fmla="*/ 2795839 w 6007100"/>
              <a:gd name="connsiteY832" fmla="*/ 4199869 h 6858000"/>
              <a:gd name="connsiteX833" fmla="*/ 2368528 w 6007100"/>
              <a:gd name="connsiteY833" fmla="*/ 3429017 h 6858000"/>
              <a:gd name="connsiteX834" fmla="*/ 2368527 w 6007100"/>
              <a:gd name="connsiteY834" fmla="*/ 3429017 h 6858000"/>
              <a:gd name="connsiteX835" fmla="*/ 2368527 w 6007100"/>
              <a:gd name="connsiteY835" fmla="*/ 3429016 h 6858000"/>
              <a:gd name="connsiteX836" fmla="*/ 2368527 w 6007100"/>
              <a:gd name="connsiteY836" fmla="*/ 3428999 h 6858000"/>
              <a:gd name="connsiteX837" fmla="*/ 3357487 w 6007100"/>
              <a:gd name="connsiteY837" fmla="*/ 3426301 h 6858000"/>
              <a:gd name="connsiteX838" fmla="*/ 3359335 w 6007100"/>
              <a:gd name="connsiteY838" fmla="*/ 3429016 h 6858000"/>
              <a:gd name="connsiteX839" fmla="*/ 3359370 w 6007100"/>
              <a:gd name="connsiteY839" fmla="*/ 3429016 h 6858000"/>
              <a:gd name="connsiteX840" fmla="*/ 3784833 w 6007100"/>
              <a:gd name="connsiteY840" fmla="*/ 4196582 h 6858000"/>
              <a:gd name="connsiteX841" fmla="*/ 3778842 w 6007100"/>
              <a:gd name="connsiteY841" fmla="*/ 4199869 h 6858000"/>
              <a:gd name="connsiteX842" fmla="*/ 3351531 w 6007100"/>
              <a:gd name="connsiteY842" fmla="*/ 3429017 h 6858000"/>
              <a:gd name="connsiteX843" fmla="*/ 3351530 w 6007100"/>
              <a:gd name="connsiteY843" fmla="*/ 3429017 h 6858000"/>
              <a:gd name="connsiteX844" fmla="*/ 3351530 w 6007100"/>
              <a:gd name="connsiteY844" fmla="*/ 3429016 h 6858000"/>
              <a:gd name="connsiteX845" fmla="*/ 3351530 w 6007100"/>
              <a:gd name="connsiteY845" fmla="*/ 3428999 h 6858000"/>
              <a:gd name="connsiteX846" fmla="*/ 3848989 w 6007100"/>
              <a:gd name="connsiteY846" fmla="*/ 3426300 h 6858000"/>
              <a:gd name="connsiteX847" fmla="*/ 3850837 w 6007100"/>
              <a:gd name="connsiteY847" fmla="*/ 3429016 h 6858000"/>
              <a:gd name="connsiteX848" fmla="*/ 3850871 w 6007100"/>
              <a:gd name="connsiteY848" fmla="*/ 3429016 h 6858000"/>
              <a:gd name="connsiteX849" fmla="*/ 4276335 w 6007100"/>
              <a:gd name="connsiteY849" fmla="*/ 4196582 h 6858000"/>
              <a:gd name="connsiteX850" fmla="*/ 4270344 w 6007100"/>
              <a:gd name="connsiteY850" fmla="*/ 4199869 h 6858000"/>
              <a:gd name="connsiteX851" fmla="*/ 3843032 w 6007100"/>
              <a:gd name="connsiteY851" fmla="*/ 3429017 h 6858000"/>
              <a:gd name="connsiteX852" fmla="*/ 3843032 w 6007100"/>
              <a:gd name="connsiteY852" fmla="*/ 3429016 h 6858000"/>
              <a:gd name="connsiteX853" fmla="*/ 3843032 w 6007100"/>
              <a:gd name="connsiteY853" fmla="*/ 3428999 h 6858000"/>
              <a:gd name="connsiteX854" fmla="*/ 4340490 w 6007100"/>
              <a:gd name="connsiteY854" fmla="*/ 3426298 h 6858000"/>
              <a:gd name="connsiteX855" fmla="*/ 4342303 w 6007100"/>
              <a:gd name="connsiteY855" fmla="*/ 3429016 h 6858000"/>
              <a:gd name="connsiteX856" fmla="*/ 4342373 w 6007100"/>
              <a:gd name="connsiteY856" fmla="*/ 3429016 h 6858000"/>
              <a:gd name="connsiteX857" fmla="*/ 4767836 w 6007100"/>
              <a:gd name="connsiteY857" fmla="*/ 4196582 h 6858000"/>
              <a:gd name="connsiteX858" fmla="*/ 4761845 w 6007100"/>
              <a:gd name="connsiteY858" fmla="*/ 4199869 h 6858000"/>
              <a:gd name="connsiteX859" fmla="*/ 4334534 w 6007100"/>
              <a:gd name="connsiteY859" fmla="*/ 3429017 h 6858000"/>
              <a:gd name="connsiteX860" fmla="*/ 4334533 w 6007100"/>
              <a:gd name="connsiteY860" fmla="*/ 3429017 h 6858000"/>
              <a:gd name="connsiteX861" fmla="*/ 4334533 w 6007100"/>
              <a:gd name="connsiteY861" fmla="*/ 3429016 h 6858000"/>
              <a:gd name="connsiteX862" fmla="*/ 4334533 w 6007100"/>
              <a:gd name="connsiteY862" fmla="*/ 3428999 h 6858000"/>
              <a:gd name="connsiteX863" fmla="*/ 4831991 w 6007100"/>
              <a:gd name="connsiteY863" fmla="*/ 3426273 h 6858000"/>
              <a:gd name="connsiteX864" fmla="*/ 4833804 w 6007100"/>
              <a:gd name="connsiteY864" fmla="*/ 3429016 h 6858000"/>
              <a:gd name="connsiteX865" fmla="*/ 4833840 w 6007100"/>
              <a:gd name="connsiteY865" fmla="*/ 3429016 h 6858000"/>
              <a:gd name="connsiteX866" fmla="*/ 5259337 w 6007100"/>
              <a:gd name="connsiteY866" fmla="*/ 4196582 h 6858000"/>
              <a:gd name="connsiteX867" fmla="*/ 5253346 w 6007100"/>
              <a:gd name="connsiteY867" fmla="*/ 4199869 h 6858000"/>
              <a:gd name="connsiteX868" fmla="*/ 4826035 w 6007100"/>
              <a:gd name="connsiteY868" fmla="*/ 3429017 h 6858000"/>
              <a:gd name="connsiteX869" fmla="*/ 4826034 w 6007100"/>
              <a:gd name="connsiteY869" fmla="*/ 3429017 h 6858000"/>
              <a:gd name="connsiteX870" fmla="*/ 4826034 w 6007100"/>
              <a:gd name="connsiteY870" fmla="*/ 3429016 h 6858000"/>
              <a:gd name="connsiteX871" fmla="*/ 4826034 w 6007100"/>
              <a:gd name="connsiteY871" fmla="*/ 3428999 h 6858000"/>
              <a:gd name="connsiteX872" fmla="*/ 5323493 w 6007100"/>
              <a:gd name="connsiteY872" fmla="*/ 3426272 h 6858000"/>
              <a:gd name="connsiteX873" fmla="*/ 5325306 w 6007100"/>
              <a:gd name="connsiteY873" fmla="*/ 3429016 h 6858000"/>
              <a:gd name="connsiteX874" fmla="*/ 5325342 w 6007100"/>
              <a:gd name="connsiteY874" fmla="*/ 3429016 h 6858000"/>
              <a:gd name="connsiteX875" fmla="*/ 5750839 w 6007100"/>
              <a:gd name="connsiteY875" fmla="*/ 4196582 h 6858000"/>
              <a:gd name="connsiteX876" fmla="*/ 5744848 w 6007100"/>
              <a:gd name="connsiteY876" fmla="*/ 4199869 h 6858000"/>
              <a:gd name="connsiteX877" fmla="*/ 5317537 w 6007100"/>
              <a:gd name="connsiteY877" fmla="*/ 3429017 h 6858000"/>
              <a:gd name="connsiteX878" fmla="*/ 5317536 w 6007100"/>
              <a:gd name="connsiteY878" fmla="*/ 3429017 h 6858000"/>
              <a:gd name="connsiteX879" fmla="*/ 5317536 w 6007100"/>
              <a:gd name="connsiteY879" fmla="*/ 3429016 h 6858000"/>
              <a:gd name="connsiteX880" fmla="*/ 5317536 w 6007100"/>
              <a:gd name="connsiteY880" fmla="*/ 3428999 h 6858000"/>
              <a:gd name="connsiteX881" fmla="*/ 5814995 w 6007100"/>
              <a:gd name="connsiteY881" fmla="*/ 3426271 h 6858000"/>
              <a:gd name="connsiteX882" fmla="*/ 5816807 w 6007100"/>
              <a:gd name="connsiteY882" fmla="*/ 3429016 h 6858000"/>
              <a:gd name="connsiteX883" fmla="*/ 5816843 w 6007100"/>
              <a:gd name="connsiteY883" fmla="*/ 3429016 h 6858000"/>
              <a:gd name="connsiteX884" fmla="*/ 6007100 w 6007100"/>
              <a:gd name="connsiteY884" fmla="*/ 3772254 h 6858000"/>
              <a:gd name="connsiteX885" fmla="*/ 6007100 w 6007100"/>
              <a:gd name="connsiteY885" fmla="*/ 3786342 h 6858000"/>
              <a:gd name="connsiteX886" fmla="*/ 5809038 w 6007100"/>
              <a:gd name="connsiteY886" fmla="*/ 3429017 h 6858000"/>
              <a:gd name="connsiteX887" fmla="*/ 5809038 w 6007100"/>
              <a:gd name="connsiteY887" fmla="*/ 3429016 h 6858000"/>
              <a:gd name="connsiteX888" fmla="*/ 5809038 w 6007100"/>
              <a:gd name="connsiteY888" fmla="*/ 3428999 h 6858000"/>
              <a:gd name="connsiteX889" fmla="*/ 584100 w 6007100"/>
              <a:gd name="connsiteY889" fmla="*/ 2983003 h 6858000"/>
              <a:gd name="connsiteX890" fmla="*/ 590091 w 6007100"/>
              <a:gd name="connsiteY890" fmla="*/ 2986324 h 6858000"/>
              <a:gd name="connsiteX891" fmla="*/ 402556 w 6007100"/>
              <a:gd name="connsiteY891" fmla="*/ 3324658 h 6858000"/>
              <a:gd name="connsiteX892" fmla="*/ 402556 w 6007100"/>
              <a:gd name="connsiteY892" fmla="*/ 3324730 h 6858000"/>
              <a:gd name="connsiteX893" fmla="*/ 344392 w 6007100"/>
              <a:gd name="connsiteY893" fmla="*/ 3429017 h 6858000"/>
              <a:gd name="connsiteX894" fmla="*/ 344357 w 6007100"/>
              <a:gd name="connsiteY894" fmla="*/ 3429017 h 6858000"/>
              <a:gd name="connsiteX895" fmla="*/ 162779 w 6007100"/>
              <a:gd name="connsiteY895" fmla="*/ 3756569 h 6858000"/>
              <a:gd name="connsiteX896" fmla="*/ 156788 w 6007100"/>
              <a:gd name="connsiteY896" fmla="*/ 3753249 h 6858000"/>
              <a:gd name="connsiteX897" fmla="*/ 336518 w 6007100"/>
              <a:gd name="connsiteY897" fmla="*/ 3429016 h 6858000"/>
              <a:gd name="connsiteX898" fmla="*/ 336552 w 6007100"/>
              <a:gd name="connsiteY898" fmla="*/ 3429016 h 6858000"/>
              <a:gd name="connsiteX899" fmla="*/ 402556 w 6007100"/>
              <a:gd name="connsiteY899" fmla="*/ 3310591 h 6858000"/>
              <a:gd name="connsiteX900" fmla="*/ 402556 w 6007100"/>
              <a:gd name="connsiteY900" fmla="*/ 3310521 h 6858000"/>
              <a:gd name="connsiteX901" fmla="*/ 92599 w 6007100"/>
              <a:gd name="connsiteY901" fmla="*/ 2983003 h 6858000"/>
              <a:gd name="connsiteX902" fmla="*/ 98590 w 6007100"/>
              <a:gd name="connsiteY902" fmla="*/ 2986325 h 6858000"/>
              <a:gd name="connsiteX903" fmla="*/ 0 w 6007100"/>
              <a:gd name="connsiteY903" fmla="*/ 3164220 h 6858000"/>
              <a:gd name="connsiteX904" fmla="*/ 0 w 6007100"/>
              <a:gd name="connsiteY904" fmla="*/ 3150101 h 6858000"/>
              <a:gd name="connsiteX905" fmla="*/ 1075601 w 6007100"/>
              <a:gd name="connsiteY905" fmla="*/ 2983000 h 6858000"/>
              <a:gd name="connsiteX906" fmla="*/ 1081592 w 6007100"/>
              <a:gd name="connsiteY906" fmla="*/ 2986321 h 6858000"/>
              <a:gd name="connsiteX907" fmla="*/ 894057 w 6007100"/>
              <a:gd name="connsiteY907" fmla="*/ 3324658 h 6858000"/>
              <a:gd name="connsiteX908" fmla="*/ 894057 w 6007100"/>
              <a:gd name="connsiteY908" fmla="*/ 3324727 h 6858000"/>
              <a:gd name="connsiteX909" fmla="*/ 835893 w 6007100"/>
              <a:gd name="connsiteY909" fmla="*/ 3429017 h 6858000"/>
              <a:gd name="connsiteX910" fmla="*/ 835858 w 6007100"/>
              <a:gd name="connsiteY910" fmla="*/ 3429017 h 6858000"/>
              <a:gd name="connsiteX911" fmla="*/ 654280 w 6007100"/>
              <a:gd name="connsiteY911" fmla="*/ 3756569 h 6858000"/>
              <a:gd name="connsiteX912" fmla="*/ 648289 w 6007100"/>
              <a:gd name="connsiteY912" fmla="*/ 3753249 h 6858000"/>
              <a:gd name="connsiteX913" fmla="*/ 828019 w 6007100"/>
              <a:gd name="connsiteY913" fmla="*/ 3429016 h 6858000"/>
              <a:gd name="connsiteX914" fmla="*/ 828053 w 6007100"/>
              <a:gd name="connsiteY914" fmla="*/ 3429016 h 6858000"/>
              <a:gd name="connsiteX915" fmla="*/ 894057 w 6007100"/>
              <a:gd name="connsiteY915" fmla="*/ 3310590 h 6858000"/>
              <a:gd name="connsiteX916" fmla="*/ 894057 w 6007100"/>
              <a:gd name="connsiteY916" fmla="*/ 3310519 h 6858000"/>
              <a:gd name="connsiteX917" fmla="*/ 1567103 w 6007100"/>
              <a:gd name="connsiteY917" fmla="*/ 2982999 h 6858000"/>
              <a:gd name="connsiteX918" fmla="*/ 1573094 w 6007100"/>
              <a:gd name="connsiteY918" fmla="*/ 2986320 h 6858000"/>
              <a:gd name="connsiteX919" fmla="*/ 1385525 w 6007100"/>
              <a:gd name="connsiteY919" fmla="*/ 3324654 h 6858000"/>
              <a:gd name="connsiteX920" fmla="*/ 1385525 w 6007100"/>
              <a:gd name="connsiteY920" fmla="*/ 3324726 h 6858000"/>
              <a:gd name="connsiteX921" fmla="*/ 1327395 w 6007100"/>
              <a:gd name="connsiteY921" fmla="*/ 3429017 h 6858000"/>
              <a:gd name="connsiteX922" fmla="*/ 1327360 w 6007100"/>
              <a:gd name="connsiteY922" fmla="*/ 3429017 h 6858000"/>
              <a:gd name="connsiteX923" fmla="*/ 1145782 w 6007100"/>
              <a:gd name="connsiteY923" fmla="*/ 3756569 h 6858000"/>
              <a:gd name="connsiteX924" fmla="*/ 1139791 w 6007100"/>
              <a:gd name="connsiteY924" fmla="*/ 3753249 h 6858000"/>
              <a:gd name="connsiteX925" fmla="*/ 1319521 w 6007100"/>
              <a:gd name="connsiteY925" fmla="*/ 3429016 h 6858000"/>
              <a:gd name="connsiteX926" fmla="*/ 1319555 w 6007100"/>
              <a:gd name="connsiteY926" fmla="*/ 3429016 h 6858000"/>
              <a:gd name="connsiteX927" fmla="*/ 1385524 w 6007100"/>
              <a:gd name="connsiteY927" fmla="*/ 3310590 h 6858000"/>
              <a:gd name="connsiteX928" fmla="*/ 1385524 w 6007100"/>
              <a:gd name="connsiteY928" fmla="*/ 3310518 h 6858000"/>
              <a:gd name="connsiteX929" fmla="*/ 2058605 w 6007100"/>
              <a:gd name="connsiteY929" fmla="*/ 2982997 h 6858000"/>
              <a:gd name="connsiteX930" fmla="*/ 2064596 w 6007100"/>
              <a:gd name="connsiteY930" fmla="*/ 2986318 h 6858000"/>
              <a:gd name="connsiteX931" fmla="*/ 1877027 w 6007100"/>
              <a:gd name="connsiteY931" fmla="*/ 3324652 h 6858000"/>
              <a:gd name="connsiteX932" fmla="*/ 1877027 w 6007100"/>
              <a:gd name="connsiteY932" fmla="*/ 3324724 h 6858000"/>
              <a:gd name="connsiteX933" fmla="*/ 1818897 w 6007100"/>
              <a:gd name="connsiteY933" fmla="*/ 3429017 h 6858000"/>
              <a:gd name="connsiteX934" fmla="*/ 1818826 w 6007100"/>
              <a:gd name="connsiteY934" fmla="*/ 3429017 h 6858000"/>
              <a:gd name="connsiteX935" fmla="*/ 1637283 w 6007100"/>
              <a:gd name="connsiteY935" fmla="*/ 3756569 h 6858000"/>
              <a:gd name="connsiteX936" fmla="*/ 1631292 w 6007100"/>
              <a:gd name="connsiteY936" fmla="*/ 3753249 h 6858000"/>
              <a:gd name="connsiteX937" fmla="*/ 1811022 w 6007100"/>
              <a:gd name="connsiteY937" fmla="*/ 3429016 h 6858000"/>
              <a:gd name="connsiteX938" fmla="*/ 1811057 w 6007100"/>
              <a:gd name="connsiteY938" fmla="*/ 3429016 h 6858000"/>
              <a:gd name="connsiteX939" fmla="*/ 1877026 w 6007100"/>
              <a:gd name="connsiteY939" fmla="*/ 3310589 h 6858000"/>
              <a:gd name="connsiteX940" fmla="*/ 1877026 w 6007100"/>
              <a:gd name="connsiteY940" fmla="*/ 3310517 h 6858000"/>
              <a:gd name="connsiteX941" fmla="*/ 2550106 w 6007100"/>
              <a:gd name="connsiteY941" fmla="*/ 2982972 h 6858000"/>
              <a:gd name="connsiteX942" fmla="*/ 2556097 w 6007100"/>
              <a:gd name="connsiteY942" fmla="*/ 2986293 h 6858000"/>
              <a:gd name="connsiteX943" fmla="*/ 2368527 w 6007100"/>
              <a:gd name="connsiteY943" fmla="*/ 3324629 h 6858000"/>
              <a:gd name="connsiteX944" fmla="*/ 2368527 w 6007100"/>
              <a:gd name="connsiteY944" fmla="*/ 3324723 h 6858000"/>
              <a:gd name="connsiteX945" fmla="*/ 2310363 w 6007100"/>
              <a:gd name="connsiteY945" fmla="*/ 3429017 h 6858000"/>
              <a:gd name="connsiteX946" fmla="*/ 2310329 w 6007100"/>
              <a:gd name="connsiteY946" fmla="*/ 3429017 h 6858000"/>
              <a:gd name="connsiteX947" fmla="*/ 2128785 w 6007100"/>
              <a:gd name="connsiteY947" fmla="*/ 3756569 h 6858000"/>
              <a:gd name="connsiteX948" fmla="*/ 2122794 w 6007100"/>
              <a:gd name="connsiteY948" fmla="*/ 3753249 h 6858000"/>
              <a:gd name="connsiteX949" fmla="*/ 2302524 w 6007100"/>
              <a:gd name="connsiteY949" fmla="*/ 3429016 h 6858000"/>
              <a:gd name="connsiteX950" fmla="*/ 2302558 w 6007100"/>
              <a:gd name="connsiteY950" fmla="*/ 3429016 h 6858000"/>
              <a:gd name="connsiteX951" fmla="*/ 2368527 w 6007100"/>
              <a:gd name="connsiteY951" fmla="*/ 3310585 h 6858000"/>
              <a:gd name="connsiteX952" fmla="*/ 2368527 w 6007100"/>
              <a:gd name="connsiteY952" fmla="*/ 3310491 h 6858000"/>
              <a:gd name="connsiteX953" fmla="*/ 3041608 w 6007100"/>
              <a:gd name="connsiteY953" fmla="*/ 2982970 h 6858000"/>
              <a:gd name="connsiteX954" fmla="*/ 3047599 w 6007100"/>
              <a:gd name="connsiteY954" fmla="*/ 2986292 h 6858000"/>
              <a:gd name="connsiteX955" fmla="*/ 2860029 w 6007100"/>
              <a:gd name="connsiteY955" fmla="*/ 3324627 h 6858000"/>
              <a:gd name="connsiteX956" fmla="*/ 2860029 w 6007100"/>
              <a:gd name="connsiteY956" fmla="*/ 3324698 h 6858000"/>
              <a:gd name="connsiteX957" fmla="*/ 2801865 w 6007100"/>
              <a:gd name="connsiteY957" fmla="*/ 3429017 h 6858000"/>
              <a:gd name="connsiteX958" fmla="*/ 2801830 w 6007100"/>
              <a:gd name="connsiteY958" fmla="*/ 3429017 h 6858000"/>
              <a:gd name="connsiteX959" fmla="*/ 2620286 w 6007100"/>
              <a:gd name="connsiteY959" fmla="*/ 3756569 h 6858000"/>
              <a:gd name="connsiteX960" fmla="*/ 2614295 w 6007100"/>
              <a:gd name="connsiteY960" fmla="*/ 3753249 h 6858000"/>
              <a:gd name="connsiteX961" fmla="*/ 2794025 w 6007100"/>
              <a:gd name="connsiteY961" fmla="*/ 3429016 h 6858000"/>
              <a:gd name="connsiteX962" fmla="*/ 2794059 w 6007100"/>
              <a:gd name="connsiteY962" fmla="*/ 3429016 h 6858000"/>
              <a:gd name="connsiteX963" fmla="*/ 2860029 w 6007100"/>
              <a:gd name="connsiteY963" fmla="*/ 3310559 h 6858000"/>
              <a:gd name="connsiteX964" fmla="*/ 2860029 w 6007100"/>
              <a:gd name="connsiteY964" fmla="*/ 3310490 h 6858000"/>
              <a:gd name="connsiteX965" fmla="*/ 3533109 w 6007100"/>
              <a:gd name="connsiteY965" fmla="*/ 2982969 h 6858000"/>
              <a:gd name="connsiteX966" fmla="*/ 3539065 w 6007100"/>
              <a:gd name="connsiteY966" fmla="*/ 2986289 h 6858000"/>
              <a:gd name="connsiteX967" fmla="*/ 3351531 w 6007100"/>
              <a:gd name="connsiteY967" fmla="*/ 3324625 h 6858000"/>
              <a:gd name="connsiteX968" fmla="*/ 3351531 w 6007100"/>
              <a:gd name="connsiteY968" fmla="*/ 3324697 h 6858000"/>
              <a:gd name="connsiteX969" fmla="*/ 3293367 w 6007100"/>
              <a:gd name="connsiteY969" fmla="*/ 3429017 h 6858000"/>
              <a:gd name="connsiteX970" fmla="*/ 3293331 w 6007100"/>
              <a:gd name="connsiteY970" fmla="*/ 3429017 h 6858000"/>
              <a:gd name="connsiteX971" fmla="*/ 3111787 w 6007100"/>
              <a:gd name="connsiteY971" fmla="*/ 3756569 h 6858000"/>
              <a:gd name="connsiteX972" fmla="*/ 3105796 w 6007100"/>
              <a:gd name="connsiteY972" fmla="*/ 3753249 h 6858000"/>
              <a:gd name="connsiteX973" fmla="*/ 3285526 w 6007100"/>
              <a:gd name="connsiteY973" fmla="*/ 3429016 h 6858000"/>
              <a:gd name="connsiteX974" fmla="*/ 3285562 w 6007100"/>
              <a:gd name="connsiteY974" fmla="*/ 3429016 h 6858000"/>
              <a:gd name="connsiteX975" fmla="*/ 3351530 w 6007100"/>
              <a:gd name="connsiteY975" fmla="*/ 3310559 h 6858000"/>
              <a:gd name="connsiteX976" fmla="*/ 3351530 w 6007100"/>
              <a:gd name="connsiteY976" fmla="*/ 3310487 h 6858000"/>
              <a:gd name="connsiteX977" fmla="*/ 4024576 w 6007100"/>
              <a:gd name="connsiteY977" fmla="*/ 2982967 h 6858000"/>
              <a:gd name="connsiteX978" fmla="*/ 4030567 w 6007100"/>
              <a:gd name="connsiteY978" fmla="*/ 2986288 h 6858000"/>
              <a:gd name="connsiteX979" fmla="*/ 3843032 w 6007100"/>
              <a:gd name="connsiteY979" fmla="*/ 3324625 h 6858000"/>
              <a:gd name="connsiteX980" fmla="*/ 3843032 w 6007100"/>
              <a:gd name="connsiteY980" fmla="*/ 3324694 h 6858000"/>
              <a:gd name="connsiteX981" fmla="*/ 3784868 w 6007100"/>
              <a:gd name="connsiteY981" fmla="*/ 3429017 h 6858000"/>
              <a:gd name="connsiteX982" fmla="*/ 3784832 w 6007100"/>
              <a:gd name="connsiteY982" fmla="*/ 3429017 h 6858000"/>
              <a:gd name="connsiteX983" fmla="*/ 3603289 w 6007100"/>
              <a:gd name="connsiteY983" fmla="*/ 3756569 h 6858000"/>
              <a:gd name="connsiteX984" fmla="*/ 3597298 w 6007100"/>
              <a:gd name="connsiteY984" fmla="*/ 3753249 h 6858000"/>
              <a:gd name="connsiteX985" fmla="*/ 3776994 w 6007100"/>
              <a:gd name="connsiteY985" fmla="*/ 3429016 h 6858000"/>
              <a:gd name="connsiteX986" fmla="*/ 3777063 w 6007100"/>
              <a:gd name="connsiteY986" fmla="*/ 3429016 h 6858000"/>
              <a:gd name="connsiteX987" fmla="*/ 3843032 w 6007100"/>
              <a:gd name="connsiteY987" fmla="*/ 3310556 h 6858000"/>
              <a:gd name="connsiteX988" fmla="*/ 3843032 w 6007100"/>
              <a:gd name="connsiteY988" fmla="*/ 3310486 h 6858000"/>
              <a:gd name="connsiteX989" fmla="*/ 4516077 w 6007100"/>
              <a:gd name="connsiteY989" fmla="*/ 2982965 h 6858000"/>
              <a:gd name="connsiteX990" fmla="*/ 4522068 w 6007100"/>
              <a:gd name="connsiteY990" fmla="*/ 2986286 h 6858000"/>
              <a:gd name="connsiteX991" fmla="*/ 4334533 w 6007100"/>
              <a:gd name="connsiteY991" fmla="*/ 3324622 h 6858000"/>
              <a:gd name="connsiteX992" fmla="*/ 4334533 w 6007100"/>
              <a:gd name="connsiteY992" fmla="*/ 3324693 h 6858000"/>
              <a:gd name="connsiteX993" fmla="*/ 4276369 w 6007100"/>
              <a:gd name="connsiteY993" fmla="*/ 3429017 h 6858000"/>
              <a:gd name="connsiteX994" fmla="*/ 4276333 w 6007100"/>
              <a:gd name="connsiteY994" fmla="*/ 3429017 h 6858000"/>
              <a:gd name="connsiteX995" fmla="*/ 4094757 w 6007100"/>
              <a:gd name="connsiteY995" fmla="*/ 3756569 h 6858000"/>
              <a:gd name="connsiteX996" fmla="*/ 4088799 w 6007100"/>
              <a:gd name="connsiteY996" fmla="*/ 3753249 h 6858000"/>
              <a:gd name="connsiteX997" fmla="*/ 4268495 w 6007100"/>
              <a:gd name="connsiteY997" fmla="*/ 3429016 h 6858000"/>
              <a:gd name="connsiteX998" fmla="*/ 4268530 w 6007100"/>
              <a:gd name="connsiteY998" fmla="*/ 3429016 h 6858000"/>
              <a:gd name="connsiteX999" fmla="*/ 4334533 w 6007100"/>
              <a:gd name="connsiteY999" fmla="*/ 3310556 h 6858000"/>
              <a:gd name="connsiteX1000" fmla="*/ 4334533 w 6007100"/>
              <a:gd name="connsiteY1000" fmla="*/ 3310485 h 6858000"/>
              <a:gd name="connsiteX1001" fmla="*/ 5007578 w 6007100"/>
              <a:gd name="connsiteY1001" fmla="*/ 2982940 h 6858000"/>
              <a:gd name="connsiteX1002" fmla="*/ 5013569 w 6007100"/>
              <a:gd name="connsiteY1002" fmla="*/ 2986261 h 6858000"/>
              <a:gd name="connsiteX1003" fmla="*/ 4826034 w 6007100"/>
              <a:gd name="connsiteY1003" fmla="*/ 3324597 h 6858000"/>
              <a:gd name="connsiteX1004" fmla="*/ 4826034 w 6007100"/>
              <a:gd name="connsiteY1004" fmla="*/ 3324691 h 6858000"/>
              <a:gd name="connsiteX1005" fmla="*/ 4767870 w 6007100"/>
              <a:gd name="connsiteY1005" fmla="*/ 3429017 h 6858000"/>
              <a:gd name="connsiteX1006" fmla="*/ 4767836 w 6007100"/>
              <a:gd name="connsiteY1006" fmla="*/ 3429017 h 6858000"/>
              <a:gd name="connsiteX1007" fmla="*/ 4586257 w 6007100"/>
              <a:gd name="connsiteY1007" fmla="*/ 3756569 h 6858000"/>
              <a:gd name="connsiteX1008" fmla="*/ 4580266 w 6007100"/>
              <a:gd name="connsiteY1008" fmla="*/ 3753249 h 6858000"/>
              <a:gd name="connsiteX1009" fmla="*/ 4759996 w 6007100"/>
              <a:gd name="connsiteY1009" fmla="*/ 3429016 h 6858000"/>
              <a:gd name="connsiteX1010" fmla="*/ 4760031 w 6007100"/>
              <a:gd name="connsiteY1010" fmla="*/ 3429016 h 6858000"/>
              <a:gd name="connsiteX1011" fmla="*/ 4826034 w 6007100"/>
              <a:gd name="connsiteY1011" fmla="*/ 3310553 h 6858000"/>
              <a:gd name="connsiteX1012" fmla="*/ 4826034 w 6007100"/>
              <a:gd name="connsiteY1012" fmla="*/ 3310459 h 6858000"/>
              <a:gd name="connsiteX1013" fmla="*/ 5990582 w 6007100"/>
              <a:gd name="connsiteY1013" fmla="*/ 2982938 h 6858000"/>
              <a:gd name="connsiteX1014" fmla="*/ 5996573 w 6007100"/>
              <a:gd name="connsiteY1014" fmla="*/ 2986259 h 6858000"/>
              <a:gd name="connsiteX1015" fmla="*/ 5809038 w 6007100"/>
              <a:gd name="connsiteY1015" fmla="*/ 3324594 h 6858000"/>
              <a:gd name="connsiteX1016" fmla="*/ 5809038 w 6007100"/>
              <a:gd name="connsiteY1016" fmla="*/ 3324665 h 6858000"/>
              <a:gd name="connsiteX1017" fmla="*/ 5750873 w 6007100"/>
              <a:gd name="connsiteY1017" fmla="*/ 3429017 h 6858000"/>
              <a:gd name="connsiteX1018" fmla="*/ 5750839 w 6007100"/>
              <a:gd name="connsiteY1018" fmla="*/ 3429017 h 6858000"/>
              <a:gd name="connsiteX1019" fmla="*/ 5569261 w 6007100"/>
              <a:gd name="connsiteY1019" fmla="*/ 3756569 h 6858000"/>
              <a:gd name="connsiteX1020" fmla="*/ 5563270 w 6007100"/>
              <a:gd name="connsiteY1020" fmla="*/ 3753249 h 6858000"/>
              <a:gd name="connsiteX1021" fmla="*/ 5743000 w 6007100"/>
              <a:gd name="connsiteY1021" fmla="*/ 3429016 h 6858000"/>
              <a:gd name="connsiteX1022" fmla="*/ 5743034 w 6007100"/>
              <a:gd name="connsiteY1022" fmla="*/ 3429016 h 6858000"/>
              <a:gd name="connsiteX1023" fmla="*/ 5809038 w 6007100"/>
              <a:gd name="connsiteY1023" fmla="*/ 3310526 h 6858000"/>
              <a:gd name="connsiteX1024" fmla="*/ 5809038 w 6007100"/>
              <a:gd name="connsiteY1024" fmla="*/ 3310457 h 6858000"/>
              <a:gd name="connsiteX1025" fmla="*/ 5499080 w 6007100"/>
              <a:gd name="connsiteY1025" fmla="*/ 2982938 h 6858000"/>
              <a:gd name="connsiteX1026" fmla="*/ 5505071 w 6007100"/>
              <a:gd name="connsiteY1026" fmla="*/ 2986260 h 6858000"/>
              <a:gd name="connsiteX1027" fmla="*/ 5317536 w 6007100"/>
              <a:gd name="connsiteY1027" fmla="*/ 3324595 h 6858000"/>
              <a:gd name="connsiteX1028" fmla="*/ 5317536 w 6007100"/>
              <a:gd name="connsiteY1028" fmla="*/ 3324666 h 6858000"/>
              <a:gd name="connsiteX1029" fmla="*/ 5259372 w 6007100"/>
              <a:gd name="connsiteY1029" fmla="*/ 3429017 h 6858000"/>
              <a:gd name="connsiteX1030" fmla="*/ 5259338 w 6007100"/>
              <a:gd name="connsiteY1030" fmla="*/ 3429017 h 6858000"/>
              <a:gd name="connsiteX1031" fmla="*/ 5077759 w 6007100"/>
              <a:gd name="connsiteY1031" fmla="*/ 3756569 h 6858000"/>
              <a:gd name="connsiteX1032" fmla="*/ 5071768 w 6007100"/>
              <a:gd name="connsiteY1032" fmla="*/ 3753249 h 6858000"/>
              <a:gd name="connsiteX1033" fmla="*/ 5251498 w 6007100"/>
              <a:gd name="connsiteY1033" fmla="*/ 3429016 h 6858000"/>
              <a:gd name="connsiteX1034" fmla="*/ 5251533 w 6007100"/>
              <a:gd name="connsiteY1034" fmla="*/ 3429016 h 6858000"/>
              <a:gd name="connsiteX1035" fmla="*/ 5317536 w 6007100"/>
              <a:gd name="connsiteY1035" fmla="*/ 3310529 h 6858000"/>
              <a:gd name="connsiteX1036" fmla="*/ 5317536 w 6007100"/>
              <a:gd name="connsiteY1036" fmla="*/ 3310458 h 6858000"/>
              <a:gd name="connsiteX1037" fmla="*/ 0 w 6007100"/>
              <a:gd name="connsiteY1037" fmla="*/ 2689326 h 6858000"/>
              <a:gd name="connsiteX1038" fmla="*/ 344358 w 6007100"/>
              <a:gd name="connsiteY1038" fmla="*/ 3310523 h 6858000"/>
              <a:gd name="connsiteX1039" fmla="*/ 338367 w 6007100"/>
              <a:gd name="connsiteY1039" fmla="*/ 3313843 h 6858000"/>
              <a:gd name="connsiteX1040" fmla="*/ 0 w 6007100"/>
              <a:gd name="connsiteY1040" fmla="*/ 2703353 h 6858000"/>
              <a:gd name="connsiteX1041" fmla="*/ 408513 w 6007100"/>
              <a:gd name="connsiteY1041" fmla="*/ 2539642 h 6858000"/>
              <a:gd name="connsiteX1042" fmla="*/ 410322 w 6007100"/>
              <a:gd name="connsiteY1042" fmla="*/ 2542954 h 6858000"/>
              <a:gd name="connsiteX1043" fmla="*/ 410361 w 6007100"/>
              <a:gd name="connsiteY1043" fmla="*/ 2542954 h 6858000"/>
              <a:gd name="connsiteX1044" fmla="*/ 835824 w 6007100"/>
              <a:gd name="connsiteY1044" fmla="*/ 3310520 h 6858000"/>
              <a:gd name="connsiteX1045" fmla="*/ 829833 w 6007100"/>
              <a:gd name="connsiteY1045" fmla="*/ 3313841 h 6858000"/>
              <a:gd name="connsiteX1046" fmla="*/ 402560 w 6007100"/>
              <a:gd name="connsiteY1046" fmla="*/ 2542962 h 6858000"/>
              <a:gd name="connsiteX1047" fmla="*/ 402556 w 6007100"/>
              <a:gd name="connsiteY1047" fmla="*/ 2542962 h 6858000"/>
              <a:gd name="connsiteX1048" fmla="*/ 402559 w 6007100"/>
              <a:gd name="connsiteY1048" fmla="*/ 2542960 h 6858000"/>
              <a:gd name="connsiteX1049" fmla="*/ 402556 w 6007100"/>
              <a:gd name="connsiteY1049" fmla="*/ 2542954 h 6858000"/>
              <a:gd name="connsiteX1050" fmla="*/ 402569 w 6007100"/>
              <a:gd name="connsiteY1050" fmla="*/ 2542954 h 6858000"/>
              <a:gd name="connsiteX1051" fmla="*/ 900014 w 6007100"/>
              <a:gd name="connsiteY1051" fmla="*/ 2539639 h 6858000"/>
              <a:gd name="connsiteX1052" fmla="*/ 901824 w 6007100"/>
              <a:gd name="connsiteY1052" fmla="*/ 2542953 h 6858000"/>
              <a:gd name="connsiteX1053" fmla="*/ 901863 w 6007100"/>
              <a:gd name="connsiteY1053" fmla="*/ 2542953 h 6858000"/>
              <a:gd name="connsiteX1054" fmla="*/ 1327326 w 6007100"/>
              <a:gd name="connsiteY1054" fmla="*/ 3310519 h 6858000"/>
              <a:gd name="connsiteX1055" fmla="*/ 1321335 w 6007100"/>
              <a:gd name="connsiteY1055" fmla="*/ 3313840 h 6858000"/>
              <a:gd name="connsiteX1056" fmla="*/ 894061 w 6007100"/>
              <a:gd name="connsiteY1056" fmla="*/ 2542960 h 6858000"/>
              <a:gd name="connsiteX1057" fmla="*/ 894057 w 6007100"/>
              <a:gd name="connsiteY1057" fmla="*/ 2542960 h 6858000"/>
              <a:gd name="connsiteX1058" fmla="*/ 894060 w 6007100"/>
              <a:gd name="connsiteY1058" fmla="*/ 2542959 h 6858000"/>
              <a:gd name="connsiteX1059" fmla="*/ 894057 w 6007100"/>
              <a:gd name="connsiteY1059" fmla="*/ 2542953 h 6858000"/>
              <a:gd name="connsiteX1060" fmla="*/ 894070 w 6007100"/>
              <a:gd name="connsiteY1060" fmla="*/ 2542953 h 6858000"/>
              <a:gd name="connsiteX1061" fmla="*/ 1391481 w 6007100"/>
              <a:gd name="connsiteY1061" fmla="*/ 2539638 h 6858000"/>
              <a:gd name="connsiteX1062" fmla="*/ 1393326 w 6007100"/>
              <a:gd name="connsiteY1062" fmla="*/ 2542952 h 6858000"/>
              <a:gd name="connsiteX1063" fmla="*/ 1393364 w 6007100"/>
              <a:gd name="connsiteY1063" fmla="*/ 2542952 h 6858000"/>
              <a:gd name="connsiteX1064" fmla="*/ 1818827 w 6007100"/>
              <a:gd name="connsiteY1064" fmla="*/ 3310517 h 6858000"/>
              <a:gd name="connsiteX1065" fmla="*/ 1812836 w 6007100"/>
              <a:gd name="connsiteY1065" fmla="*/ 3313839 h 6858000"/>
              <a:gd name="connsiteX1066" fmla="*/ 1385528 w 6007100"/>
              <a:gd name="connsiteY1066" fmla="*/ 2542959 h 6858000"/>
              <a:gd name="connsiteX1067" fmla="*/ 1385524 w 6007100"/>
              <a:gd name="connsiteY1067" fmla="*/ 2542959 h 6858000"/>
              <a:gd name="connsiteX1068" fmla="*/ 1385527 w 6007100"/>
              <a:gd name="connsiteY1068" fmla="*/ 2542958 h 6858000"/>
              <a:gd name="connsiteX1069" fmla="*/ 1385524 w 6007100"/>
              <a:gd name="connsiteY1069" fmla="*/ 2542952 h 6858000"/>
              <a:gd name="connsiteX1070" fmla="*/ 1385537 w 6007100"/>
              <a:gd name="connsiteY1070" fmla="*/ 2542952 h 6858000"/>
              <a:gd name="connsiteX1071" fmla="*/ 1882983 w 6007100"/>
              <a:gd name="connsiteY1071" fmla="*/ 2539636 h 6858000"/>
              <a:gd name="connsiteX1072" fmla="*/ 1884828 w 6007100"/>
              <a:gd name="connsiteY1072" fmla="*/ 2542949 h 6858000"/>
              <a:gd name="connsiteX1073" fmla="*/ 1884866 w 6007100"/>
              <a:gd name="connsiteY1073" fmla="*/ 2542949 h 6858000"/>
              <a:gd name="connsiteX1074" fmla="*/ 2310329 w 6007100"/>
              <a:gd name="connsiteY1074" fmla="*/ 3310516 h 6858000"/>
              <a:gd name="connsiteX1075" fmla="*/ 2304338 w 6007100"/>
              <a:gd name="connsiteY1075" fmla="*/ 3313836 h 6858000"/>
              <a:gd name="connsiteX1076" fmla="*/ 1877030 w 6007100"/>
              <a:gd name="connsiteY1076" fmla="*/ 2542958 h 6858000"/>
              <a:gd name="connsiteX1077" fmla="*/ 1877026 w 6007100"/>
              <a:gd name="connsiteY1077" fmla="*/ 2542958 h 6858000"/>
              <a:gd name="connsiteX1078" fmla="*/ 1877029 w 6007100"/>
              <a:gd name="connsiteY1078" fmla="*/ 2542955 h 6858000"/>
              <a:gd name="connsiteX1079" fmla="*/ 1877026 w 6007100"/>
              <a:gd name="connsiteY1079" fmla="*/ 2542949 h 6858000"/>
              <a:gd name="connsiteX1080" fmla="*/ 1877039 w 6007100"/>
              <a:gd name="connsiteY1080" fmla="*/ 2542949 h 6858000"/>
              <a:gd name="connsiteX1081" fmla="*/ 2374485 w 6007100"/>
              <a:gd name="connsiteY1081" fmla="*/ 2539611 h 6858000"/>
              <a:gd name="connsiteX1082" fmla="*/ 2376329 w 6007100"/>
              <a:gd name="connsiteY1082" fmla="*/ 2542925 h 6858000"/>
              <a:gd name="connsiteX1083" fmla="*/ 2376367 w 6007100"/>
              <a:gd name="connsiteY1083" fmla="*/ 2542925 h 6858000"/>
              <a:gd name="connsiteX1084" fmla="*/ 2801830 w 6007100"/>
              <a:gd name="connsiteY1084" fmla="*/ 3310491 h 6858000"/>
              <a:gd name="connsiteX1085" fmla="*/ 2795839 w 6007100"/>
              <a:gd name="connsiteY1085" fmla="*/ 3313812 h 6858000"/>
              <a:gd name="connsiteX1086" fmla="*/ 2368531 w 6007100"/>
              <a:gd name="connsiteY1086" fmla="*/ 2542932 h 6858000"/>
              <a:gd name="connsiteX1087" fmla="*/ 2368527 w 6007100"/>
              <a:gd name="connsiteY1087" fmla="*/ 2542932 h 6858000"/>
              <a:gd name="connsiteX1088" fmla="*/ 2368530 w 6007100"/>
              <a:gd name="connsiteY1088" fmla="*/ 2542931 h 6858000"/>
              <a:gd name="connsiteX1089" fmla="*/ 2368527 w 6007100"/>
              <a:gd name="connsiteY1089" fmla="*/ 2542925 h 6858000"/>
              <a:gd name="connsiteX1090" fmla="*/ 2368541 w 6007100"/>
              <a:gd name="connsiteY1090" fmla="*/ 2542925 h 6858000"/>
              <a:gd name="connsiteX1091" fmla="*/ 2865986 w 6007100"/>
              <a:gd name="connsiteY1091" fmla="*/ 2539610 h 6858000"/>
              <a:gd name="connsiteX1092" fmla="*/ 2867831 w 6007100"/>
              <a:gd name="connsiteY1092" fmla="*/ 2542922 h 6858000"/>
              <a:gd name="connsiteX1093" fmla="*/ 2867869 w 6007100"/>
              <a:gd name="connsiteY1093" fmla="*/ 2542922 h 6858000"/>
              <a:gd name="connsiteX1094" fmla="*/ 3293332 w 6007100"/>
              <a:gd name="connsiteY1094" fmla="*/ 3310488 h 6858000"/>
              <a:gd name="connsiteX1095" fmla="*/ 3287341 w 6007100"/>
              <a:gd name="connsiteY1095" fmla="*/ 3313809 h 6858000"/>
              <a:gd name="connsiteX1096" fmla="*/ 2860033 w 6007100"/>
              <a:gd name="connsiteY1096" fmla="*/ 2542931 h 6858000"/>
              <a:gd name="connsiteX1097" fmla="*/ 2860029 w 6007100"/>
              <a:gd name="connsiteY1097" fmla="*/ 2542931 h 6858000"/>
              <a:gd name="connsiteX1098" fmla="*/ 2860032 w 6007100"/>
              <a:gd name="connsiteY1098" fmla="*/ 2542929 h 6858000"/>
              <a:gd name="connsiteX1099" fmla="*/ 2860029 w 6007100"/>
              <a:gd name="connsiteY1099" fmla="*/ 2542922 h 6858000"/>
              <a:gd name="connsiteX1100" fmla="*/ 2860043 w 6007100"/>
              <a:gd name="connsiteY1100" fmla="*/ 2542922 h 6858000"/>
              <a:gd name="connsiteX1101" fmla="*/ 3357487 w 6007100"/>
              <a:gd name="connsiteY1101" fmla="*/ 2539607 h 6858000"/>
              <a:gd name="connsiteX1102" fmla="*/ 3359332 w 6007100"/>
              <a:gd name="connsiteY1102" fmla="*/ 2542921 h 6858000"/>
              <a:gd name="connsiteX1103" fmla="*/ 3359370 w 6007100"/>
              <a:gd name="connsiteY1103" fmla="*/ 2542921 h 6858000"/>
              <a:gd name="connsiteX1104" fmla="*/ 3784833 w 6007100"/>
              <a:gd name="connsiteY1104" fmla="*/ 3310487 h 6858000"/>
              <a:gd name="connsiteX1105" fmla="*/ 3778842 w 6007100"/>
              <a:gd name="connsiteY1105" fmla="*/ 3313808 h 6858000"/>
              <a:gd name="connsiteX1106" fmla="*/ 3351534 w 6007100"/>
              <a:gd name="connsiteY1106" fmla="*/ 2542929 h 6858000"/>
              <a:gd name="connsiteX1107" fmla="*/ 3351530 w 6007100"/>
              <a:gd name="connsiteY1107" fmla="*/ 2542929 h 6858000"/>
              <a:gd name="connsiteX1108" fmla="*/ 3351533 w 6007100"/>
              <a:gd name="connsiteY1108" fmla="*/ 2542927 h 6858000"/>
              <a:gd name="connsiteX1109" fmla="*/ 3351530 w 6007100"/>
              <a:gd name="connsiteY1109" fmla="*/ 2542921 h 6858000"/>
              <a:gd name="connsiteX1110" fmla="*/ 3351544 w 6007100"/>
              <a:gd name="connsiteY1110" fmla="*/ 2542921 h 6858000"/>
              <a:gd name="connsiteX1111" fmla="*/ 3848989 w 6007100"/>
              <a:gd name="connsiteY1111" fmla="*/ 2539606 h 6858000"/>
              <a:gd name="connsiteX1112" fmla="*/ 3850834 w 6007100"/>
              <a:gd name="connsiteY1112" fmla="*/ 2542919 h 6858000"/>
              <a:gd name="connsiteX1113" fmla="*/ 3850871 w 6007100"/>
              <a:gd name="connsiteY1113" fmla="*/ 2542919 h 6858000"/>
              <a:gd name="connsiteX1114" fmla="*/ 4276335 w 6007100"/>
              <a:gd name="connsiteY1114" fmla="*/ 3310485 h 6858000"/>
              <a:gd name="connsiteX1115" fmla="*/ 4270344 w 6007100"/>
              <a:gd name="connsiteY1115" fmla="*/ 3313807 h 6858000"/>
              <a:gd name="connsiteX1116" fmla="*/ 3843036 w 6007100"/>
              <a:gd name="connsiteY1116" fmla="*/ 2542927 h 6858000"/>
              <a:gd name="connsiteX1117" fmla="*/ 3843032 w 6007100"/>
              <a:gd name="connsiteY1117" fmla="*/ 2542927 h 6858000"/>
              <a:gd name="connsiteX1118" fmla="*/ 3843035 w 6007100"/>
              <a:gd name="connsiteY1118" fmla="*/ 2542926 h 6858000"/>
              <a:gd name="connsiteX1119" fmla="*/ 3843032 w 6007100"/>
              <a:gd name="connsiteY1119" fmla="*/ 2542919 h 6858000"/>
              <a:gd name="connsiteX1120" fmla="*/ 3843046 w 6007100"/>
              <a:gd name="connsiteY1120" fmla="*/ 2542919 h 6858000"/>
              <a:gd name="connsiteX1121" fmla="*/ 4340490 w 6007100"/>
              <a:gd name="connsiteY1121" fmla="*/ 2539604 h 6858000"/>
              <a:gd name="connsiteX1122" fmla="*/ 4342300 w 6007100"/>
              <a:gd name="connsiteY1122" fmla="*/ 2542919 h 6858000"/>
              <a:gd name="connsiteX1123" fmla="*/ 4342373 w 6007100"/>
              <a:gd name="connsiteY1123" fmla="*/ 2542919 h 6858000"/>
              <a:gd name="connsiteX1124" fmla="*/ 4767836 w 6007100"/>
              <a:gd name="connsiteY1124" fmla="*/ 3310485 h 6858000"/>
              <a:gd name="connsiteX1125" fmla="*/ 4761845 w 6007100"/>
              <a:gd name="connsiteY1125" fmla="*/ 3313806 h 6858000"/>
              <a:gd name="connsiteX1126" fmla="*/ 4334537 w 6007100"/>
              <a:gd name="connsiteY1126" fmla="*/ 2542926 h 6858000"/>
              <a:gd name="connsiteX1127" fmla="*/ 4334533 w 6007100"/>
              <a:gd name="connsiteY1127" fmla="*/ 2542926 h 6858000"/>
              <a:gd name="connsiteX1128" fmla="*/ 4334536 w 6007100"/>
              <a:gd name="connsiteY1128" fmla="*/ 2542925 h 6858000"/>
              <a:gd name="connsiteX1129" fmla="*/ 4334533 w 6007100"/>
              <a:gd name="connsiteY1129" fmla="*/ 2542919 h 6858000"/>
              <a:gd name="connsiteX1130" fmla="*/ 4334547 w 6007100"/>
              <a:gd name="connsiteY1130" fmla="*/ 2542919 h 6858000"/>
              <a:gd name="connsiteX1131" fmla="*/ 4831991 w 6007100"/>
              <a:gd name="connsiteY1131" fmla="*/ 2539579 h 6858000"/>
              <a:gd name="connsiteX1132" fmla="*/ 4833801 w 6007100"/>
              <a:gd name="connsiteY1132" fmla="*/ 2542893 h 6858000"/>
              <a:gd name="connsiteX1133" fmla="*/ 4833840 w 6007100"/>
              <a:gd name="connsiteY1133" fmla="*/ 2542893 h 6858000"/>
              <a:gd name="connsiteX1134" fmla="*/ 5259337 w 6007100"/>
              <a:gd name="connsiteY1134" fmla="*/ 3310459 h 6858000"/>
              <a:gd name="connsiteX1135" fmla="*/ 5253346 w 6007100"/>
              <a:gd name="connsiteY1135" fmla="*/ 3313780 h 6858000"/>
              <a:gd name="connsiteX1136" fmla="*/ 4826038 w 6007100"/>
              <a:gd name="connsiteY1136" fmla="*/ 2542900 h 6858000"/>
              <a:gd name="connsiteX1137" fmla="*/ 4826037 w 6007100"/>
              <a:gd name="connsiteY1137" fmla="*/ 2542900 h 6858000"/>
              <a:gd name="connsiteX1138" fmla="*/ 4826034 w 6007100"/>
              <a:gd name="connsiteY1138" fmla="*/ 2542893 h 6858000"/>
              <a:gd name="connsiteX1139" fmla="*/ 4826048 w 6007100"/>
              <a:gd name="connsiteY1139" fmla="*/ 2542893 h 6858000"/>
              <a:gd name="connsiteX1140" fmla="*/ 5323493 w 6007100"/>
              <a:gd name="connsiteY1140" fmla="*/ 2539578 h 6858000"/>
              <a:gd name="connsiteX1141" fmla="*/ 5325303 w 6007100"/>
              <a:gd name="connsiteY1141" fmla="*/ 2542892 h 6858000"/>
              <a:gd name="connsiteX1142" fmla="*/ 5325342 w 6007100"/>
              <a:gd name="connsiteY1142" fmla="*/ 2542892 h 6858000"/>
              <a:gd name="connsiteX1143" fmla="*/ 5750839 w 6007100"/>
              <a:gd name="connsiteY1143" fmla="*/ 3310458 h 6858000"/>
              <a:gd name="connsiteX1144" fmla="*/ 5744848 w 6007100"/>
              <a:gd name="connsiteY1144" fmla="*/ 3313779 h 6858000"/>
              <a:gd name="connsiteX1145" fmla="*/ 5317540 w 6007100"/>
              <a:gd name="connsiteY1145" fmla="*/ 2542900 h 6858000"/>
              <a:gd name="connsiteX1146" fmla="*/ 5317536 w 6007100"/>
              <a:gd name="connsiteY1146" fmla="*/ 2542900 h 6858000"/>
              <a:gd name="connsiteX1147" fmla="*/ 5317539 w 6007100"/>
              <a:gd name="connsiteY1147" fmla="*/ 2542897 h 6858000"/>
              <a:gd name="connsiteX1148" fmla="*/ 5317536 w 6007100"/>
              <a:gd name="connsiteY1148" fmla="*/ 2542892 h 6858000"/>
              <a:gd name="connsiteX1149" fmla="*/ 5317550 w 6007100"/>
              <a:gd name="connsiteY1149" fmla="*/ 2542892 h 6858000"/>
              <a:gd name="connsiteX1150" fmla="*/ 5814995 w 6007100"/>
              <a:gd name="connsiteY1150" fmla="*/ 2539577 h 6858000"/>
              <a:gd name="connsiteX1151" fmla="*/ 5816804 w 6007100"/>
              <a:gd name="connsiteY1151" fmla="*/ 2542889 h 6858000"/>
              <a:gd name="connsiteX1152" fmla="*/ 5816843 w 6007100"/>
              <a:gd name="connsiteY1152" fmla="*/ 2542889 h 6858000"/>
              <a:gd name="connsiteX1153" fmla="*/ 6007100 w 6007100"/>
              <a:gd name="connsiteY1153" fmla="*/ 2886127 h 6858000"/>
              <a:gd name="connsiteX1154" fmla="*/ 6007100 w 6007100"/>
              <a:gd name="connsiteY1154" fmla="*/ 2900231 h 6858000"/>
              <a:gd name="connsiteX1155" fmla="*/ 5809042 w 6007100"/>
              <a:gd name="connsiteY1155" fmla="*/ 2542897 h 6858000"/>
              <a:gd name="connsiteX1156" fmla="*/ 5809038 w 6007100"/>
              <a:gd name="connsiteY1156" fmla="*/ 2542897 h 6858000"/>
              <a:gd name="connsiteX1157" fmla="*/ 5809041 w 6007100"/>
              <a:gd name="connsiteY1157" fmla="*/ 2542895 h 6858000"/>
              <a:gd name="connsiteX1158" fmla="*/ 5809038 w 6007100"/>
              <a:gd name="connsiteY1158" fmla="*/ 2542889 h 6858000"/>
              <a:gd name="connsiteX1159" fmla="*/ 5809052 w 6007100"/>
              <a:gd name="connsiteY1159" fmla="*/ 2542889 h 6858000"/>
              <a:gd name="connsiteX1160" fmla="*/ 92599 w 6007100"/>
              <a:gd name="connsiteY1160" fmla="*/ 2096309 h 6858000"/>
              <a:gd name="connsiteX1161" fmla="*/ 98590 w 6007100"/>
              <a:gd name="connsiteY1161" fmla="*/ 2099631 h 6858000"/>
              <a:gd name="connsiteX1162" fmla="*/ 0 w 6007100"/>
              <a:gd name="connsiteY1162" fmla="*/ 2277528 h 6858000"/>
              <a:gd name="connsiteX1163" fmla="*/ 0 w 6007100"/>
              <a:gd name="connsiteY1163" fmla="*/ 2263424 h 6858000"/>
              <a:gd name="connsiteX1164" fmla="*/ 584100 w 6007100"/>
              <a:gd name="connsiteY1164" fmla="*/ 2096308 h 6858000"/>
              <a:gd name="connsiteX1165" fmla="*/ 590091 w 6007100"/>
              <a:gd name="connsiteY1165" fmla="*/ 2099630 h 6858000"/>
              <a:gd name="connsiteX1166" fmla="*/ 402556 w 6007100"/>
              <a:gd name="connsiteY1166" fmla="*/ 2437965 h 6858000"/>
              <a:gd name="connsiteX1167" fmla="*/ 402556 w 6007100"/>
              <a:gd name="connsiteY1167" fmla="*/ 2438036 h 6858000"/>
              <a:gd name="connsiteX1168" fmla="*/ 344392 w 6007100"/>
              <a:gd name="connsiteY1168" fmla="*/ 2542965 h 6858000"/>
              <a:gd name="connsiteX1169" fmla="*/ 344354 w 6007100"/>
              <a:gd name="connsiteY1169" fmla="*/ 2542965 h 6858000"/>
              <a:gd name="connsiteX1170" fmla="*/ 162779 w 6007100"/>
              <a:gd name="connsiteY1170" fmla="*/ 2870511 h 6858000"/>
              <a:gd name="connsiteX1171" fmla="*/ 156788 w 6007100"/>
              <a:gd name="connsiteY1171" fmla="*/ 2867190 h 6858000"/>
              <a:gd name="connsiteX1172" fmla="*/ 336518 w 6007100"/>
              <a:gd name="connsiteY1172" fmla="*/ 2542958 h 6858000"/>
              <a:gd name="connsiteX1173" fmla="*/ 336556 w 6007100"/>
              <a:gd name="connsiteY1173" fmla="*/ 2542958 h 6858000"/>
              <a:gd name="connsiteX1174" fmla="*/ 402556 w 6007100"/>
              <a:gd name="connsiteY1174" fmla="*/ 2423931 h 6858000"/>
              <a:gd name="connsiteX1175" fmla="*/ 402556 w 6007100"/>
              <a:gd name="connsiteY1175" fmla="*/ 2423862 h 6858000"/>
              <a:gd name="connsiteX1176" fmla="*/ 1075601 w 6007100"/>
              <a:gd name="connsiteY1176" fmla="*/ 2096306 h 6858000"/>
              <a:gd name="connsiteX1177" fmla="*/ 1081592 w 6007100"/>
              <a:gd name="connsiteY1177" fmla="*/ 2099627 h 6858000"/>
              <a:gd name="connsiteX1178" fmla="*/ 894057 w 6007100"/>
              <a:gd name="connsiteY1178" fmla="*/ 2437964 h 6858000"/>
              <a:gd name="connsiteX1179" fmla="*/ 894057 w 6007100"/>
              <a:gd name="connsiteY1179" fmla="*/ 2438033 h 6858000"/>
              <a:gd name="connsiteX1180" fmla="*/ 835893 w 6007100"/>
              <a:gd name="connsiteY1180" fmla="*/ 2542962 h 6858000"/>
              <a:gd name="connsiteX1181" fmla="*/ 835855 w 6007100"/>
              <a:gd name="connsiteY1181" fmla="*/ 2542962 h 6858000"/>
              <a:gd name="connsiteX1182" fmla="*/ 654280 w 6007100"/>
              <a:gd name="connsiteY1182" fmla="*/ 2870508 h 6858000"/>
              <a:gd name="connsiteX1183" fmla="*/ 648289 w 6007100"/>
              <a:gd name="connsiteY1183" fmla="*/ 2867189 h 6858000"/>
              <a:gd name="connsiteX1184" fmla="*/ 828019 w 6007100"/>
              <a:gd name="connsiteY1184" fmla="*/ 2542955 h 6858000"/>
              <a:gd name="connsiteX1185" fmla="*/ 828057 w 6007100"/>
              <a:gd name="connsiteY1185" fmla="*/ 2542955 h 6858000"/>
              <a:gd name="connsiteX1186" fmla="*/ 894057 w 6007100"/>
              <a:gd name="connsiteY1186" fmla="*/ 2423929 h 6858000"/>
              <a:gd name="connsiteX1187" fmla="*/ 894057 w 6007100"/>
              <a:gd name="connsiteY1187" fmla="*/ 2423859 h 6858000"/>
              <a:gd name="connsiteX1188" fmla="*/ 1567103 w 6007100"/>
              <a:gd name="connsiteY1188" fmla="*/ 2096305 h 6858000"/>
              <a:gd name="connsiteX1189" fmla="*/ 1573094 w 6007100"/>
              <a:gd name="connsiteY1189" fmla="*/ 2099626 h 6858000"/>
              <a:gd name="connsiteX1190" fmla="*/ 1385525 w 6007100"/>
              <a:gd name="connsiteY1190" fmla="*/ 2437960 h 6858000"/>
              <a:gd name="connsiteX1191" fmla="*/ 1385525 w 6007100"/>
              <a:gd name="connsiteY1191" fmla="*/ 2438032 h 6858000"/>
              <a:gd name="connsiteX1192" fmla="*/ 1327395 w 6007100"/>
              <a:gd name="connsiteY1192" fmla="*/ 2542961 h 6858000"/>
              <a:gd name="connsiteX1193" fmla="*/ 1327357 w 6007100"/>
              <a:gd name="connsiteY1193" fmla="*/ 2542961 h 6858000"/>
              <a:gd name="connsiteX1194" fmla="*/ 1145782 w 6007100"/>
              <a:gd name="connsiteY1194" fmla="*/ 2870507 h 6858000"/>
              <a:gd name="connsiteX1195" fmla="*/ 1139791 w 6007100"/>
              <a:gd name="connsiteY1195" fmla="*/ 2867186 h 6858000"/>
              <a:gd name="connsiteX1196" fmla="*/ 1319521 w 6007100"/>
              <a:gd name="connsiteY1196" fmla="*/ 2542954 h 6858000"/>
              <a:gd name="connsiteX1197" fmla="*/ 1319559 w 6007100"/>
              <a:gd name="connsiteY1197" fmla="*/ 2542954 h 6858000"/>
              <a:gd name="connsiteX1198" fmla="*/ 1385524 w 6007100"/>
              <a:gd name="connsiteY1198" fmla="*/ 2423929 h 6858000"/>
              <a:gd name="connsiteX1199" fmla="*/ 1385524 w 6007100"/>
              <a:gd name="connsiteY1199" fmla="*/ 2423858 h 6858000"/>
              <a:gd name="connsiteX1200" fmla="*/ 2058605 w 6007100"/>
              <a:gd name="connsiteY1200" fmla="*/ 2096303 h 6858000"/>
              <a:gd name="connsiteX1201" fmla="*/ 2064596 w 6007100"/>
              <a:gd name="connsiteY1201" fmla="*/ 2099625 h 6858000"/>
              <a:gd name="connsiteX1202" fmla="*/ 1877027 w 6007100"/>
              <a:gd name="connsiteY1202" fmla="*/ 2437958 h 6858000"/>
              <a:gd name="connsiteX1203" fmla="*/ 1877027 w 6007100"/>
              <a:gd name="connsiteY1203" fmla="*/ 2438030 h 6858000"/>
              <a:gd name="connsiteX1204" fmla="*/ 1818897 w 6007100"/>
              <a:gd name="connsiteY1204" fmla="*/ 2542959 h 6858000"/>
              <a:gd name="connsiteX1205" fmla="*/ 1818823 w 6007100"/>
              <a:gd name="connsiteY1205" fmla="*/ 2542959 h 6858000"/>
              <a:gd name="connsiteX1206" fmla="*/ 1637283 w 6007100"/>
              <a:gd name="connsiteY1206" fmla="*/ 2870505 h 6858000"/>
              <a:gd name="connsiteX1207" fmla="*/ 1631292 w 6007100"/>
              <a:gd name="connsiteY1207" fmla="*/ 2867185 h 6858000"/>
              <a:gd name="connsiteX1208" fmla="*/ 1811022 w 6007100"/>
              <a:gd name="connsiteY1208" fmla="*/ 2542952 h 6858000"/>
              <a:gd name="connsiteX1209" fmla="*/ 1811061 w 6007100"/>
              <a:gd name="connsiteY1209" fmla="*/ 2542952 h 6858000"/>
              <a:gd name="connsiteX1210" fmla="*/ 1877026 w 6007100"/>
              <a:gd name="connsiteY1210" fmla="*/ 2423928 h 6858000"/>
              <a:gd name="connsiteX1211" fmla="*/ 1877026 w 6007100"/>
              <a:gd name="connsiteY1211" fmla="*/ 2423856 h 6858000"/>
              <a:gd name="connsiteX1212" fmla="*/ 2550106 w 6007100"/>
              <a:gd name="connsiteY1212" fmla="*/ 2096278 h 6858000"/>
              <a:gd name="connsiteX1213" fmla="*/ 2556097 w 6007100"/>
              <a:gd name="connsiteY1213" fmla="*/ 2099599 h 6858000"/>
              <a:gd name="connsiteX1214" fmla="*/ 2368527 w 6007100"/>
              <a:gd name="connsiteY1214" fmla="*/ 2437935 h 6858000"/>
              <a:gd name="connsiteX1215" fmla="*/ 2368527 w 6007100"/>
              <a:gd name="connsiteY1215" fmla="*/ 2438030 h 6858000"/>
              <a:gd name="connsiteX1216" fmla="*/ 2310363 w 6007100"/>
              <a:gd name="connsiteY1216" fmla="*/ 2542958 h 6858000"/>
              <a:gd name="connsiteX1217" fmla="*/ 2310325 w 6007100"/>
              <a:gd name="connsiteY1217" fmla="*/ 2542958 h 6858000"/>
              <a:gd name="connsiteX1218" fmla="*/ 2128785 w 6007100"/>
              <a:gd name="connsiteY1218" fmla="*/ 2870504 h 6858000"/>
              <a:gd name="connsiteX1219" fmla="*/ 2122794 w 6007100"/>
              <a:gd name="connsiteY1219" fmla="*/ 2867183 h 6858000"/>
              <a:gd name="connsiteX1220" fmla="*/ 2302524 w 6007100"/>
              <a:gd name="connsiteY1220" fmla="*/ 2542952 h 6858000"/>
              <a:gd name="connsiteX1221" fmla="*/ 2302562 w 6007100"/>
              <a:gd name="connsiteY1221" fmla="*/ 2542952 h 6858000"/>
              <a:gd name="connsiteX1222" fmla="*/ 2368527 w 6007100"/>
              <a:gd name="connsiteY1222" fmla="*/ 2423924 h 6858000"/>
              <a:gd name="connsiteX1223" fmla="*/ 2368527 w 6007100"/>
              <a:gd name="connsiteY1223" fmla="*/ 2423831 h 6858000"/>
              <a:gd name="connsiteX1224" fmla="*/ 3041608 w 6007100"/>
              <a:gd name="connsiteY1224" fmla="*/ 2096276 h 6858000"/>
              <a:gd name="connsiteX1225" fmla="*/ 3047599 w 6007100"/>
              <a:gd name="connsiteY1225" fmla="*/ 2099598 h 6858000"/>
              <a:gd name="connsiteX1226" fmla="*/ 2860029 w 6007100"/>
              <a:gd name="connsiteY1226" fmla="*/ 2437933 h 6858000"/>
              <a:gd name="connsiteX1227" fmla="*/ 2860029 w 6007100"/>
              <a:gd name="connsiteY1227" fmla="*/ 2438004 h 6858000"/>
              <a:gd name="connsiteX1228" fmla="*/ 2801865 w 6007100"/>
              <a:gd name="connsiteY1228" fmla="*/ 2542932 h 6858000"/>
              <a:gd name="connsiteX1229" fmla="*/ 2801826 w 6007100"/>
              <a:gd name="connsiteY1229" fmla="*/ 2542932 h 6858000"/>
              <a:gd name="connsiteX1230" fmla="*/ 2620286 w 6007100"/>
              <a:gd name="connsiteY1230" fmla="*/ 2870479 h 6858000"/>
              <a:gd name="connsiteX1231" fmla="*/ 2614295 w 6007100"/>
              <a:gd name="connsiteY1231" fmla="*/ 2867158 h 6858000"/>
              <a:gd name="connsiteX1232" fmla="*/ 2794025 w 6007100"/>
              <a:gd name="connsiteY1232" fmla="*/ 2542926 h 6858000"/>
              <a:gd name="connsiteX1233" fmla="*/ 2794063 w 6007100"/>
              <a:gd name="connsiteY1233" fmla="*/ 2542926 h 6858000"/>
              <a:gd name="connsiteX1234" fmla="*/ 2860029 w 6007100"/>
              <a:gd name="connsiteY1234" fmla="*/ 2423900 h 6858000"/>
              <a:gd name="connsiteX1235" fmla="*/ 2860029 w 6007100"/>
              <a:gd name="connsiteY1235" fmla="*/ 2423830 h 6858000"/>
              <a:gd name="connsiteX1236" fmla="*/ 3533109 w 6007100"/>
              <a:gd name="connsiteY1236" fmla="*/ 2096275 h 6858000"/>
              <a:gd name="connsiteX1237" fmla="*/ 3539065 w 6007100"/>
              <a:gd name="connsiteY1237" fmla="*/ 2099595 h 6858000"/>
              <a:gd name="connsiteX1238" fmla="*/ 3351531 w 6007100"/>
              <a:gd name="connsiteY1238" fmla="*/ 2437929 h 6858000"/>
              <a:gd name="connsiteX1239" fmla="*/ 3351531 w 6007100"/>
              <a:gd name="connsiteY1239" fmla="*/ 2438003 h 6858000"/>
              <a:gd name="connsiteX1240" fmla="*/ 3293367 w 6007100"/>
              <a:gd name="connsiteY1240" fmla="*/ 2542932 h 6858000"/>
              <a:gd name="connsiteX1241" fmla="*/ 3293327 w 6007100"/>
              <a:gd name="connsiteY1241" fmla="*/ 2542932 h 6858000"/>
              <a:gd name="connsiteX1242" fmla="*/ 3111787 w 6007100"/>
              <a:gd name="connsiteY1242" fmla="*/ 2870476 h 6858000"/>
              <a:gd name="connsiteX1243" fmla="*/ 3105796 w 6007100"/>
              <a:gd name="connsiteY1243" fmla="*/ 2867157 h 6858000"/>
              <a:gd name="connsiteX1244" fmla="*/ 3285526 w 6007100"/>
              <a:gd name="connsiteY1244" fmla="*/ 2542923 h 6858000"/>
              <a:gd name="connsiteX1245" fmla="*/ 3285565 w 6007100"/>
              <a:gd name="connsiteY1245" fmla="*/ 2542923 h 6858000"/>
              <a:gd name="connsiteX1246" fmla="*/ 3351530 w 6007100"/>
              <a:gd name="connsiteY1246" fmla="*/ 2423901 h 6858000"/>
              <a:gd name="connsiteX1247" fmla="*/ 3351530 w 6007100"/>
              <a:gd name="connsiteY1247" fmla="*/ 2423827 h 6858000"/>
              <a:gd name="connsiteX1248" fmla="*/ 4024576 w 6007100"/>
              <a:gd name="connsiteY1248" fmla="*/ 2096273 h 6858000"/>
              <a:gd name="connsiteX1249" fmla="*/ 4030567 w 6007100"/>
              <a:gd name="connsiteY1249" fmla="*/ 2099594 h 6858000"/>
              <a:gd name="connsiteX1250" fmla="*/ 3843032 w 6007100"/>
              <a:gd name="connsiteY1250" fmla="*/ 2437931 h 6858000"/>
              <a:gd name="connsiteX1251" fmla="*/ 3843032 w 6007100"/>
              <a:gd name="connsiteY1251" fmla="*/ 2438000 h 6858000"/>
              <a:gd name="connsiteX1252" fmla="*/ 3784868 w 6007100"/>
              <a:gd name="connsiteY1252" fmla="*/ 2542929 h 6858000"/>
              <a:gd name="connsiteX1253" fmla="*/ 3784829 w 6007100"/>
              <a:gd name="connsiteY1253" fmla="*/ 2542929 h 6858000"/>
              <a:gd name="connsiteX1254" fmla="*/ 3603289 w 6007100"/>
              <a:gd name="connsiteY1254" fmla="*/ 2870475 h 6858000"/>
              <a:gd name="connsiteX1255" fmla="*/ 3597298 w 6007100"/>
              <a:gd name="connsiteY1255" fmla="*/ 2867156 h 6858000"/>
              <a:gd name="connsiteX1256" fmla="*/ 3776994 w 6007100"/>
              <a:gd name="connsiteY1256" fmla="*/ 2542922 h 6858000"/>
              <a:gd name="connsiteX1257" fmla="*/ 3777066 w 6007100"/>
              <a:gd name="connsiteY1257" fmla="*/ 2542922 h 6858000"/>
              <a:gd name="connsiteX1258" fmla="*/ 3843032 w 6007100"/>
              <a:gd name="connsiteY1258" fmla="*/ 2423896 h 6858000"/>
              <a:gd name="connsiteX1259" fmla="*/ 3843032 w 6007100"/>
              <a:gd name="connsiteY1259" fmla="*/ 2423826 h 6858000"/>
              <a:gd name="connsiteX1260" fmla="*/ 4516077 w 6007100"/>
              <a:gd name="connsiteY1260" fmla="*/ 2096271 h 6858000"/>
              <a:gd name="connsiteX1261" fmla="*/ 4522068 w 6007100"/>
              <a:gd name="connsiteY1261" fmla="*/ 2099592 h 6858000"/>
              <a:gd name="connsiteX1262" fmla="*/ 4334533 w 6007100"/>
              <a:gd name="connsiteY1262" fmla="*/ 2437928 h 6858000"/>
              <a:gd name="connsiteX1263" fmla="*/ 4334533 w 6007100"/>
              <a:gd name="connsiteY1263" fmla="*/ 2437999 h 6858000"/>
              <a:gd name="connsiteX1264" fmla="*/ 4276369 w 6007100"/>
              <a:gd name="connsiteY1264" fmla="*/ 2542928 h 6858000"/>
              <a:gd name="connsiteX1265" fmla="*/ 4276330 w 6007100"/>
              <a:gd name="connsiteY1265" fmla="*/ 2542928 h 6858000"/>
              <a:gd name="connsiteX1266" fmla="*/ 4094757 w 6007100"/>
              <a:gd name="connsiteY1266" fmla="*/ 2870473 h 6858000"/>
              <a:gd name="connsiteX1267" fmla="*/ 4088799 w 6007100"/>
              <a:gd name="connsiteY1267" fmla="*/ 2867153 h 6858000"/>
              <a:gd name="connsiteX1268" fmla="*/ 4268495 w 6007100"/>
              <a:gd name="connsiteY1268" fmla="*/ 2542920 h 6858000"/>
              <a:gd name="connsiteX1269" fmla="*/ 4268533 w 6007100"/>
              <a:gd name="connsiteY1269" fmla="*/ 2542920 h 6858000"/>
              <a:gd name="connsiteX1270" fmla="*/ 4334533 w 6007100"/>
              <a:gd name="connsiteY1270" fmla="*/ 2423895 h 6858000"/>
              <a:gd name="connsiteX1271" fmla="*/ 4334533 w 6007100"/>
              <a:gd name="connsiteY1271" fmla="*/ 2423824 h 6858000"/>
              <a:gd name="connsiteX1272" fmla="*/ 5007578 w 6007100"/>
              <a:gd name="connsiteY1272" fmla="*/ 2096246 h 6858000"/>
              <a:gd name="connsiteX1273" fmla="*/ 5013569 w 6007100"/>
              <a:gd name="connsiteY1273" fmla="*/ 2099567 h 6858000"/>
              <a:gd name="connsiteX1274" fmla="*/ 4826034 w 6007100"/>
              <a:gd name="connsiteY1274" fmla="*/ 2437903 h 6858000"/>
              <a:gd name="connsiteX1275" fmla="*/ 4826034 w 6007100"/>
              <a:gd name="connsiteY1275" fmla="*/ 2437997 h 6858000"/>
              <a:gd name="connsiteX1276" fmla="*/ 4767870 w 6007100"/>
              <a:gd name="connsiteY1276" fmla="*/ 2542926 h 6858000"/>
              <a:gd name="connsiteX1277" fmla="*/ 4767832 w 6007100"/>
              <a:gd name="connsiteY1277" fmla="*/ 2542926 h 6858000"/>
              <a:gd name="connsiteX1278" fmla="*/ 4586257 w 6007100"/>
              <a:gd name="connsiteY1278" fmla="*/ 2870473 h 6858000"/>
              <a:gd name="connsiteX1279" fmla="*/ 4580266 w 6007100"/>
              <a:gd name="connsiteY1279" fmla="*/ 2867152 h 6858000"/>
              <a:gd name="connsiteX1280" fmla="*/ 4759996 w 6007100"/>
              <a:gd name="connsiteY1280" fmla="*/ 2542919 h 6858000"/>
              <a:gd name="connsiteX1281" fmla="*/ 4760034 w 6007100"/>
              <a:gd name="connsiteY1281" fmla="*/ 2542919 h 6858000"/>
              <a:gd name="connsiteX1282" fmla="*/ 4826034 w 6007100"/>
              <a:gd name="connsiteY1282" fmla="*/ 2423894 h 6858000"/>
              <a:gd name="connsiteX1283" fmla="*/ 4826034 w 6007100"/>
              <a:gd name="connsiteY1283" fmla="*/ 2423799 h 6858000"/>
              <a:gd name="connsiteX1284" fmla="*/ 5499080 w 6007100"/>
              <a:gd name="connsiteY1284" fmla="*/ 2096244 h 6858000"/>
              <a:gd name="connsiteX1285" fmla="*/ 5505071 w 6007100"/>
              <a:gd name="connsiteY1285" fmla="*/ 2099566 h 6858000"/>
              <a:gd name="connsiteX1286" fmla="*/ 5317536 w 6007100"/>
              <a:gd name="connsiteY1286" fmla="*/ 2437901 h 6858000"/>
              <a:gd name="connsiteX1287" fmla="*/ 5317536 w 6007100"/>
              <a:gd name="connsiteY1287" fmla="*/ 2437972 h 6858000"/>
              <a:gd name="connsiteX1288" fmla="*/ 5259372 w 6007100"/>
              <a:gd name="connsiteY1288" fmla="*/ 2542901 h 6858000"/>
              <a:gd name="connsiteX1289" fmla="*/ 5259334 w 6007100"/>
              <a:gd name="connsiteY1289" fmla="*/ 2542901 h 6858000"/>
              <a:gd name="connsiteX1290" fmla="*/ 5077759 w 6007100"/>
              <a:gd name="connsiteY1290" fmla="*/ 2870447 h 6858000"/>
              <a:gd name="connsiteX1291" fmla="*/ 5071768 w 6007100"/>
              <a:gd name="connsiteY1291" fmla="*/ 2867126 h 6858000"/>
              <a:gd name="connsiteX1292" fmla="*/ 5251498 w 6007100"/>
              <a:gd name="connsiteY1292" fmla="*/ 2542893 h 6858000"/>
              <a:gd name="connsiteX1293" fmla="*/ 5251536 w 6007100"/>
              <a:gd name="connsiteY1293" fmla="*/ 2542893 h 6858000"/>
              <a:gd name="connsiteX1294" fmla="*/ 5317536 w 6007100"/>
              <a:gd name="connsiteY1294" fmla="*/ 2423869 h 6858000"/>
              <a:gd name="connsiteX1295" fmla="*/ 5317536 w 6007100"/>
              <a:gd name="connsiteY1295" fmla="*/ 2423797 h 6858000"/>
              <a:gd name="connsiteX1296" fmla="*/ 5990582 w 6007100"/>
              <a:gd name="connsiteY1296" fmla="*/ 2096243 h 6858000"/>
              <a:gd name="connsiteX1297" fmla="*/ 5996573 w 6007100"/>
              <a:gd name="connsiteY1297" fmla="*/ 2099565 h 6858000"/>
              <a:gd name="connsiteX1298" fmla="*/ 5809038 w 6007100"/>
              <a:gd name="connsiteY1298" fmla="*/ 2437900 h 6858000"/>
              <a:gd name="connsiteX1299" fmla="*/ 5809038 w 6007100"/>
              <a:gd name="connsiteY1299" fmla="*/ 2437971 h 6858000"/>
              <a:gd name="connsiteX1300" fmla="*/ 5750873 w 6007100"/>
              <a:gd name="connsiteY1300" fmla="*/ 2542900 h 6858000"/>
              <a:gd name="connsiteX1301" fmla="*/ 5750836 w 6007100"/>
              <a:gd name="connsiteY1301" fmla="*/ 2542900 h 6858000"/>
              <a:gd name="connsiteX1302" fmla="*/ 5569261 w 6007100"/>
              <a:gd name="connsiteY1302" fmla="*/ 2870446 h 6858000"/>
              <a:gd name="connsiteX1303" fmla="*/ 5563270 w 6007100"/>
              <a:gd name="connsiteY1303" fmla="*/ 2867125 h 6858000"/>
              <a:gd name="connsiteX1304" fmla="*/ 5743000 w 6007100"/>
              <a:gd name="connsiteY1304" fmla="*/ 2542893 h 6858000"/>
              <a:gd name="connsiteX1305" fmla="*/ 5743038 w 6007100"/>
              <a:gd name="connsiteY1305" fmla="*/ 2542893 h 6858000"/>
              <a:gd name="connsiteX1306" fmla="*/ 5809038 w 6007100"/>
              <a:gd name="connsiteY1306" fmla="*/ 2423866 h 6858000"/>
              <a:gd name="connsiteX1307" fmla="*/ 5809038 w 6007100"/>
              <a:gd name="connsiteY1307" fmla="*/ 2423797 h 6858000"/>
              <a:gd name="connsiteX1308" fmla="*/ 0 w 6007100"/>
              <a:gd name="connsiteY1308" fmla="*/ 1802632 h 6858000"/>
              <a:gd name="connsiteX1309" fmla="*/ 344358 w 6007100"/>
              <a:gd name="connsiteY1309" fmla="*/ 2423829 h 6858000"/>
              <a:gd name="connsiteX1310" fmla="*/ 338367 w 6007100"/>
              <a:gd name="connsiteY1310" fmla="*/ 2427149 h 6858000"/>
              <a:gd name="connsiteX1311" fmla="*/ 0 w 6007100"/>
              <a:gd name="connsiteY1311" fmla="*/ 1816659 h 6858000"/>
              <a:gd name="connsiteX1312" fmla="*/ 408513 w 6007100"/>
              <a:gd name="connsiteY1312" fmla="*/ 1652948 h 6858000"/>
              <a:gd name="connsiteX1313" fmla="*/ 410322 w 6007100"/>
              <a:gd name="connsiteY1313" fmla="*/ 1656260 h 6858000"/>
              <a:gd name="connsiteX1314" fmla="*/ 410361 w 6007100"/>
              <a:gd name="connsiteY1314" fmla="*/ 1656260 h 6858000"/>
              <a:gd name="connsiteX1315" fmla="*/ 835824 w 6007100"/>
              <a:gd name="connsiteY1315" fmla="*/ 2423826 h 6858000"/>
              <a:gd name="connsiteX1316" fmla="*/ 829833 w 6007100"/>
              <a:gd name="connsiteY1316" fmla="*/ 2427147 h 6858000"/>
              <a:gd name="connsiteX1317" fmla="*/ 402560 w 6007100"/>
              <a:gd name="connsiteY1317" fmla="*/ 1656268 h 6858000"/>
              <a:gd name="connsiteX1318" fmla="*/ 402556 w 6007100"/>
              <a:gd name="connsiteY1318" fmla="*/ 1656268 h 6858000"/>
              <a:gd name="connsiteX1319" fmla="*/ 402559 w 6007100"/>
              <a:gd name="connsiteY1319" fmla="*/ 1656266 h 6858000"/>
              <a:gd name="connsiteX1320" fmla="*/ 402556 w 6007100"/>
              <a:gd name="connsiteY1320" fmla="*/ 1656260 h 6858000"/>
              <a:gd name="connsiteX1321" fmla="*/ 402569 w 6007100"/>
              <a:gd name="connsiteY1321" fmla="*/ 1656260 h 6858000"/>
              <a:gd name="connsiteX1322" fmla="*/ 900014 w 6007100"/>
              <a:gd name="connsiteY1322" fmla="*/ 1652945 h 6858000"/>
              <a:gd name="connsiteX1323" fmla="*/ 901824 w 6007100"/>
              <a:gd name="connsiteY1323" fmla="*/ 1656259 h 6858000"/>
              <a:gd name="connsiteX1324" fmla="*/ 901863 w 6007100"/>
              <a:gd name="connsiteY1324" fmla="*/ 1656259 h 6858000"/>
              <a:gd name="connsiteX1325" fmla="*/ 1327326 w 6007100"/>
              <a:gd name="connsiteY1325" fmla="*/ 2423825 h 6858000"/>
              <a:gd name="connsiteX1326" fmla="*/ 1321335 w 6007100"/>
              <a:gd name="connsiteY1326" fmla="*/ 2427146 h 6858000"/>
              <a:gd name="connsiteX1327" fmla="*/ 894061 w 6007100"/>
              <a:gd name="connsiteY1327" fmla="*/ 1656266 h 6858000"/>
              <a:gd name="connsiteX1328" fmla="*/ 894057 w 6007100"/>
              <a:gd name="connsiteY1328" fmla="*/ 1656266 h 6858000"/>
              <a:gd name="connsiteX1329" fmla="*/ 894060 w 6007100"/>
              <a:gd name="connsiteY1329" fmla="*/ 1656264 h 6858000"/>
              <a:gd name="connsiteX1330" fmla="*/ 894057 w 6007100"/>
              <a:gd name="connsiteY1330" fmla="*/ 1656259 h 6858000"/>
              <a:gd name="connsiteX1331" fmla="*/ 894070 w 6007100"/>
              <a:gd name="connsiteY1331" fmla="*/ 1656259 h 6858000"/>
              <a:gd name="connsiteX1332" fmla="*/ 1391481 w 6007100"/>
              <a:gd name="connsiteY1332" fmla="*/ 1652944 h 6858000"/>
              <a:gd name="connsiteX1333" fmla="*/ 1393326 w 6007100"/>
              <a:gd name="connsiteY1333" fmla="*/ 1656257 h 6858000"/>
              <a:gd name="connsiteX1334" fmla="*/ 1393364 w 6007100"/>
              <a:gd name="connsiteY1334" fmla="*/ 1656257 h 6858000"/>
              <a:gd name="connsiteX1335" fmla="*/ 1818827 w 6007100"/>
              <a:gd name="connsiteY1335" fmla="*/ 2423823 h 6858000"/>
              <a:gd name="connsiteX1336" fmla="*/ 1812836 w 6007100"/>
              <a:gd name="connsiteY1336" fmla="*/ 2427145 h 6858000"/>
              <a:gd name="connsiteX1337" fmla="*/ 1385528 w 6007100"/>
              <a:gd name="connsiteY1337" fmla="*/ 1656265 h 6858000"/>
              <a:gd name="connsiteX1338" fmla="*/ 1385524 w 6007100"/>
              <a:gd name="connsiteY1338" fmla="*/ 1656265 h 6858000"/>
              <a:gd name="connsiteX1339" fmla="*/ 1385527 w 6007100"/>
              <a:gd name="connsiteY1339" fmla="*/ 1656263 h 6858000"/>
              <a:gd name="connsiteX1340" fmla="*/ 1385524 w 6007100"/>
              <a:gd name="connsiteY1340" fmla="*/ 1656257 h 6858000"/>
              <a:gd name="connsiteX1341" fmla="*/ 1385537 w 6007100"/>
              <a:gd name="connsiteY1341" fmla="*/ 1656257 h 6858000"/>
              <a:gd name="connsiteX1342" fmla="*/ 1882983 w 6007100"/>
              <a:gd name="connsiteY1342" fmla="*/ 1652942 h 6858000"/>
              <a:gd name="connsiteX1343" fmla="*/ 1884828 w 6007100"/>
              <a:gd name="connsiteY1343" fmla="*/ 1656257 h 6858000"/>
              <a:gd name="connsiteX1344" fmla="*/ 1884866 w 6007100"/>
              <a:gd name="connsiteY1344" fmla="*/ 1656257 h 6858000"/>
              <a:gd name="connsiteX1345" fmla="*/ 2310329 w 6007100"/>
              <a:gd name="connsiteY1345" fmla="*/ 2423823 h 6858000"/>
              <a:gd name="connsiteX1346" fmla="*/ 2304338 w 6007100"/>
              <a:gd name="connsiteY1346" fmla="*/ 2427142 h 6858000"/>
              <a:gd name="connsiteX1347" fmla="*/ 1877030 w 6007100"/>
              <a:gd name="connsiteY1347" fmla="*/ 1656263 h 6858000"/>
              <a:gd name="connsiteX1348" fmla="*/ 1877026 w 6007100"/>
              <a:gd name="connsiteY1348" fmla="*/ 1656263 h 6858000"/>
              <a:gd name="connsiteX1349" fmla="*/ 1877029 w 6007100"/>
              <a:gd name="connsiteY1349" fmla="*/ 1656261 h 6858000"/>
              <a:gd name="connsiteX1350" fmla="*/ 1877026 w 6007100"/>
              <a:gd name="connsiteY1350" fmla="*/ 1656257 h 6858000"/>
              <a:gd name="connsiteX1351" fmla="*/ 1877039 w 6007100"/>
              <a:gd name="connsiteY1351" fmla="*/ 1656257 h 6858000"/>
              <a:gd name="connsiteX1352" fmla="*/ 2374485 w 6007100"/>
              <a:gd name="connsiteY1352" fmla="*/ 1652917 h 6858000"/>
              <a:gd name="connsiteX1353" fmla="*/ 2376329 w 6007100"/>
              <a:gd name="connsiteY1353" fmla="*/ 1656231 h 6858000"/>
              <a:gd name="connsiteX1354" fmla="*/ 2376367 w 6007100"/>
              <a:gd name="connsiteY1354" fmla="*/ 1656231 h 6858000"/>
              <a:gd name="connsiteX1355" fmla="*/ 2801830 w 6007100"/>
              <a:gd name="connsiteY1355" fmla="*/ 2423797 h 6858000"/>
              <a:gd name="connsiteX1356" fmla="*/ 2795839 w 6007100"/>
              <a:gd name="connsiteY1356" fmla="*/ 2427118 h 6858000"/>
              <a:gd name="connsiteX1357" fmla="*/ 2368531 w 6007100"/>
              <a:gd name="connsiteY1357" fmla="*/ 1656238 h 6858000"/>
              <a:gd name="connsiteX1358" fmla="*/ 2368527 w 6007100"/>
              <a:gd name="connsiteY1358" fmla="*/ 1656238 h 6858000"/>
              <a:gd name="connsiteX1359" fmla="*/ 2368530 w 6007100"/>
              <a:gd name="connsiteY1359" fmla="*/ 1656237 h 6858000"/>
              <a:gd name="connsiteX1360" fmla="*/ 2368527 w 6007100"/>
              <a:gd name="connsiteY1360" fmla="*/ 1656231 h 6858000"/>
              <a:gd name="connsiteX1361" fmla="*/ 2368541 w 6007100"/>
              <a:gd name="connsiteY1361" fmla="*/ 1656231 h 6858000"/>
              <a:gd name="connsiteX1362" fmla="*/ 3357487 w 6007100"/>
              <a:gd name="connsiteY1362" fmla="*/ 1652915 h 6858000"/>
              <a:gd name="connsiteX1363" fmla="*/ 3359332 w 6007100"/>
              <a:gd name="connsiteY1363" fmla="*/ 1656227 h 6858000"/>
              <a:gd name="connsiteX1364" fmla="*/ 3359370 w 6007100"/>
              <a:gd name="connsiteY1364" fmla="*/ 1656227 h 6858000"/>
              <a:gd name="connsiteX1365" fmla="*/ 3784833 w 6007100"/>
              <a:gd name="connsiteY1365" fmla="*/ 2423793 h 6858000"/>
              <a:gd name="connsiteX1366" fmla="*/ 3778842 w 6007100"/>
              <a:gd name="connsiteY1366" fmla="*/ 2427114 h 6858000"/>
              <a:gd name="connsiteX1367" fmla="*/ 3351534 w 6007100"/>
              <a:gd name="connsiteY1367" fmla="*/ 1656235 h 6858000"/>
              <a:gd name="connsiteX1368" fmla="*/ 3351530 w 6007100"/>
              <a:gd name="connsiteY1368" fmla="*/ 1656235 h 6858000"/>
              <a:gd name="connsiteX1369" fmla="*/ 3351533 w 6007100"/>
              <a:gd name="connsiteY1369" fmla="*/ 1656233 h 6858000"/>
              <a:gd name="connsiteX1370" fmla="*/ 3351530 w 6007100"/>
              <a:gd name="connsiteY1370" fmla="*/ 1656227 h 6858000"/>
              <a:gd name="connsiteX1371" fmla="*/ 3351544 w 6007100"/>
              <a:gd name="connsiteY1371" fmla="*/ 1656227 h 6858000"/>
              <a:gd name="connsiteX1372" fmla="*/ 2865986 w 6007100"/>
              <a:gd name="connsiteY1372" fmla="*/ 1652915 h 6858000"/>
              <a:gd name="connsiteX1373" fmla="*/ 2867831 w 6007100"/>
              <a:gd name="connsiteY1373" fmla="*/ 1656229 h 6858000"/>
              <a:gd name="connsiteX1374" fmla="*/ 2867869 w 6007100"/>
              <a:gd name="connsiteY1374" fmla="*/ 1656229 h 6858000"/>
              <a:gd name="connsiteX1375" fmla="*/ 3293332 w 6007100"/>
              <a:gd name="connsiteY1375" fmla="*/ 2423794 h 6858000"/>
              <a:gd name="connsiteX1376" fmla="*/ 3287341 w 6007100"/>
              <a:gd name="connsiteY1376" fmla="*/ 2427116 h 6858000"/>
              <a:gd name="connsiteX1377" fmla="*/ 2860033 w 6007100"/>
              <a:gd name="connsiteY1377" fmla="*/ 1656237 h 6858000"/>
              <a:gd name="connsiteX1378" fmla="*/ 2860029 w 6007100"/>
              <a:gd name="connsiteY1378" fmla="*/ 1656237 h 6858000"/>
              <a:gd name="connsiteX1379" fmla="*/ 2860032 w 6007100"/>
              <a:gd name="connsiteY1379" fmla="*/ 1656234 h 6858000"/>
              <a:gd name="connsiteX1380" fmla="*/ 2860029 w 6007100"/>
              <a:gd name="connsiteY1380" fmla="*/ 1656229 h 6858000"/>
              <a:gd name="connsiteX1381" fmla="*/ 2860043 w 6007100"/>
              <a:gd name="connsiteY1381" fmla="*/ 1656229 h 6858000"/>
              <a:gd name="connsiteX1382" fmla="*/ 3848989 w 6007100"/>
              <a:gd name="connsiteY1382" fmla="*/ 1652912 h 6858000"/>
              <a:gd name="connsiteX1383" fmla="*/ 3850834 w 6007100"/>
              <a:gd name="connsiteY1383" fmla="*/ 1656225 h 6858000"/>
              <a:gd name="connsiteX1384" fmla="*/ 3850871 w 6007100"/>
              <a:gd name="connsiteY1384" fmla="*/ 1656225 h 6858000"/>
              <a:gd name="connsiteX1385" fmla="*/ 4276335 w 6007100"/>
              <a:gd name="connsiteY1385" fmla="*/ 2423791 h 6858000"/>
              <a:gd name="connsiteX1386" fmla="*/ 4270344 w 6007100"/>
              <a:gd name="connsiteY1386" fmla="*/ 2427113 h 6858000"/>
              <a:gd name="connsiteX1387" fmla="*/ 3843036 w 6007100"/>
              <a:gd name="connsiteY1387" fmla="*/ 1656233 h 6858000"/>
              <a:gd name="connsiteX1388" fmla="*/ 3843032 w 6007100"/>
              <a:gd name="connsiteY1388" fmla="*/ 1656233 h 6858000"/>
              <a:gd name="connsiteX1389" fmla="*/ 3843035 w 6007100"/>
              <a:gd name="connsiteY1389" fmla="*/ 1656231 h 6858000"/>
              <a:gd name="connsiteX1390" fmla="*/ 3843032 w 6007100"/>
              <a:gd name="connsiteY1390" fmla="*/ 1656225 h 6858000"/>
              <a:gd name="connsiteX1391" fmla="*/ 3843046 w 6007100"/>
              <a:gd name="connsiteY1391" fmla="*/ 1656225 h 6858000"/>
              <a:gd name="connsiteX1392" fmla="*/ 4340490 w 6007100"/>
              <a:gd name="connsiteY1392" fmla="*/ 1652910 h 6858000"/>
              <a:gd name="connsiteX1393" fmla="*/ 4342300 w 6007100"/>
              <a:gd name="connsiteY1393" fmla="*/ 1656224 h 6858000"/>
              <a:gd name="connsiteX1394" fmla="*/ 4342373 w 6007100"/>
              <a:gd name="connsiteY1394" fmla="*/ 1656224 h 6858000"/>
              <a:gd name="connsiteX1395" fmla="*/ 4767836 w 6007100"/>
              <a:gd name="connsiteY1395" fmla="*/ 2423791 h 6858000"/>
              <a:gd name="connsiteX1396" fmla="*/ 4761845 w 6007100"/>
              <a:gd name="connsiteY1396" fmla="*/ 2427112 h 6858000"/>
              <a:gd name="connsiteX1397" fmla="*/ 4334537 w 6007100"/>
              <a:gd name="connsiteY1397" fmla="*/ 1656232 h 6858000"/>
              <a:gd name="connsiteX1398" fmla="*/ 4334533 w 6007100"/>
              <a:gd name="connsiteY1398" fmla="*/ 1656232 h 6858000"/>
              <a:gd name="connsiteX1399" fmla="*/ 4334536 w 6007100"/>
              <a:gd name="connsiteY1399" fmla="*/ 1656231 h 6858000"/>
              <a:gd name="connsiteX1400" fmla="*/ 4334533 w 6007100"/>
              <a:gd name="connsiteY1400" fmla="*/ 1656224 h 6858000"/>
              <a:gd name="connsiteX1401" fmla="*/ 4334547 w 6007100"/>
              <a:gd name="connsiteY1401" fmla="*/ 1656224 h 6858000"/>
              <a:gd name="connsiteX1402" fmla="*/ 4831991 w 6007100"/>
              <a:gd name="connsiteY1402" fmla="*/ 1652885 h 6858000"/>
              <a:gd name="connsiteX1403" fmla="*/ 4833801 w 6007100"/>
              <a:gd name="connsiteY1403" fmla="*/ 1656199 h 6858000"/>
              <a:gd name="connsiteX1404" fmla="*/ 4833840 w 6007100"/>
              <a:gd name="connsiteY1404" fmla="*/ 1656199 h 6858000"/>
              <a:gd name="connsiteX1405" fmla="*/ 5259337 w 6007100"/>
              <a:gd name="connsiteY1405" fmla="*/ 2423765 h 6858000"/>
              <a:gd name="connsiteX1406" fmla="*/ 5253346 w 6007100"/>
              <a:gd name="connsiteY1406" fmla="*/ 2427087 h 6858000"/>
              <a:gd name="connsiteX1407" fmla="*/ 4826038 w 6007100"/>
              <a:gd name="connsiteY1407" fmla="*/ 1656206 h 6858000"/>
              <a:gd name="connsiteX1408" fmla="*/ 4826034 w 6007100"/>
              <a:gd name="connsiteY1408" fmla="*/ 1656206 h 6858000"/>
              <a:gd name="connsiteX1409" fmla="*/ 4826037 w 6007100"/>
              <a:gd name="connsiteY1409" fmla="*/ 1656205 h 6858000"/>
              <a:gd name="connsiteX1410" fmla="*/ 4826034 w 6007100"/>
              <a:gd name="connsiteY1410" fmla="*/ 1656199 h 6858000"/>
              <a:gd name="connsiteX1411" fmla="*/ 4826048 w 6007100"/>
              <a:gd name="connsiteY1411" fmla="*/ 1656199 h 6858000"/>
              <a:gd name="connsiteX1412" fmla="*/ 5323493 w 6007100"/>
              <a:gd name="connsiteY1412" fmla="*/ 1652884 h 6858000"/>
              <a:gd name="connsiteX1413" fmla="*/ 5325303 w 6007100"/>
              <a:gd name="connsiteY1413" fmla="*/ 1656198 h 6858000"/>
              <a:gd name="connsiteX1414" fmla="*/ 5325342 w 6007100"/>
              <a:gd name="connsiteY1414" fmla="*/ 1656198 h 6858000"/>
              <a:gd name="connsiteX1415" fmla="*/ 5750839 w 6007100"/>
              <a:gd name="connsiteY1415" fmla="*/ 2423764 h 6858000"/>
              <a:gd name="connsiteX1416" fmla="*/ 5744848 w 6007100"/>
              <a:gd name="connsiteY1416" fmla="*/ 2427084 h 6858000"/>
              <a:gd name="connsiteX1417" fmla="*/ 5317540 w 6007100"/>
              <a:gd name="connsiteY1417" fmla="*/ 1656205 h 6858000"/>
              <a:gd name="connsiteX1418" fmla="*/ 5317536 w 6007100"/>
              <a:gd name="connsiteY1418" fmla="*/ 1656205 h 6858000"/>
              <a:gd name="connsiteX1419" fmla="*/ 5317539 w 6007100"/>
              <a:gd name="connsiteY1419" fmla="*/ 1656203 h 6858000"/>
              <a:gd name="connsiteX1420" fmla="*/ 5317536 w 6007100"/>
              <a:gd name="connsiteY1420" fmla="*/ 1656198 h 6858000"/>
              <a:gd name="connsiteX1421" fmla="*/ 5317550 w 6007100"/>
              <a:gd name="connsiteY1421" fmla="*/ 1656198 h 6858000"/>
              <a:gd name="connsiteX1422" fmla="*/ 5814995 w 6007100"/>
              <a:gd name="connsiteY1422" fmla="*/ 1652883 h 6858000"/>
              <a:gd name="connsiteX1423" fmla="*/ 5816804 w 6007100"/>
              <a:gd name="connsiteY1423" fmla="*/ 1656195 h 6858000"/>
              <a:gd name="connsiteX1424" fmla="*/ 5816843 w 6007100"/>
              <a:gd name="connsiteY1424" fmla="*/ 1656195 h 6858000"/>
              <a:gd name="connsiteX1425" fmla="*/ 6007100 w 6007100"/>
              <a:gd name="connsiteY1425" fmla="*/ 1999433 h 6858000"/>
              <a:gd name="connsiteX1426" fmla="*/ 6007100 w 6007100"/>
              <a:gd name="connsiteY1426" fmla="*/ 2013537 h 6858000"/>
              <a:gd name="connsiteX1427" fmla="*/ 5809042 w 6007100"/>
              <a:gd name="connsiteY1427" fmla="*/ 1656203 h 6858000"/>
              <a:gd name="connsiteX1428" fmla="*/ 5809038 w 6007100"/>
              <a:gd name="connsiteY1428" fmla="*/ 1656203 h 6858000"/>
              <a:gd name="connsiteX1429" fmla="*/ 5809041 w 6007100"/>
              <a:gd name="connsiteY1429" fmla="*/ 1656201 h 6858000"/>
              <a:gd name="connsiteX1430" fmla="*/ 5809038 w 6007100"/>
              <a:gd name="connsiteY1430" fmla="*/ 1656195 h 6858000"/>
              <a:gd name="connsiteX1431" fmla="*/ 5809052 w 6007100"/>
              <a:gd name="connsiteY1431" fmla="*/ 1656195 h 6858000"/>
              <a:gd name="connsiteX1432" fmla="*/ 92599 w 6007100"/>
              <a:gd name="connsiteY1432" fmla="*/ 1209616 h 6858000"/>
              <a:gd name="connsiteX1433" fmla="*/ 98590 w 6007100"/>
              <a:gd name="connsiteY1433" fmla="*/ 1212937 h 6858000"/>
              <a:gd name="connsiteX1434" fmla="*/ 0 w 6007100"/>
              <a:gd name="connsiteY1434" fmla="*/ 1390837 h 6858000"/>
              <a:gd name="connsiteX1435" fmla="*/ 0 w 6007100"/>
              <a:gd name="connsiteY1435" fmla="*/ 1376731 h 6858000"/>
              <a:gd name="connsiteX1436" fmla="*/ 584100 w 6007100"/>
              <a:gd name="connsiteY1436" fmla="*/ 1209615 h 6858000"/>
              <a:gd name="connsiteX1437" fmla="*/ 590091 w 6007100"/>
              <a:gd name="connsiteY1437" fmla="*/ 1212936 h 6858000"/>
              <a:gd name="connsiteX1438" fmla="*/ 402556 w 6007100"/>
              <a:gd name="connsiteY1438" fmla="*/ 1551272 h 6858000"/>
              <a:gd name="connsiteX1439" fmla="*/ 402556 w 6007100"/>
              <a:gd name="connsiteY1439" fmla="*/ 1551341 h 6858000"/>
              <a:gd name="connsiteX1440" fmla="*/ 344392 w 6007100"/>
              <a:gd name="connsiteY1440" fmla="*/ 1656270 h 6858000"/>
              <a:gd name="connsiteX1441" fmla="*/ 344354 w 6007100"/>
              <a:gd name="connsiteY1441" fmla="*/ 1656270 h 6858000"/>
              <a:gd name="connsiteX1442" fmla="*/ 162779 w 6007100"/>
              <a:gd name="connsiteY1442" fmla="*/ 1983817 h 6858000"/>
              <a:gd name="connsiteX1443" fmla="*/ 156788 w 6007100"/>
              <a:gd name="connsiteY1443" fmla="*/ 1980496 h 6858000"/>
              <a:gd name="connsiteX1444" fmla="*/ 336518 w 6007100"/>
              <a:gd name="connsiteY1444" fmla="*/ 1656263 h 6858000"/>
              <a:gd name="connsiteX1445" fmla="*/ 336556 w 6007100"/>
              <a:gd name="connsiteY1445" fmla="*/ 1656263 h 6858000"/>
              <a:gd name="connsiteX1446" fmla="*/ 402556 w 6007100"/>
              <a:gd name="connsiteY1446" fmla="*/ 1537237 h 6858000"/>
              <a:gd name="connsiteX1447" fmla="*/ 402556 w 6007100"/>
              <a:gd name="connsiteY1447" fmla="*/ 1537168 h 6858000"/>
              <a:gd name="connsiteX1448" fmla="*/ 1075601 w 6007100"/>
              <a:gd name="connsiteY1448" fmla="*/ 1209614 h 6858000"/>
              <a:gd name="connsiteX1449" fmla="*/ 1081592 w 6007100"/>
              <a:gd name="connsiteY1449" fmla="*/ 1212934 h 6858000"/>
              <a:gd name="connsiteX1450" fmla="*/ 894057 w 6007100"/>
              <a:gd name="connsiteY1450" fmla="*/ 1551270 h 6858000"/>
              <a:gd name="connsiteX1451" fmla="*/ 894057 w 6007100"/>
              <a:gd name="connsiteY1451" fmla="*/ 1551341 h 6858000"/>
              <a:gd name="connsiteX1452" fmla="*/ 835893 w 6007100"/>
              <a:gd name="connsiteY1452" fmla="*/ 1656270 h 6858000"/>
              <a:gd name="connsiteX1453" fmla="*/ 835855 w 6007100"/>
              <a:gd name="connsiteY1453" fmla="*/ 1656270 h 6858000"/>
              <a:gd name="connsiteX1454" fmla="*/ 654280 w 6007100"/>
              <a:gd name="connsiteY1454" fmla="*/ 1983814 h 6858000"/>
              <a:gd name="connsiteX1455" fmla="*/ 648289 w 6007100"/>
              <a:gd name="connsiteY1455" fmla="*/ 1980495 h 6858000"/>
              <a:gd name="connsiteX1456" fmla="*/ 828019 w 6007100"/>
              <a:gd name="connsiteY1456" fmla="*/ 1656261 h 6858000"/>
              <a:gd name="connsiteX1457" fmla="*/ 828057 w 6007100"/>
              <a:gd name="connsiteY1457" fmla="*/ 1656261 h 6858000"/>
              <a:gd name="connsiteX1458" fmla="*/ 894057 w 6007100"/>
              <a:gd name="connsiteY1458" fmla="*/ 1537235 h 6858000"/>
              <a:gd name="connsiteX1459" fmla="*/ 894057 w 6007100"/>
              <a:gd name="connsiteY1459" fmla="*/ 1537167 h 6858000"/>
              <a:gd name="connsiteX1460" fmla="*/ 1567103 w 6007100"/>
              <a:gd name="connsiteY1460" fmla="*/ 1209612 h 6858000"/>
              <a:gd name="connsiteX1461" fmla="*/ 1573094 w 6007100"/>
              <a:gd name="connsiteY1461" fmla="*/ 1212933 h 6858000"/>
              <a:gd name="connsiteX1462" fmla="*/ 1385525 w 6007100"/>
              <a:gd name="connsiteY1462" fmla="*/ 1551267 h 6858000"/>
              <a:gd name="connsiteX1463" fmla="*/ 1385525 w 6007100"/>
              <a:gd name="connsiteY1463" fmla="*/ 1551338 h 6858000"/>
              <a:gd name="connsiteX1464" fmla="*/ 1327395 w 6007100"/>
              <a:gd name="connsiteY1464" fmla="*/ 1656267 h 6858000"/>
              <a:gd name="connsiteX1465" fmla="*/ 1327357 w 6007100"/>
              <a:gd name="connsiteY1465" fmla="*/ 1656267 h 6858000"/>
              <a:gd name="connsiteX1466" fmla="*/ 1145782 w 6007100"/>
              <a:gd name="connsiteY1466" fmla="*/ 1983812 h 6858000"/>
              <a:gd name="connsiteX1467" fmla="*/ 1139791 w 6007100"/>
              <a:gd name="connsiteY1467" fmla="*/ 1980493 h 6858000"/>
              <a:gd name="connsiteX1468" fmla="*/ 1319521 w 6007100"/>
              <a:gd name="connsiteY1468" fmla="*/ 1656260 h 6858000"/>
              <a:gd name="connsiteX1469" fmla="*/ 1319559 w 6007100"/>
              <a:gd name="connsiteY1469" fmla="*/ 1656260 h 6858000"/>
              <a:gd name="connsiteX1470" fmla="*/ 1385524 w 6007100"/>
              <a:gd name="connsiteY1470" fmla="*/ 1537235 h 6858000"/>
              <a:gd name="connsiteX1471" fmla="*/ 1385524 w 6007100"/>
              <a:gd name="connsiteY1471" fmla="*/ 1537165 h 6858000"/>
              <a:gd name="connsiteX1472" fmla="*/ 2058605 w 6007100"/>
              <a:gd name="connsiteY1472" fmla="*/ 1209610 h 6858000"/>
              <a:gd name="connsiteX1473" fmla="*/ 2064596 w 6007100"/>
              <a:gd name="connsiteY1473" fmla="*/ 1212931 h 6858000"/>
              <a:gd name="connsiteX1474" fmla="*/ 1877027 w 6007100"/>
              <a:gd name="connsiteY1474" fmla="*/ 1551265 h 6858000"/>
              <a:gd name="connsiteX1475" fmla="*/ 1877027 w 6007100"/>
              <a:gd name="connsiteY1475" fmla="*/ 1551336 h 6858000"/>
              <a:gd name="connsiteX1476" fmla="*/ 1818897 w 6007100"/>
              <a:gd name="connsiteY1476" fmla="*/ 1656265 h 6858000"/>
              <a:gd name="connsiteX1477" fmla="*/ 1818823 w 6007100"/>
              <a:gd name="connsiteY1477" fmla="*/ 1656265 h 6858000"/>
              <a:gd name="connsiteX1478" fmla="*/ 1637283 w 6007100"/>
              <a:gd name="connsiteY1478" fmla="*/ 1983811 h 6858000"/>
              <a:gd name="connsiteX1479" fmla="*/ 1631292 w 6007100"/>
              <a:gd name="connsiteY1479" fmla="*/ 1980491 h 6858000"/>
              <a:gd name="connsiteX1480" fmla="*/ 1811022 w 6007100"/>
              <a:gd name="connsiteY1480" fmla="*/ 1656258 h 6858000"/>
              <a:gd name="connsiteX1481" fmla="*/ 1811061 w 6007100"/>
              <a:gd name="connsiteY1481" fmla="*/ 1656258 h 6858000"/>
              <a:gd name="connsiteX1482" fmla="*/ 1877026 w 6007100"/>
              <a:gd name="connsiteY1482" fmla="*/ 1537234 h 6858000"/>
              <a:gd name="connsiteX1483" fmla="*/ 1877026 w 6007100"/>
              <a:gd name="connsiteY1483" fmla="*/ 1537163 h 6858000"/>
              <a:gd name="connsiteX1484" fmla="*/ 2550106 w 6007100"/>
              <a:gd name="connsiteY1484" fmla="*/ 1209585 h 6858000"/>
              <a:gd name="connsiteX1485" fmla="*/ 2556097 w 6007100"/>
              <a:gd name="connsiteY1485" fmla="*/ 1212906 h 6858000"/>
              <a:gd name="connsiteX1486" fmla="*/ 2368527 w 6007100"/>
              <a:gd name="connsiteY1486" fmla="*/ 1551243 h 6858000"/>
              <a:gd name="connsiteX1487" fmla="*/ 2368527 w 6007100"/>
              <a:gd name="connsiteY1487" fmla="*/ 1551335 h 6858000"/>
              <a:gd name="connsiteX1488" fmla="*/ 2310363 w 6007100"/>
              <a:gd name="connsiteY1488" fmla="*/ 1656264 h 6858000"/>
              <a:gd name="connsiteX1489" fmla="*/ 2310325 w 6007100"/>
              <a:gd name="connsiteY1489" fmla="*/ 1656264 h 6858000"/>
              <a:gd name="connsiteX1490" fmla="*/ 2128785 w 6007100"/>
              <a:gd name="connsiteY1490" fmla="*/ 1983810 h 6858000"/>
              <a:gd name="connsiteX1491" fmla="*/ 2122794 w 6007100"/>
              <a:gd name="connsiteY1491" fmla="*/ 1980490 h 6858000"/>
              <a:gd name="connsiteX1492" fmla="*/ 2302524 w 6007100"/>
              <a:gd name="connsiteY1492" fmla="*/ 1656257 h 6858000"/>
              <a:gd name="connsiteX1493" fmla="*/ 2302562 w 6007100"/>
              <a:gd name="connsiteY1493" fmla="*/ 1656257 h 6858000"/>
              <a:gd name="connsiteX1494" fmla="*/ 2368527 w 6007100"/>
              <a:gd name="connsiteY1494" fmla="*/ 1537231 h 6858000"/>
              <a:gd name="connsiteX1495" fmla="*/ 2368527 w 6007100"/>
              <a:gd name="connsiteY1495" fmla="*/ 1537138 h 6858000"/>
              <a:gd name="connsiteX1496" fmla="*/ 3041608 w 6007100"/>
              <a:gd name="connsiteY1496" fmla="*/ 1209583 h 6858000"/>
              <a:gd name="connsiteX1497" fmla="*/ 3047599 w 6007100"/>
              <a:gd name="connsiteY1497" fmla="*/ 1212904 h 6858000"/>
              <a:gd name="connsiteX1498" fmla="*/ 2860029 w 6007100"/>
              <a:gd name="connsiteY1498" fmla="*/ 1551240 h 6858000"/>
              <a:gd name="connsiteX1499" fmla="*/ 2860029 w 6007100"/>
              <a:gd name="connsiteY1499" fmla="*/ 1551309 h 6858000"/>
              <a:gd name="connsiteX1500" fmla="*/ 2801865 w 6007100"/>
              <a:gd name="connsiteY1500" fmla="*/ 1656238 h 6858000"/>
              <a:gd name="connsiteX1501" fmla="*/ 2801826 w 6007100"/>
              <a:gd name="connsiteY1501" fmla="*/ 1656238 h 6858000"/>
              <a:gd name="connsiteX1502" fmla="*/ 2620286 w 6007100"/>
              <a:gd name="connsiteY1502" fmla="*/ 1983784 h 6858000"/>
              <a:gd name="connsiteX1503" fmla="*/ 2614295 w 6007100"/>
              <a:gd name="connsiteY1503" fmla="*/ 1980464 h 6858000"/>
              <a:gd name="connsiteX1504" fmla="*/ 2794025 w 6007100"/>
              <a:gd name="connsiteY1504" fmla="*/ 1656231 h 6858000"/>
              <a:gd name="connsiteX1505" fmla="*/ 2794063 w 6007100"/>
              <a:gd name="connsiteY1505" fmla="*/ 1656231 h 6858000"/>
              <a:gd name="connsiteX1506" fmla="*/ 2860029 w 6007100"/>
              <a:gd name="connsiteY1506" fmla="*/ 1537205 h 6858000"/>
              <a:gd name="connsiteX1507" fmla="*/ 2860029 w 6007100"/>
              <a:gd name="connsiteY1507" fmla="*/ 1537136 h 6858000"/>
              <a:gd name="connsiteX1508" fmla="*/ 3533109 w 6007100"/>
              <a:gd name="connsiteY1508" fmla="*/ 1209582 h 6858000"/>
              <a:gd name="connsiteX1509" fmla="*/ 3539065 w 6007100"/>
              <a:gd name="connsiteY1509" fmla="*/ 1212903 h 6858000"/>
              <a:gd name="connsiteX1510" fmla="*/ 3351531 w 6007100"/>
              <a:gd name="connsiteY1510" fmla="*/ 1551237 h 6858000"/>
              <a:gd name="connsiteX1511" fmla="*/ 3351531 w 6007100"/>
              <a:gd name="connsiteY1511" fmla="*/ 1551308 h 6858000"/>
              <a:gd name="connsiteX1512" fmla="*/ 3293367 w 6007100"/>
              <a:gd name="connsiteY1512" fmla="*/ 1656237 h 6858000"/>
              <a:gd name="connsiteX1513" fmla="*/ 3293327 w 6007100"/>
              <a:gd name="connsiteY1513" fmla="*/ 1656237 h 6858000"/>
              <a:gd name="connsiteX1514" fmla="*/ 3111787 w 6007100"/>
              <a:gd name="connsiteY1514" fmla="*/ 1983782 h 6858000"/>
              <a:gd name="connsiteX1515" fmla="*/ 3105796 w 6007100"/>
              <a:gd name="connsiteY1515" fmla="*/ 1980463 h 6858000"/>
              <a:gd name="connsiteX1516" fmla="*/ 3285526 w 6007100"/>
              <a:gd name="connsiteY1516" fmla="*/ 1656231 h 6858000"/>
              <a:gd name="connsiteX1517" fmla="*/ 3285565 w 6007100"/>
              <a:gd name="connsiteY1517" fmla="*/ 1656231 h 6858000"/>
              <a:gd name="connsiteX1518" fmla="*/ 3351530 w 6007100"/>
              <a:gd name="connsiteY1518" fmla="*/ 1537206 h 6858000"/>
              <a:gd name="connsiteX1519" fmla="*/ 3351530 w 6007100"/>
              <a:gd name="connsiteY1519" fmla="*/ 1537135 h 6858000"/>
              <a:gd name="connsiteX1520" fmla="*/ 4024576 w 6007100"/>
              <a:gd name="connsiteY1520" fmla="*/ 1209580 h 6858000"/>
              <a:gd name="connsiteX1521" fmla="*/ 4030567 w 6007100"/>
              <a:gd name="connsiteY1521" fmla="*/ 1212901 h 6858000"/>
              <a:gd name="connsiteX1522" fmla="*/ 3843032 w 6007100"/>
              <a:gd name="connsiteY1522" fmla="*/ 1551237 h 6858000"/>
              <a:gd name="connsiteX1523" fmla="*/ 3843032 w 6007100"/>
              <a:gd name="connsiteY1523" fmla="*/ 1551306 h 6858000"/>
              <a:gd name="connsiteX1524" fmla="*/ 3784868 w 6007100"/>
              <a:gd name="connsiteY1524" fmla="*/ 1656235 h 6858000"/>
              <a:gd name="connsiteX1525" fmla="*/ 3784829 w 6007100"/>
              <a:gd name="connsiteY1525" fmla="*/ 1656235 h 6858000"/>
              <a:gd name="connsiteX1526" fmla="*/ 3603289 w 6007100"/>
              <a:gd name="connsiteY1526" fmla="*/ 1983781 h 6858000"/>
              <a:gd name="connsiteX1527" fmla="*/ 3597298 w 6007100"/>
              <a:gd name="connsiteY1527" fmla="*/ 1980462 h 6858000"/>
              <a:gd name="connsiteX1528" fmla="*/ 3776994 w 6007100"/>
              <a:gd name="connsiteY1528" fmla="*/ 1656228 h 6858000"/>
              <a:gd name="connsiteX1529" fmla="*/ 3777066 w 6007100"/>
              <a:gd name="connsiteY1529" fmla="*/ 1656228 h 6858000"/>
              <a:gd name="connsiteX1530" fmla="*/ 3843032 w 6007100"/>
              <a:gd name="connsiteY1530" fmla="*/ 1537202 h 6858000"/>
              <a:gd name="connsiteX1531" fmla="*/ 3843032 w 6007100"/>
              <a:gd name="connsiteY1531" fmla="*/ 1537133 h 6858000"/>
              <a:gd name="connsiteX1532" fmla="*/ 4516077 w 6007100"/>
              <a:gd name="connsiteY1532" fmla="*/ 1209578 h 6858000"/>
              <a:gd name="connsiteX1533" fmla="*/ 4522068 w 6007100"/>
              <a:gd name="connsiteY1533" fmla="*/ 1212899 h 6858000"/>
              <a:gd name="connsiteX1534" fmla="*/ 4334533 w 6007100"/>
              <a:gd name="connsiteY1534" fmla="*/ 1551235 h 6858000"/>
              <a:gd name="connsiteX1535" fmla="*/ 4334533 w 6007100"/>
              <a:gd name="connsiteY1535" fmla="*/ 1551305 h 6858000"/>
              <a:gd name="connsiteX1536" fmla="*/ 4276369 w 6007100"/>
              <a:gd name="connsiteY1536" fmla="*/ 1656234 h 6858000"/>
              <a:gd name="connsiteX1537" fmla="*/ 4276330 w 6007100"/>
              <a:gd name="connsiteY1537" fmla="*/ 1656234 h 6858000"/>
              <a:gd name="connsiteX1538" fmla="*/ 4094757 w 6007100"/>
              <a:gd name="connsiteY1538" fmla="*/ 1983779 h 6858000"/>
              <a:gd name="connsiteX1539" fmla="*/ 4088799 w 6007100"/>
              <a:gd name="connsiteY1539" fmla="*/ 1980459 h 6858000"/>
              <a:gd name="connsiteX1540" fmla="*/ 4268495 w 6007100"/>
              <a:gd name="connsiteY1540" fmla="*/ 1656226 h 6858000"/>
              <a:gd name="connsiteX1541" fmla="*/ 4268533 w 6007100"/>
              <a:gd name="connsiteY1541" fmla="*/ 1656226 h 6858000"/>
              <a:gd name="connsiteX1542" fmla="*/ 4334533 w 6007100"/>
              <a:gd name="connsiteY1542" fmla="*/ 1537201 h 6858000"/>
              <a:gd name="connsiteX1543" fmla="*/ 4334533 w 6007100"/>
              <a:gd name="connsiteY1543" fmla="*/ 1537131 h 6858000"/>
              <a:gd name="connsiteX1544" fmla="*/ 5007578 w 6007100"/>
              <a:gd name="connsiteY1544" fmla="*/ 1209553 h 6858000"/>
              <a:gd name="connsiteX1545" fmla="*/ 5013569 w 6007100"/>
              <a:gd name="connsiteY1545" fmla="*/ 1212874 h 6858000"/>
              <a:gd name="connsiteX1546" fmla="*/ 4826034 w 6007100"/>
              <a:gd name="connsiteY1546" fmla="*/ 1551211 h 6858000"/>
              <a:gd name="connsiteX1547" fmla="*/ 4826034 w 6007100"/>
              <a:gd name="connsiteY1547" fmla="*/ 1551303 h 6858000"/>
              <a:gd name="connsiteX1548" fmla="*/ 4767870 w 6007100"/>
              <a:gd name="connsiteY1548" fmla="*/ 1656232 h 6858000"/>
              <a:gd name="connsiteX1549" fmla="*/ 4767832 w 6007100"/>
              <a:gd name="connsiteY1549" fmla="*/ 1656232 h 6858000"/>
              <a:gd name="connsiteX1550" fmla="*/ 4586257 w 6007100"/>
              <a:gd name="connsiteY1550" fmla="*/ 1983778 h 6858000"/>
              <a:gd name="connsiteX1551" fmla="*/ 4580266 w 6007100"/>
              <a:gd name="connsiteY1551" fmla="*/ 1980458 h 6858000"/>
              <a:gd name="connsiteX1552" fmla="*/ 4759996 w 6007100"/>
              <a:gd name="connsiteY1552" fmla="*/ 1656225 h 6858000"/>
              <a:gd name="connsiteX1553" fmla="*/ 4760034 w 6007100"/>
              <a:gd name="connsiteY1553" fmla="*/ 1656225 h 6858000"/>
              <a:gd name="connsiteX1554" fmla="*/ 4826034 w 6007100"/>
              <a:gd name="connsiteY1554" fmla="*/ 1537200 h 6858000"/>
              <a:gd name="connsiteX1555" fmla="*/ 4826034 w 6007100"/>
              <a:gd name="connsiteY1555" fmla="*/ 1537106 h 6858000"/>
              <a:gd name="connsiteX1556" fmla="*/ 5499080 w 6007100"/>
              <a:gd name="connsiteY1556" fmla="*/ 1209551 h 6858000"/>
              <a:gd name="connsiteX1557" fmla="*/ 5505071 w 6007100"/>
              <a:gd name="connsiteY1557" fmla="*/ 1212872 h 6858000"/>
              <a:gd name="connsiteX1558" fmla="*/ 5317536 w 6007100"/>
              <a:gd name="connsiteY1558" fmla="*/ 1551208 h 6858000"/>
              <a:gd name="connsiteX1559" fmla="*/ 5317536 w 6007100"/>
              <a:gd name="connsiteY1559" fmla="*/ 1551278 h 6858000"/>
              <a:gd name="connsiteX1560" fmla="*/ 5259372 w 6007100"/>
              <a:gd name="connsiteY1560" fmla="*/ 1656207 h 6858000"/>
              <a:gd name="connsiteX1561" fmla="*/ 5259334 w 6007100"/>
              <a:gd name="connsiteY1561" fmla="*/ 1656207 h 6858000"/>
              <a:gd name="connsiteX1562" fmla="*/ 5077759 w 6007100"/>
              <a:gd name="connsiteY1562" fmla="*/ 1983752 h 6858000"/>
              <a:gd name="connsiteX1563" fmla="*/ 5071768 w 6007100"/>
              <a:gd name="connsiteY1563" fmla="*/ 1980432 h 6858000"/>
              <a:gd name="connsiteX1564" fmla="*/ 5251498 w 6007100"/>
              <a:gd name="connsiteY1564" fmla="*/ 1656199 h 6858000"/>
              <a:gd name="connsiteX1565" fmla="*/ 5251536 w 6007100"/>
              <a:gd name="connsiteY1565" fmla="*/ 1656199 h 6858000"/>
              <a:gd name="connsiteX1566" fmla="*/ 5317536 w 6007100"/>
              <a:gd name="connsiteY1566" fmla="*/ 1537174 h 6858000"/>
              <a:gd name="connsiteX1567" fmla="*/ 5317536 w 6007100"/>
              <a:gd name="connsiteY1567" fmla="*/ 1537104 h 6858000"/>
              <a:gd name="connsiteX1568" fmla="*/ 5990582 w 6007100"/>
              <a:gd name="connsiteY1568" fmla="*/ 1209550 h 6858000"/>
              <a:gd name="connsiteX1569" fmla="*/ 5996573 w 6007100"/>
              <a:gd name="connsiteY1569" fmla="*/ 1212871 h 6858000"/>
              <a:gd name="connsiteX1570" fmla="*/ 5809038 w 6007100"/>
              <a:gd name="connsiteY1570" fmla="*/ 1551207 h 6858000"/>
              <a:gd name="connsiteX1571" fmla="*/ 5809038 w 6007100"/>
              <a:gd name="connsiteY1571" fmla="*/ 1551276 h 6858000"/>
              <a:gd name="connsiteX1572" fmla="*/ 5750873 w 6007100"/>
              <a:gd name="connsiteY1572" fmla="*/ 1656205 h 6858000"/>
              <a:gd name="connsiteX1573" fmla="*/ 5750836 w 6007100"/>
              <a:gd name="connsiteY1573" fmla="*/ 1656205 h 6858000"/>
              <a:gd name="connsiteX1574" fmla="*/ 5569261 w 6007100"/>
              <a:gd name="connsiteY1574" fmla="*/ 1983751 h 6858000"/>
              <a:gd name="connsiteX1575" fmla="*/ 5563270 w 6007100"/>
              <a:gd name="connsiteY1575" fmla="*/ 1980431 h 6858000"/>
              <a:gd name="connsiteX1576" fmla="*/ 5743000 w 6007100"/>
              <a:gd name="connsiteY1576" fmla="*/ 1656198 h 6858000"/>
              <a:gd name="connsiteX1577" fmla="*/ 5743038 w 6007100"/>
              <a:gd name="connsiteY1577" fmla="*/ 1656198 h 6858000"/>
              <a:gd name="connsiteX1578" fmla="*/ 5809038 w 6007100"/>
              <a:gd name="connsiteY1578" fmla="*/ 1537172 h 6858000"/>
              <a:gd name="connsiteX1579" fmla="*/ 5809038 w 6007100"/>
              <a:gd name="connsiteY1579" fmla="*/ 1537103 h 6858000"/>
              <a:gd name="connsiteX1580" fmla="*/ 0 w 6007100"/>
              <a:gd name="connsiteY1580" fmla="*/ 915965 h 6858000"/>
              <a:gd name="connsiteX1581" fmla="*/ 344358 w 6007100"/>
              <a:gd name="connsiteY1581" fmla="*/ 1537135 h 6858000"/>
              <a:gd name="connsiteX1582" fmla="*/ 338367 w 6007100"/>
              <a:gd name="connsiteY1582" fmla="*/ 1540455 h 6858000"/>
              <a:gd name="connsiteX1583" fmla="*/ 0 w 6007100"/>
              <a:gd name="connsiteY1583" fmla="*/ 929991 h 6858000"/>
              <a:gd name="connsiteX1584" fmla="*/ 336518 w 6007100"/>
              <a:gd name="connsiteY1584" fmla="*/ 769603 h 6858000"/>
              <a:gd name="connsiteX1585" fmla="*/ 344358 w 6007100"/>
              <a:gd name="connsiteY1585" fmla="*/ 769603 h 6858000"/>
              <a:gd name="connsiteX1586" fmla="*/ 162779 w 6007100"/>
              <a:gd name="connsiteY1586" fmla="*/ 1097123 h 6858000"/>
              <a:gd name="connsiteX1587" fmla="*/ 156788 w 6007100"/>
              <a:gd name="connsiteY1587" fmla="*/ 1093836 h 6858000"/>
              <a:gd name="connsiteX1588" fmla="*/ 828019 w 6007100"/>
              <a:gd name="connsiteY1588" fmla="*/ 769601 h 6858000"/>
              <a:gd name="connsiteX1589" fmla="*/ 835859 w 6007100"/>
              <a:gd name="connsiteY1589" fmla="*/ 769601 h 6858000"/>
              <a:gd name="connsiteX1590" fmla="*/ 654280 w 6007100"/>
              <a:gd name="connsiteY1590" fmla="*/ 1097120 h 6858000"/>
              <a:gd name="connsiteX1591" fmla="*/ 648289 w 6007100"/>
              <a:gd name="connsiteY1591" fmla="*/ 1093834 h 6858000"/>
              <a:gd name="connsiteX1592" fmla="*/ 1319521 w 6007100"/>
              <a:gd name="connsiteY1592" fmla="*/ 769600 h 6858000"/>
              <a:gd name="connsiteX1593" fmla="*/ 1327361 w 6007100"/>
              <a:gd name="connsiteY1593" fmla="*/ 769600 h 6858000"/>
              <a:gd name="connsiteX1594" fmla="*/ 1145782 w 6007100"/>
              <a:gd name="connsiteY1594" fmla="*/ 1097118 h 6858000"/>
              <a:gd name="connsiteX1595" fmla="*/ 1139791 w 6007100"/>
              <a:gd name="connsiteY1595" fmla="*/ 1093833 h 6858000"/>
              <a:gd name="connsiteX1596" fmla="*/ 402556 w 6007100"/>
              <a:gd name="connsiteY1596" fmla="*/ 769600 h 6858000"/>
              <a:gd name="connsiteX1597" fmla="*/ 410361 w 6007100"/>
              <a:gd name="connsiteY1597" fmla="*/ 769600 h 6858000"/>
              <a:gd name="connsiteX1598" fmla="*/ 835824 w 6007100"/>
              <a:gd name="connsiteY1598" fmla="*/ 1537132 h 6858000"/>
              <a:gd name="connsiteX1599" fmla="*/ 829833 w 6007100"/>
              <a:gd name="connsiteY1599" fmla="*/ 1540453 h 6858000"/>
              <a:gd name="connsiteX1600" fmla="*/ 894057 w 6007100"/>
              <a:gd name="connsiteY1600" fmla="*/ 769599 h 6858000"/>
              <a:gd name="connsiteX1601" fmla="*/ 901863 w 6007100"/>
              <a:gd name="connsiteY1601" fmla="*/ 769599 h 6858000"/>
              <a:gd name="connsiteX1602" fmla="*/ 1327326 w 6007100"/>
              <a:gd name="connsiteY1602" fmla="*/ 1537130 h 6858000"/>
              <a:gd name="connsiteX1603" fmla="*/ 1321335 w 6007100"/>
              <a:gd name="connsiteY1603" fmla="*/ 1540451 h 6858000"/>
              <a:gd name="connsiteX1604" fmla="*/ 1811022 w 6007100"/>
              <a:gd name="connsiteY1604" fmla="*/ 769598 h 6858000"/>
              <a:gd name="connsiteX1605" fmla="*/ 1818827 w 6007100"/>
              <a:gd name="connsiteY1605" fmla="*/ 769598 h 6858000"/>
              <a:gd name="connsiteX1606" fmla="*/ 1637283 w 6007100"/>
              <a:gd name="connsiteY1606" fmla="*/ 1097117 h 6858000"/>
              <a:gd name="connsiteX1607" fmla="*/ 1631292 w 6007100"/>
              <a:gd name="connsiteY1607" fmla="*/ 1093831 h 6858000"/>
              <a:gd name="connsiteX1608" fmla="*/ 1385524 w 6007100"/>
              <a:gd name="connsiteY1608" fmla="*/ 769597 h 6858000"/>
              <a:gd name="connsiteX1609" fmla="*/ 1393364 w 6007100"/>
              <a:gd name="connsiteY1609" fmla="*/ 769597 h 6858000"/>
              <a:gd name="connsiteX1610" fmla="*/ 1818827 w 6007100"/>
              <a:gd name="connsiteY1610" fmla="*/ 1537129 h 6858000"/>
              <a:gd name="connsiteX1611" fmla="*/ 1812836 w 6007100"/>
              <a:gd name="connsiteY1611" fmla="*/ 1540450 h 6858000"/>
              <a:gd name="connsiteX1612" fmla="*/ 2302524 w 6007100"/>
              <a:gd name="connsiteY1612" fmla="*/ 769596 h 6858000"/>
              <a:gd name="connsiteX1613" fmla="*/ 2310329 w 6007100"/>
              <a:gd name="connsiteY1613" fmla="*/ 769596 h 6858000"/>
              <a:gd name="connsiteX1614" fmla="*/ 2128785 w 6007100"/>
              <a:gd name="connsiteY1614" fmla="*/ 1097116 h 6858000"/>
              <a:gd name="connsiteX1615" fmla="*/ 2122794 w 6007100"/>
              <a:gd name="connsiteY1615" fmla="*/ 1093829 h 6858000"/>
              <a:gd name="connsiteX1616" fmla="*/ 1877026 w 6007100"/>
              <a:gd name="connsiteY1616" fmla="*/ 769596 h 6858000"/>
              <a:gd name="connsiteX1617" fmla="*/ 1884866 w 6007100"/>
              <a:gd name="connsiteY1617" fmla="*/ 769596 h 6858000"/>
              <a:gd name="connsiteX1618" fmla="*/ 2310329 w 6007100"/>
              <a:gd name="connsiteY1618" fmla="*/ 1537128 h 6858000"/>
              <a:gd name="connsiteX1619" fmla="*/ 2304338 w 6007100"/>
              <a:gd name="connsiteY1619" fmla="*/ 1540448 h 6858000"/>
              <a:gd name="connsiteX1620" fmla="*/ 2794025 w 6007100"/>
              <a:gd name="connsiteY1620" fmla="*/ 769571 h 6858000"/>
              <a:gd name="connsiteX1621" fmla="*/ 2801830 w 6007100"/>
              <a:gd name="connsiteY1621" fmla="*/ 769571 h 6858000"/>
              <a:gd name="connsiteX1622" fmla="*/ 2620286 w 6007100"/>
              <a:gd name="connsiteY1622" fmla="*/ 1097090 h 6858000"/>
              <a:gd name="connsiteX1623" fmla="*/ 2614295 w 6007100"/>
              <a:gd name="connsiteY1623" fmla="*/ 1093804 h 6858000"/>
              <a:gd name="connsiteX1624" fmla="*/ 3285526 w 6007100"/>
              <a:gd name="connsiteY1624" fmla="*/ 769570 h 6858000"/>
              <a:gd name="connsiteX1625" fmla="*/ 3293331 w 6007100"/>
              <a:gd name="connsiteY1625" fmla="*/ 769570 h 6858000"/>
              <a:gd name="connsiteX1626" fmla="*/ 3111787 w 6007100"/>
              <a:gd name="connsiteY1626" fmla="*/ 1097088 h 6858000"/>
              <a:gd name="connsiteX1627" fmla="*/ 3105796 w 6007100"/>
              <a:gd name="connsiteY1627" fmla="*/ 1093802 h 6858000"/>
              <a:gd name="connsiteX1628" fmla="*/ 2368527 w 6007100"/>
              <a:gd name="connsiteY1628" fmla="*/ 769570 h 6858000"/>
              <a:gd name="connsiteX1629" fmla="*/ 2376367 w 6007100"/>
              <a:gd name="connsiteY1629" fmla="*/ 769570 h 6858000"/>
              <a:gd name="connsiteX1630" fmla="*/ 2801830 w 6007100"/>
              <a:gd name="connsiteY1630" fmla="*/ 1537102 h 6858000"/>
              <a:gd name="connsiteX1631" fmla="*/ 2795839 w 6007100"/>
              <a:gd name="connsiteY1631" fmla="*/ 1540424 h 6858000"/>
              <a:gd name="connsiteX1632" fmla="*/ 2860029 w 6007100"/>
              <a:gd name="connsiteY1632" fmla="*/ 769569 h 6858000"/>
              <a:gd name="connsiteX1633" fmla="*/ 2867869 w 6007100"/>
              <a:gd name="connsiteY1633" fmla="*/ 769569 h 6858000"/>
              <a:gd name="connsiteX1634" fmla="*/ 3293332 w 6007100"/>
              <a:gd name="connsiteY1634" fmla="*/ 1537100 h 6858000"/>
              <a:gd name="connsiteX1635" fmla="*/ 3287341 w 6007100"/>
              <a:gd name="connsiteY1635" fmla="*/ 1540421 h 6858000"/>
              <a:gd name="connsiteX1636" fmla="*/ 3776994 w 6007100"/>
              <a:gd name="connsiteY1636" fmla="*/ 769568 h 6858000"/>
              <a:gd name="connsiteX1637" fmla="*/ 3784833 w 6007100"/>
              <a:gd name="connsiteY1637" fmla="*/ 769568 h 6858000"/>
              <a:gd name="connsiteX1638" fmla="*/ 3603289 w 6007100"/>
              <a:gd name="connsiteY1638" fmla="*/ 1097087 h 6858000"/>
              <a:gd name="connsiteX1639" fmla="*/ 3597298 w 6007100"/>
              <a:gd name="connsiteY1639" fmla="*/ 1093801 h 6858000"/>
              <a:gd name="connsiteX1640" fmla="*/ 3351530 w 6007100"/>
              <a:gd name="connsiteY1640" fmla="*/ 769567 h 6858000"/>
              <a:gd name="connsiteX1641" fmla="*/ 3359370 w 6007100"/>
              <a:gd name="connsiteY1641" fmla="*/ 769567 h 6858000"/>
              <a:gd name="connsiteX1642" fmla="*/ 3784833 w 6007100"/>
              <a:gd name="connsiteY1642" fmla="*/ 1537099 h 6858000"/>
              <a:gd name="connsiteX1643" fmla="*/ 3778842 w 6007100"/>
              <a:gd name="connsiteY1643" fmla="*/ 1540420 h 6858000"/>
              <a:gd name="connsiteX1644" fmla="*/ 4268495 w 6007100"/>
              <a:gd name="connsiteY1644" fmla="*/ 769566 h 6858000"/>
              <a:gd name="connsiteX1645" fmla="*/ 4276334 w 6007100"/>
              <a:gd name="connsiteY1645" fmla="*/ 769566 h 6858000"/>
              <a:gd name="connsiteX1646" fmla="*/ 4094757 w 6007100"/>
              <a:gd name="connsiteY1646" fmla="*/ 1097085 h 6858000"/>
              <a:gd name="connsiteX1647" fmla="*/ 4088799 w 6007100"/>
              <a:gd name="connsiteY1647" fmla="*/ 1093799 h 6858000"/>
              <a:gd name="connsiteX1648" fmla="*/ 4759996 w 6007100"/>
              <a:gd name="connsiteY1648" fmla="*/ 769565 h 6858000"/>
              <a:gd name="connsiteX1649" fmla="*/ 4767836 w 6007100"/>
              <a:gd name="connsiteY1649" fmla="*/ 769565 h 6858000"/>
              <a:gd name="connsiteX1650" fmla="*/ 4586257 w 6007100"/>
              <a:gd name="connsiteY1650" fmla="*/ 1097084 h 6858000"/>
              <a:gd name="connsiteX1651" fmla="*/ 4580266 w 6007100"/>
              <a:gd name="connsiteY1651" fmla="*/ 1093798 h 6858000"/>
              <a:gd name="connsiteX1652" fmla="*/ 3843032 w 6007100"/>
              <a:gd name="connsiteY1652" fmla="*/ 769565 h 6858000"/>
              <a:gd name="connsiteX1653" fmla="*/ 3850871 w 6007100"/>
              <a:gd name="connsiteY1653" fmla="*/ 769565 h 6858000"/>
              <a:gd name="connsiteX1654" fmla="*/ 4276335 w 6007100"/>
              <a:gd name="connsiteY1654" fmla="*/ 1537097 h 6858000"/>
              <a:gd name="connsiteX1655" fmla="*/ 4270344 w 6007100"/>
              <a:gd name="connsiteY1655" fmla="*/ 1540418 h 6858000"/>
              <a:gd name="connsiteX1656" fmla="*/ 4334533 w 6007100"/>
              <a:gd name="connsiteY1656" fmla="*/ 769564 h 6858000"/>
              <a:gd name="connsiteX1657" fmla="*/ 4342373 w 6007100"/>
              <a:gd name="connsiteY1657" fmla="*/ 769564 h 6858000"/>
              <a:gd name="connsiteX1658" fmla="*/ 4767836 w 6007100"/>
              <a:gd name="connsiteY1658" fmla="*/ 1537096 h 6858000"/>
              <a:gd name="connsiteX1659" fmla="*/ 4761845 w 6007100"/>
              <a:gd name="connsiteY1659" fmla="*/ 1540418 h 6858000"/>
              <a:gd name="connsiteX1660" fmla="*/ 5251498 w 6007100"/>
              <a:gd name="connsiteY1660" fmla="*/ 769539 h 6858000"/>
              <a:gd name="connsiteX1661" fmla="*/ 5259338 w 6007100"/>
              <a:gd name="connsiteY1661" fmla="*/ 769539 h 6858000"/>
              <a:gd name="connsiteX1662" fmla="*/ 5077759 w 6007100"/>
              <a:gd name="connsiteY1662" fmla="*/ 1097058 h 6858000"/>
              <a:gd name="connsiteX1663" fmla="*/ 5071768 w 6007100"/>
              <a:gd name="connsiteY1663" fmla="*/ 1093772 h 6858000"/>
              <a:gd name="connsiteX1664" fmla="*/ 5743000 w 6007100"/>
              <a:gd name="connsiteY1664" fmla="*/ 769538 h 6858000"/>
              <a:gd name="connsiteX1665" fmla="*/ 5750840 w 6007100"/>
              <a:gd name="connsiteY1665" fmla="*/ 769538 h 6858000"/>
              <a:gd name="connsiteX1666" fmla="*/ 5569261 w 6007100"/>
              <a:gd name="connsiteY1666" fmla="*/ 1097058 h 6858000"/>
              <a:gd name="connsiteX1667" fmla="*/ 5563270 w 6007100"/>
              <a:gd name="connsiteY1667" fmla="*/ 1093771 h 6858000"/>
              <a:gd name="connsiteX1668" fmla="*/ 4826034 w 6007100"/>
              <a:gd name="connsiteY1668" fmla="*/ 769538 h 6858000"/>
              <a:gd name="connsiteX1669" fmla="*/ 4833840 w 6007100"/>
              <a:gd name="connsiteY1669" fmla="*/ 769538 h 6858000"/>
              <a:gd name="connsiteX1670" fmla="*/ 5259337 w 6007100"/>
              <a:gd name="connsiteY1670" fmla="*/ 1537070 h 6858000"/>
              <a:gd name="connsiteX1671" fmla="*/ 5253346 w 6007100"/>
              <a:gd name="connsiteY1671" fmla="*/ 1540391 h 6858000"/>
              <a:gd name="connsiteX1672" fmla="*/ 5317536 w 6007100"/>
              <a:gd name="connsiteY1672" fmla="*/ 769537 h 6858000"/>
              <a:gd name="connsiteX1673" fmla="*/ 5325342 w 6007100"/>
              <a:gd name="connsiteY1673" fmla="*/ 769537 h 6858000"/>
              <a:gd name="connsiteX1674" fmla="*/ 5750839 w 6007100"/>
              <a:gd name="connsiteY1674" fmla="*/ 1537069 h 6858000"/>
              <a:gd name="connsiteX1675" fmla="*/ 5744848 w 6007100"/>
              <a:gd name="connsiteY1675" fmla="*/ 1540390 h 6858000"/>
              <a:gd name="connsiteX1676" fmla="*/ 5809038 w 6007100"/>
              <a:gd name="connsiteY1676" fmla="*/ 769535 h 6858000"/>
              <a:gd name="connsiteX1677" fmla="*/ 5816843 w 6007100"/>
              <a:gd name="connsiteY1677" fmla="*/ 769535 h 6858000"/>
              <a:gd name="connsiteX1678" fmla="*/ 6007100 w 6007100"/>
              <a:gd name="connsiteY1678" fmla="*/ 1112758 h 6858000"/>
              <a:gd name="connsiteX1679" fmla="*/ 6007100 w 6007100"/>
              <a:gd name="connsiteY1679" fmla="*/ 1126860 h 6858000"/>
              <a:gd name="connsiteX1680" fmla="*/ 408513 w 6007100"/>
              <a:gd name="connsiteY1680" fmla="*/ 766288 h 6858000"/>
              <a:gd name="connsiteX1681" fmla="*/ 410326 w 6007100"/>
              <a:gd name="connsiteY1681" fmla="*/ 769574 h 6858000"/>
              <a:gd name="connsiteX1682" fmla="*/ 402556 w 6007100"/>
              <a:gd name="connsiteY1682" fmla="*/ 769574 h 6858000"/>
              <a:gd name="connsiteX1683" fmla="*/ 900014 w 6007100"/>
              <a:gd name="connsiteY1683" fmla="*/ 766286 h 6858000"/>
              <a:gd name="connsiteX1684" fmla="*/ 901828 w 6007100"/>
              <a:gd name="connsiteY1684" fmla="*/ 769572 h 6858000"/>
              <a:gd name="connsiteX1685" fmla="*/ 894057 w 6007100"/>
              <a:gd name="connsiteY1685" fmla="*/ 769572 h 6858000"/>
              <a:gd name="connsiteX1686" fmla="*/ 1391481 w 6007100"/>
              <a:gd name="connsiteY1686" fmla="*/ 766285 h 6858000"/>
              <a:gd name="connsiteX1687" fmla="*/ 1393330 w 6007100"/>
              <a:gd name="connsiteY1687" fmla="*/ 769570 h 6858000"/>
              <a:gd name="connsiteX1688" fmla="*/ 1385524 w 6007100"/>
              <a:gd name="connsiteY1688" fmla="*/ 769570 h 6858000"/>
              <a:gd name="connsiteX1689" fmla="*/ 1882983 w 6007100"/>
              <a:gd name="connsiteY1689" fmla="*/ 766283 h 6858000"/>
              <a:gd name="connsiteX1690" fmla="*/ 1884832 w 6007100"/>
              <a:gd name="connsiteY1690" fmla="*/ 769569 h 6858000"/>
              <a:gd name="connsiteX1691" fmla="*/ 1877026 w 6007100"/>
              <a:gd name="connsiteY1691" fmla="*/ 769569 h 6858000"/>
              <a:gd name="connsiteX1692" fmla="*/ 2374485 w 6007100"/>
              <a:gd name="connsiteY1692" fmla="*/ 766258 h 6858000"/>
              <a:gd name="connsiteX1693" fmla="*/ 2376333 w 6007100"/>
              <a:gd name="connsiteY1693" fmla="*/ 769544 h 6858000"/>
              <a:gd name="connsiteX1694" fmla="*/ 2368527 w 6007100"/>
              <a:gd name="connsiteY1694" fmla="*/ 769544 h 6858000"/>
              <a:gd name="connsiteX1695" fmla="*/ 2865986 w 6007100"/>
              <a:gd name="connsiteY1695" fmla="*/ 766256 h 6858000"/>
              <a:gd name="connsiteX1696" fmla="*/ 2867835 w 6007100"/>
              <a:gd name="connsiteY1696" fmla="*/ 769542 h 6858000"/>
              <a:gd name="connsiteX1697" fmla="*/ 2860029 w 6007100"/>
              <a:gd name="connsiteY1697" fmla="*/ 769542 h 6858000"/>
              <a:gd name="connsiteX1698" fmla="*/ 3357487 w 6007100"/>
              <a:gd name="connsiteY1698" fmla="*/ 766255 h 6858000"/>
              <a:gd name="connsiteX1699" fmla="*/ 3359336 w 6007100"/>
              <a:gd name="connsiteY1699" fmla="*/ 769540 h 6858000"/>
              <a:gd name="connsiteX1700" fmla="*/ 3351530 w 6007100"/>
              <a:gd name="connsiteY1700" fmla="*/ 769540 h 6858000"/>
              <a:gd name="connsiteX1701" fmla="*/ 3848989 w 6007100"/>
              <a:gd name="connsiteY1701" fmla="*/ 766253 h 6858000"/>
              <a:gd name="connsiteX1702" fmla="*/ 3850838 w 6007100"/>
              <a:gd name="connsiteY1702" fmla="*/ 769539 h 6858000"/>
              <a:gd name="connsiteX1703" fmla="*/ 3843032 w 6007100"/>
              <a:gd name="connsiteY1703" fmla="*/ 769539 h 6858000"/>
              <a:gd name="connsiteX1704" fmla="*/ 4340490 w 6007100"/>
              <a:gd name="connsiteY1704" fmla="*/ 766251 h 6858000"/>
              <a:gd name="connsiteX1705" fmla="*/ 4342304 w 6007100"/>
              <a:gd name="connsiteY1705" fmla="*/ 769537 h 6858000"/>
              <a:gd name="connsiteX1706" fmla="*/ 4334533 w 6007100"/>
              <a:gd name="connsiteY1706" fmla="*/ 769537 h 6858000"/>
              <a:gd name="connsiteX1707" fmla="*/ 4831991 w 6007100"/>
              <a:gd name="connsiteY1707" fmla="*/ 766226 h 6858000"/>
              <a:gd name="connsiteX1708" fmla="*/ 4833805 w 6007100"/>
              <a:gd name="connsiteY1708" fmla="*/ 769512 h 6858000"/>
              <a:gd name="connsiteX1709" fmla="*/ 4826034 w 6007100"/>
              <a:gd name="connsiteY1709" fmla="*/ 769512 h 6858000"/>
              <a:gd name="connsiteX1710" fmla="*/ 5323493 w 6007100"/>
              <a:gd name="connsiteY1710" fmla="*/ 766224 h 6858000"/>
              <a:gd name="connsiteX1711" fmla="*/ 5325307 w 6007100"/>
              <a:gd name="connsiteY1711" fmla="*/ 769510 h 6858000"/>
              <a:gd name="connsiteX1712" fmla="*/ 5317536 w 6007100"/>
              <a:gd name="connsiteY1712" fmla="*/ 769510 h 6858000"/>
              <a:gd name="connsiteX1713" fmla="*/ 5814995 w 6007100"/>
              <a:gd name="connsiteY1713" fmla="*/ 766223 h 6858000"/>
              <a:gd name="connsiteX1714" fmla="*/ 5816808 w 6007100"/>
              <a:gd name="connsiteY1714" fmla="*/ 769509 h 6858000"/>
              <a:gd name="connsiteX1715" fmla="*/ 5809038 w 6007100"/>
              <a:gd name="connsiteY1715" fmla="*/ 769509 h 6858000"/>
              <a:gd name="connsiteX1716" fmla="*/ 92599 w 6007100"/>
              <a:gd name="connsiteY1716" fmla="*/ 322956 h 6858000"/>
              <a:gd name="connsiteX1717" fmla="*/ 98590 w 6007100"/>
              <a:gd name="connsiteY1717" fmla="*/ 326242 h 6858000"/>
              <a:gd name="connsiteX1718" fmla="*/ 0 w 6007100"/>
              <a:gd name="connsiteY1718" fmla="*/ 504163 h 6858000"/>
              <a:gd name="connsiteX1719" fmla="*/ 0 w 6007100"/>
              <a:gd name="connsiteY1719" fmla="*/ 490053 h 6858000"/>
              <a:gd name="connsiteX1720" fmla="*/ 584100 w 6007100"/>
              <a:gd name="connsiteY1720" fmla="*/ 322955 h 6858000"/>
              <a:gd name="connsiteX1721" fmla="*/ 590091 w 6007100"/>
              <a:gd name="connsiteY1721" fmla="*/ 326241 h 6858000"/>
              <a:gd name="connsiteX1722" fmla="*/ 402556 w 6007100"/>
              <a:gd name="connsiteY1722" fmla="*/ 664612 h 6858000"/>
              <a:gd name="connsiteX1723" fmla="*/ 402556 w 6007100"/>
              <a:gd name="connsiteY1723" fmla="*/ 664682 h 6858000"/>
              <a:gd name="connsiteX1724" fmla="*/ 344392 w 6007100"/>
              <a:gd name="connsiteY1724" fmla="*/ 769577 h 6858000"/>
              <a:gd name="connsiteX1725" fmla="*/ 336552 w 6007100"/>
              <a:gd name="connsiteY1725" fmla="*/ 769577 h 6858000"/>
              <a:gd name="connsiteX1726" fmla="*/ 402556 w 6007100"/>
              <a:gd name="connsiteY1726" fmla="*/ 650544 h 6858000"/>
              <a:gd name="connsiteX1727" fmla="*/ 402556 w 6007100"/>
              <a:gd name="connsiteY1727" fmla="*/ 650474 h 6858000"/>
              <a:gd name="connsiteX1728" fmla="*/ 1075601 w 6007100"/>
              <a:gd name="connsiteY1728" fmla="*/ 322953 h 6858000"/>
              <a:gd name="connsiteX1729" fmla="*/ 1081592 w 6007100"/>
              <a:gd name="connsiteY1729" fmla="*/ 326239 h 6858000"/>
              <a:gd name="connsiteX1730" fmla="*/ 894057 w 6007100"/>
              <a:gd name="connsiteY1730" fmla="*/ 664610 h 6858000"/>
              <a:gd name="connsiteX1731" fmla="*/ 894057 w 6007100"/>
              <a:gd name="connsiteY1731" fmla="*/ 664681 h 6858000"/>
              <a:gd name="connsiteX1732" fmla="*/ 835893 w 6007100"/>
              <a:gd name="connsiteY1732" fmla="*/ 769575 h 6858000"/>
              <a:gd name="connsiteX1733" fmla="*/ 828053 w 6007100"/>
              <a:gd name="connsiteY1733" fmla="*/ 769575 h 6858000"/>
              <a:gd name="connsiteX1734" fmla="*/ 894057 w 6007100"/>
              <a:gd name="connsiteY1734" fmla="*/ 650542 h 6858000"/>
              <a:gd name="connsiteX1735" fmla="*/ 894057 w 6007100"/>
              <a:gd name="connsiteY1735" fmla="*/ 650472 h 6858000"/>
              <a:gd name="connsiteX1736" fmla="*/ 1567103 w 6007100"/>
              <a:gd name="connsiteY1736" fmla="*/ 322952 h 6858000"/>
              <a:gd name="connsiteX1737" fmla="*/ 1573094 w 6007100"/>
              <a:gd name="connsiteY1737" fmla="*/ 326237 h 6858000"/>
              <a:gd name="connsiteX1738" fmla="*/ 1385525 w 6007100"/>
              <a:gd name="connsiteY1738" fmla="*/ 664607 h 6858000"/>
              <a:gd name="connsiteX1739" fmla="*/ 1385525 w 6007100"/>
              <a:gd name="connsiteY1739" fmla="*/ 664679 h 6858000"/>
              <a:gd name="connsiteX1740" fmla="*/ 1327395 w 6007100"/>
              <a:gd name="connsiteY1740" fmla="*/ 769574 h 6858000"/>
              <a:gd name="connsiteX1741" fmla="*/ 1319555 w 6007100"/>
              <a:gd name="connsiteY1741" fmla="*/ 769574 h 6858000"/>
              <a:gd name="connsiteX1742" fmla="*/ 1385524 w 6007100"/>
              <a:gd name="connsiteY1742" fmla="*/ 650542 h 6858000"/>
              <a:gd name="connsiteX1743" fmla="*/ 1385524 w 6007100"/>
              <a:gd name="connsiteY1743" fmla="*/ 650471 h 6858000"/>
              <a:gd name="connsiteX1744" fmla="*/ 2058605 w 6007100"/>
              <a:gd name="connsiteY1744" fmla="*/ 322950 h 6858000"/>
              <a:gd name="connsiteX1745" fmla="*/ 2064596 w 6007100"/>
              <a:gd name="connsiteY1745" fmla="*/ 326236 h 6858000"/>
              <a:gd name="connsiteX1746" fmla="*/ 1877027 w 6007100"/>
              <a:gd name="connsiteY1746" fmla="*/ 664605 h 6858000"/>
              <a:gd name="connsiteX1747" fmla="*/ 1877027 w 6007100"/>
              <a:gd name="connsiteY1747" fmla="*/ 664677 h 6858000"/>
              <a:gd name="connsiteX1748" fmla="*/ 1818897 w 6007100"/>
              <a:gd name="connsiteY1748" fmla="*/ 769572 h 6858000"/>
              <a:gd name="connsiteX1749" fmla="*/ 1811057 w 6007100"/>
              <a:gd name="connsiteY1749" fmla="*/ 769572 h 6858000"/>
              <a:gd name="connsiteX1750" fmla="*/ 1877026 w 6007100"/>
              <a:gd name="connsiteY1750" fmla="*/ 650541 h 6858000"/>
              <a:gd name="connsiteX1751" fmla="*/ 1877026 w 6007100"/>
              <a:gd name="connsiteY1751" fmla="*/ 650469 h 6858000"/>
              <a:gd name="connsiteX1752" fmla="*/ 2550106 w 6007100"/>
              <a:gd name="connsiteY1752" fmla="*/ 322925 h 6858000"/>
              <a:gd name="connsiteX1753" fmla="*/ 2556097 w 6007100"/>
              <a:gd name="connsiteY1753" fmla="*/ 326210 h 6858000"/>
              <a:gd name="connsiteX1754" fmla="*/ 2368527 w 6007100"/>
              <a:gd name="connsiteY1754" fmla="*/ 664582 h 6858000"/>
              <a:gd name="connsiteX1755" fmla="*/ 2368527 w 6007100"/>
              <a:gd name="connsiteY1755" fmla="*/ 664676 h 6858000"/>
              <a:gd name="connsiteX1756" fmla="*/ 2310363 w 6007100"/>
              <a:gd name="connsiteY1756" fmla="*/ 769570 h 6858000"/>
              <a:gd name="connsiteX1757" fmla="*/ 2302558 w 6007100"/>
              <a:gd name="connsiteY1757" fmla="*/ 769570 h 6858000"/>
              <a:gd name="connsiteX1758" fmla="*/ 2368527 w 6007100"/>
              <a:gd name="connsiteY1758" fmla="*/ 650538 h 6858000"/>
              <a:gd name="connsiteX1759" fmla="*/ 2368527 w 6007100"/>
              <a:gd name="connsiteY1759" fmla="*/ 650444 h 6858000"/>
              <a:gd name="connsiteX1760" fmla="*/ 3041608 w 6007100"/>
              <a:gd name="connsiteY1760" fmla="*/ 322923 h 6858000"/>
              <a:gd name="connsiteX1761" fmla="*/ 3047599 w 6007100"/>
              <a:gd name="connsiteY1761" fmla="*/ 326209 h 6858000"/>
              <a:gd name="connsiteX1762" fmla="*/ 2860029 w 6007100"/>
              <a:gd name="connsiteY1762" fmla="*/ 664580 h 6858000"/>
              <a:gd name="connsiteX1763" fmla="*/ 2860029 w 6007100"/>
              <a:gd name="connsiteY1763" fmla="*/ 664650 h 6858000"/>
              <a:gd name="connsiteX1764" fmla="*/ 2801865 w 6007100"/>
              <a:gd name="connsiteY1764" fmla="*/ 769545 h 6858000"/>
              <a:gd name="connsiteX1765" fmla="*/ 2794059 w 6007100"/>
              <a:gd name="connsiteY1765" fmla="*/ 769545 h 6858000"/>
              <a:gd name="connsiteX1766" fmla="*/ 2860029 w 6007100"/>
              <a:gd name="connsiteY1766" fmla="*/ 650512 h 6858000"/>
              <a:gd name="connsiteX1767" fmla="*/ 2860029 w 6007100"/>
              <a:gd name="connsiteY1767" fmla="*/ 650442 h 6858000"/>
              <a:gd name="connsiteX1768" fmla="*/ 3533109 w 6007100"/>
              <a:gd name="connsiteY1768" fmla="*/ 322921 h 6858000"/>
              <a:gd name="connsiteX1769" fmla="*/ 3539065 w 6007100"/>
              <a:gd name="connsiteY1769" fmla="*/ 326207 h 6858000"/>
              <a:gd name="connsiteX1770" fmla="*/ 3351531 w 6007100"/>
              <a:gd name="connsiteY1770" fmla="*/ 664577 h 6858000"/>
              <a:gd name="connsiteX1771" fmla="*/ 3351531 w 6007100"/>
              <a:gd name="connsiteY1771" fmla="*/ 664649 h 6858000"/>
              <a:gd name="connsiteX1772" fmla="*/ 3293367 w 6007100"/>
              <a:gd name="connsiteY1772" fmla="*/ 769544 h 6858000"/>
              <a:gd name="connsiteX1773" fmla="*/ 3285561 w 6007100"/>
              <a:gd name="connsiteY1773" fmla="*/ 769544 h 6858000"/>
              <a:gd name="connsiteX1774" fmla="*/ 3351530 w 6007100"/>
              <a:gd name="connsiteY1774" fmla="*/ 650512 h 6858000"/>
              <a:gd name="connsiteX1775" fmla="*/ 3351530 w 6007100"/>
              <a:gd name="connsiteY1775" fmla="*/ 650441 h 6858000"/>
              <a:gd name="connsiteX1776" fmla="*/ 4024576 w 6007100"/>
              <a:gd name="connsiteY1776" fmla="*/ 322920 h 6858000"/>
              <a:gd name="connsiteX1777" fmla="*/ 4030567 w 6007100"/>
              <a:gd name="connsiteY1777" fmla="*/ 326206 h 6858000"/>
              <a:gd name="connsiteX1778" fmla="*/ 3843032 w 6007100"/>
              <a:gd name="connsiteY1778" fmla="*/ 664577 h 6858000"/>
              <a:gd name="connsiteX1779" fmla="*/ 3843032 w 6007100"/>
              <a:gd name="connsiteY1779" fmla="*/ 664647 h 6858000"/>
              <a:gd name="connsiteX1780" fmla="*/ 3784868 w 6007100"/>
              <a:gd name="connsiteY1780" fmla="*/ 769542 h 6858000"/>
              <a:gd name="connsiteX1781" fmla="*/ 3777062 w 6007100"/>
              <a:gd name="connsiteY1781" fmla="*/ 769542 h 6858000"/>
              <a:gd name="connsiteX1782" fmla="*/ 3843032 w 6007100"/>
              <a:gd name="connsiteY1782" fmla="*/ 650509 h 6858000"/>
              <a:gd name="connsiteX1783" fmla="*/ 3843032 w 6007100"/>
              <a:gd name="connsiteY1783" fmla="*/ 650439 h 6858000"/>
              <a:gd name="connsiteX1784" fmla="*/ 4516077 w 6007100"/>
              <a:gd name="connsiteY1784" fmla="*/ 322918 h 6858000"/>
              <a:gd name="connsiteX1785" fmla="*/ 4522068 w 6007100"/>
              <a:gd name="connsiteY1785" fmla="*/ 326204 h 6858000"/>
              <a:gd name="connsiteX1786" fmla="*/ 4334533 w 6007100"/>
              <a:gd name="connsiteY1786" fmla="*/ 664575 h 6858000"/>
              <a:gd name="connsiteX1787" fmla="*/ 4334533 w 6007100"/>
              <a:gd name="connsiteY1787" fmla="*/ 664646 h 6858000"/>
              <a:gd name="connsiteX1788" fmla="*/ 4276369 w 6007100"/>
              <a:gd name="connsiteY1788" fmla="*/ 769540 h 6858000"/>
              <a:gd name="connsiteX1789" fmla="*/ 4268529 w 6007100"/>
              <a:gd name="connsiteY1789" fmla="*/ 769540 h 6858000"/>
              <a:gd name="connsiteX1790" fmla="*/ 4334533 w 6007100"/>
              <a:gd name="connsiteY1790" fmla="*/ 650507 h 6858000"/>
              <a:gd name="connsiteX1791" fmla="*/ 4334533 w 6007100"/>
              <a:gd name="connsiteY1791" fmla="*/ 650437 h 6858000"/>
              <a:gd name="connsiteX1792" fmla="*/ 5007578 w 6007100"/>
              <a:gd name="connsiteY1792" fmla="*/ 322893 h 6858000"/>
              <a:gd name="connsiteX1793" fmla="*/ 5013569 w 6007100"/>
              <a:gd name="connsiteY1793" fmla="*/ 326179 h 6858000"/>
              <a:gd name="connsiteX1794" fmla="*/ 4826034 w 6007100"/>
              <a:gd name="connsiteY1794" fmla="*/ 664550 h 6858000"/>
              <a:gd name="connsiteX1795" fmla="*/ 4826034 w 6007100"/>
              <a:gd name="connsiteY1795" fmla="*/ 664644 h 6858000"/>
              <a:gd name="connsiteX1796" fmla="*/ 4767870 w 6007100"/>
              <a:gd name="connsiteY1796" fmla="*/ 769539 h 6858000"/>
              <a:gd name="connsiteX1797" fmla="*/ 4760030 w 6007100"/>
              <a:gd name="connsiteY1797" fmla="*/ 769539 h 6858000"/>
              <a:gd name="connsiteX1798" fmla="*/ 4826034 w 6007100"/>
              <a:gd name="connsiteY1798" fmla="*/ 650506 h 6858000"/>
              <a:gd name="connsiteX1799" fmla="*/ 4826034 w 6007100"/>
              <a:gd name="connsiteY1799" fmla="*/ 650412 h 6858000"/>
              <a:gd name="connsiteX1800" fmla="*/ 5499080 w 6007100"/>
              <a:gd name="connsiteY1800" fmla="*/ 322891 h 6858000"/>
              <a:gd name="connsiteX1801" fmla="*/ 5505071 w 6007100"/>
              <a:gd name="connsiteY1801" fmla="*/ 326177 h 6858000"/>
              <a:gd name="connsiteX1802" fmla="*/ 5317536 w 6007100"/>
              <a:gd name="connsiteY1802" fmla="*/ 664548 h 6858000"/>
              <a:gd name="connsiteX1803" fmla="*/ 5317536 w 6007100"/>
              <a:gd name="connsiteY1803" fmla="*/ 664619 h 6858000"/>
              <a:gd name="connsiteX1804" fmla="*/ 5259372 w 6007100"/>
              <a:gd name="connsiteY1804" fmla="*/ 769513 h 6858000"/>
              <a:gd name="connsiteX1805" fmla="*/ 5251532 w 6007100"/>
              <a:gd name="connsiteY1805" fmla="*/ 769513 h 6858000"/>
              <a:gd name="connsiteX1806" fmla="*/ 5317536 w 6007100"/>
              <a:gd name="connsiteY1806" fmla="*/ 650481 h 6858000"/>
              <a:gd name="connsiteX1807" fmla="*/ 5317536 w 6007100"/>
              <a:gd name="connsiteY1807" fmla="*/ 650410 h 6858000"/>
              <a:gd name="connsiteX1808" fmla="*/ 5990582 w 6007100"/>
              <a:gd name="connsiteY1808" fmla="*/ 322890 h 6858000"/>
              <a:gd name="connsiteX1809" fmla="*/ 5996573 w 6007100"/>
              <a:gd name="connsiteY1809" fmla="*/ 326176 h 6858000"/>
              <a:gd name="connsiteX1810" fmla="*/ 5809038 w 6007100"/>
              <a:gd name="connsiteY1810" fmla="*/ 664547 h 6858000"/>
              <a:gd name="connsiteX1811" fmla="*/ 5809038 w 6007100"/>
              <a:gd name="connsiteY1811" fmla="*/ 664617 h 6858000"/>
              <a:gd name="connsiteX1812" fmla="*/ 5750873 w 6007100"/>
              <a:gd name="connsiteY1812" fmla="*/ 769512 h 6858000"/>
              <a:gd name="connsiteX1813" fmla="*/ 5743034 w 6007100"/>
              <a:gd name="connsiteY1813" fmla="*/ 769512 h 6858000"/>
              <a:gd name="connsiteX1814" fmla="*/ 5809038 w 6007100"/>
              <a:gd name="connsiteY1814" fmla="*/ 650479 h 6858000"/>
              <a:gd name="connsiteX1815" fmla="*/ 5809038 w 6007100"/>
              <a:gd name="connsiteY1815" fmla="*/ 650409 h 6858000"/>
              <a:gd name="connsiteX1816" fmla="*/ 0 w 6007100"/>
              <a:gd name="connsiteY1816" fmla="*/ 29278 h 6858000"/>
              <a:gd name="connsiteX1817" fmla="*/ 344358 w 6007100"/>
              <a:gd name="connsiteY1817" fmla="*/ 650476 h 6858000"/>
              <a:gd name="connsiteX1818" fmla="*/ 338367 w 6007100"/>
              <a:gd name="connsiteY1818" fmla="*/ 653797 h 6858000"/>
              <a:gd name="connsiteX1819" fmla="*/ 0 w 6007100"/>
              <a:gd name="connsiteY1819" fmla="*/ 43369 h 6858000"/>
              <a:gd name="connsiteX1820" fmla="*/ 5873974 w 6007100"/>
              <a:gd name="connsiteY1820" fmla="*/ 0 h 6858000"/>
              <a:gd name="connsiteX1821" fmla="*/ 5881783 w 6007100"/>
              <a:gd name="connsiteY1821" fmla="*/ 0 h 6858000"/>
              <a:gd name="connsiteX1822" fmla="*/ 6007100 w 6007100"/>
              <a:gd name="connsiteY1822" fmla="*/ 226081 h 6858000"/>
              <a:gd name="connsiteX1823" fmla="*/ 6007100 w 6007100"/>
              <a:gd name="connsiteY1823" fmla="*/ 240184 h 6858000"/>
              <a:gd name="connsiteX1824" fmla="*/ 5678059 w 6007100"/>
              <a:gd name="connsiteY1824" fmla="*/ 0 h 6858000"/>
              <a:gd name="connsiteX1825" fmla="*/ 5685896 w 6007100"/>
              <a:gd name="connsiteY1825" fmla="*/ 0 h 6858000"/>
              <a:gd name="connsiteX1826" fmla="*/ 5569261 w 6007100"/>
              <a:gd name="connsiteY1826" fmla="*/ 210399 h 6858000"/>
              <a:gd name="connsiteX1827" fmla="*/ 5563270 w 6007100"/>
              <a:gd name="connsiteY1827" fmla="*/ 207079 h 6858000"/>
              <a:gd name="connsiteX1828" fmla="*/ 5382477 w 6007100"/>
              <a:gd name="connsiteY1828" fmla="*/ 0 h 6858000"/>
              <a:gd name="connsiteX1829" fmla="*/ 5390286 w 6007100"/>
              <a:gd name="connsiteY1829" fmla="*/ 0 h 6858000"/>
              <a:gd name="connsiteX1830" fmla="*/ 5750839 w 6007100"/>
              <a:gd name="connsiteY1830" fmla="*/ 650411 h 6858000"/>
              <a:gd name="connsiteX1831" fmla="*/ 5744848 w 6007100"/>
              <a:gd name="connsiteY1831" fmla="*/ 653732 h 6858000"/>
              <a:gd name="connsiteX1832" fmla="*/ 5186557 w 6007100"/>
              <a:gd name="connsiteY1832" fmla="*/ 0 h 6858000"/>
              <a:gd name="connsiteX1833" fmla="*/ 5194394 w 6007100"/>
              <a:gd name="connsiteY1833" fmla="*/ 0 h 6858000"/>
              <a:gd name="connsiteX1834" fmla="*/ 5077759 w 6007100"/>
              <a:gd name="connsiteY1834" fmla="*/ 210400 h 6858000"/>
              <a:gd name="connsiteX1835" fmla="*/ 5071768 w 6007100"/>
              <a:gd name="connsiteY1835" fmla="*/ 207080 h 6858000"/>
              <a:gd name="connsiteX1836" fmla="*/ 4890973 w 6007100"/>
              <a:gd name="connsiteY1836" fmla="*/ 0 h 6858000"/>
              <a:gd name="connsiteX1837" fmla="*/ 4898784 w 6007100"/>
              <a:gd name="connsiteY1837" fmla="*/ 0 h 6858000"/>
              <a:gd name="connsiteX1838" fmla="*/ 5259337 w 6007100"/>
              <a:gd name="connsiteY1838" fmla="*/ 650412 h 6858000"/>
              <a:gd name="connsiteX1839" fmla="*/ 5253346 w 6007100"/>
              <a:gd name="connsiteY1839" fmla="*/ 653733 h 6858000"/>
              <a:gd name="connsiteX1840" fmla="*/ 4695070 w 6007100"/>
              <a:gd name="connsiteY1840" fmla="*/ 0 h 6858000"/>
              <a:gd name="connsiteX1841" fmla="*/ 4702907 w 6007100"/>
              <a:gd name="connsiteY1841" fmla="*/ 0 h 6858000"/>
              <a:gd name="connsiteX1842" fmla="*/ 4586257 w 6007100"/>
              <a:gd name="connsiteY1842" fmla="*/ 210426 h 6858000"/>
              <a:gd name="connsiteX1843" fmla="*/ 4580266 w 6007100"/>
              <a:gd name="connsiteY1843" fmla="*/ 207106 h 6858000"/>
              <a:gd name="connsiteX1844" fmla="*/ 4399458 w 6007100"/>
              <a:gd name="connsiteY1844" fmla="*/ 0 h 6858000"/>
              <a:gd name="connsiteX1845" fmla="*/ 4407297 w 6007100"/>
              <a:gd name="connsiteY1845" fmla="*/ 0 h 6858000"/>
              <a:gd name="connsiteX1846" fmla="*/ 4767836 w 6007100"/>
              <a:gd name="connsiteY1846" fmla="*/ 650438 h 6858000"/>
              <a:gd name="connsiteX1847" fmla="*/ 4761845 w 6007100"/>
              <a:gd name="connsiteY1847" fmla="*/ 653759 h 6858000"/>
              <a:gd name="connsiteX1848" fmla="*/ 4203582 w 6007100"/>
              <a:gd name="connsiteY1848" fmla="*/ 0 h 6858000"/>
              <a:gd name="connsiteX1849" fmla="*/ 4211406 w 6007100"/>
              <a:gd name="connsiteY1849" fmla="*/ 0 h 6858000"/>
              <a:gd name="connsiteX1850" fmla="*/ 4094757 w 6007100"/>
              <a:gd name="connsiteY1850" fmla="*/ 210427 h 6858000"/>
              <a:gd name="connsiteX1851" fmla="*/ 4088799 w 6007100"/>
              <a:gd name="connsiteY1851" fmla="*/ 207107 h 6858000"/>
              <a:gd name="connsiteX1852" fmla="*/ 3907957 w 6007100"/>
              <a:gd name="connsiteY1852" fmla="*/ 0 h 6858000"/>
              <a:gd name="connsiteX1853" fmla="*/ 3915795 w 6007100"/>
              <a:gd name="connsiteY1853" fmla="*/ 0 h 6858000"/>
              <a:gd name="connsiteX1854" fmla="*/ 4276335 w 6007100"/>
              <a:gd name="connsiteY1854" fmla="*/ 650439 h 6858000"/>
              <a:gd name="connsiteX1855" fmla="*/ 4270344 w 6007100"/>
              <a:gd name="connsiteY1855" fmla="*/ 653760 h 6858000"/>
              <a:gd name="connsiteX1856" fmla="*/ 3712082 w 6007100"/>
              <a:gd name="connsiteY1856" fmla="*/ 0 h 6858000"/>
              <a:gd name="connsiteX1857" fmla="*/ 3719918 w 6007100"/>
              <a:gd name="connsiteY1857" fmla="*/ 0 h 6858000"/>
              <a:gd name="connsiteX1858" fmla="*/ 3603289 w 6007100"/>
              <a:gd name="connsiteY1858" fmla="*/ 210429 h 6858000"/>
              <a:gd name="connsiteX1859" fmla="*/ 3597298 w 6007100"/>
              <a:gd name="connsiteY1859" fmla="*/ 207109 h 6858000"/>
              <a:gd name="connsiteX1860" fmla="*/ 3416454 w 6007100"/>
              <a:gd name="connsiteY1860" fmla="*/ 0 h 6858000"/>
              <a:gd name="connsiteX1861" fmla="*/ 3424293 w 6007100"/>
              <a:gd name="connsiteY1861" fmla="*/ 0 h 6858000"/>
              <a:gd name="connsiteX1862" fmla="*/ 3784833 w 6007100"/>
              <a:gd name="connsiteY1862" fmla="*/ 650441 h 6858000"/>
              <a:gd name="connsiteX1863" fmla="*/ 3778842 w 6007100"/>
              <a:gd name="connsiteY1863" fmla="*/ 653762 h 6858000"/>
              <a:gd name="connsiteX1864" fmla="*/ 3220602 w 6007100"/>
              <a:gd name="connsiteY1864" fmla="*/ 0 h 6858000"/>
              <a:gd name="connsiteX1865" fmla="*/ 3228416 w 6007100"/>
              <a:gd name="connsiteY1865" fmla="*/ 0 h 6858000"/>
              <a:gd name="connsiteX1866" fmla="*/ 3111787 w 6007100"/>
              <a:gd name="connsiteY1866" fmla="*/ 210430 h 6858000"/>
              <a:gd name="connsiteX1867" fmla="*/ 3105796 w 6007100"/>
              <a:gd name="connsiteY1867" fmla="*/ 207110 h 6858000"/>
              <a:gd name="connsiteX1868" fmla="*/ 2924952 w 6007100"/>
              <a:gd name="connsiteY1868" fmla="*/ 0 h 6858000"/>
              <a:gd name="connsiteX1869" fmla="*/ 2932791 w 6007100"/>
              <a:gd name="connsiteY1869" fmla="*/ 0 h 6858000"/>
              <a:gd name="connsiteX1870" fmla="*/ 3293332 w 6007100"/>
              <a:gd name="connsiteY1870" fmla="*/ 650442 h 6858000"/>
              <a:gd name="connsiteX1871" fmla="*/ 3287341 w 6007100"/>
              <a:gd name="connsiteY1871" fmla="*/ 653764 h 6858000"/>
              <a:gd name="connsiteX1872" fmla="*/ 2729102 w 6007100"/>
              <a:gd name="connsiteY1872" fmla="*/ 0 h 6858000"/>
              <a:gd name="connsiteX1873" fmla="*/ 2736916 w 6007100"/>
              <a:gd name="connsiteY1873" fmla="*/ 0 h 6858000"/>
              <a:gd name="connsiteX1874" fmla="*/ 2620286 w 6007100"/>
              <a:gd name="connsiteY1874" fmla="*/ 210432 h 6858000"/>
              <a:gd name="connsiteX1875" fmla="*/ 2614295 w 6007100"/>
              <a:gd name="connsiteY1875" fmla="*/ 207112 h 6858000"/>
              <a:gd name="connsiteX1876" fmla="*/ 2433449 w 6007100"/>
              <a:gd name="connsiteY1876" fmla="*/ 0 h 6858000"/>
              <a:gd name="connsiteX1877" fmla="*/ 2441288 w 6007100"/>
              <a:gd name="connsiteY1877" fmla="*/ 0 h 6858000"/>
              <a:gd name="connsiteX1878" fmla="*/ 2801830 w 6007100"/>
              <a:gd name="connsiteY1878" fmla="*/ 650444 h 6858000"/>
              <a:gd name="connsiteX1879" fmla="*/ 2795839 w 6007100"/>
              <a:gd name="connsiteY1879" fmla="*/ 653765 h 6858000"/>
              <a:gd name="connsiteX1880" fmla="*/ 2237615 w 6007100"/>
              <a:gd name="connsiteY1880" fmla="*/ 0 h 6858000"/>
              <a:gd name="connsiteX1881" fmla="*/ 2245429 w 6007100"/>
              <a:gd name="connsiteY1881" fmla="*/ 0 h 6858000"/>
              <a:gd name="connsiteX1882" fmla="*/ 2128785 w 6007100"/>
              <a:gd name="connsiteY1882" fmla="*/ 210457 h 6858000"/>
              <a:gd name="connsiteX1883" fmla="*/ 2122794 w 6007100"/>
              <a:gd name="connsiteY1883" fmla="*/ 207137 h 6858000"/>
              <a:gd name="connsiteX1884" fmla="*/ 1941934 w 6007100"/>
              <a:gd name="connsiteY1884" fmla="*/ 0 h 6858000"/>
              <a:gd name="connsiteX1885" fmla="*/ 1949773 w 6007100"/>
              <a:gd name="connsiteY1885" fmla="*/ 0 h 6858000"/>
              <a:gd name="connsiteX1886" fmla="*/ 2310329 w 6007100"/>
              <a:gd name="connsiteY1886" fmla="*/ 650469 h 6858000"/>
              <a:gd name="connsiteX1887" fmla="*/ 2304338 w 6007100"/>
              <a:gd name="connsiteY1887" fmla="*/ 653790 h 6858000"/>
              <a:gd name="connsiteX1888" fmla="*/ 1746114 w 6007100"/>
              <a:gd name="connsiteY1888" fmla="*/ 0 h 6858000"/>
              <a:gd name="connsiteX1889" fmla="*/ 1753929 w 6007100"/>
              <a:gd name="connsiteY1889" fmla="*/ 0 h 6858000"/>
              <a:gd name="connsiteX1890" fmla="*/ 1637283 w 6007100"/>
              <a:gd name="connsiteY1890" fmla="*/ 210459 h 6858000"/>
              <a:gd name="connsiteX1891" fmla="*/ 1631292 w 6007100"/>
              <a:gd name="connsiteY1891" fmla="*/ 207139 h 6858000"/>
              <a:gd name="connsiteX1892" fmla="*/ 1450431 w 6007100"/>
              <a:gd name="connsiteY1892" fmla="*/ 0 h 6858000"/>
              <a:gd name="connsiteX1893" fmla="*/ 1458270 w 6007100"/>
              <a:gd name="connsiteY1893" fmla="*/ 0 h 6858000"/>
              <a:gd name="connsiteX1894" fmla="*/ 1818827 w 6007100"/>
              <a:gd name="connsiteY1894" fmla="*/ 650471 h 6858000"/>
              <a:gd name="connsiteX1895" fmla="*/ 1812836 w 6007100"/>
              <a:gd name="connsiteY1895" fmla="*/ 653792 h 6858000"/>
              <a:gd name="connsiteX1896" fmla="*/ 1254614 w 6007100"/>
              <a:gd name="connsiteY1896" fmla="*/ 0 h 6858000"/>
              <a:gd name="connsiteX1897" fmla="*/ 1262451 w 6007100"/>
              <a:gd name="connsiteY1897" fmla="*/ 0 h 6858000"/>
              <a:gd name="connsiteX1898" fmla="*/ 1145782 w 6007100"/>
              <a:gd name="connsiteY1898" fmla="*/ 210461 h 6858000"/>
              <a:gd name="connsiteX1899" fmla="*/ 1139791 w 6007100"/>
              <a:gd name="connsiteY1899" fmla="*/ 207140 h 6858000"/>
              <a:gd name="connsiteX1900" fmla="*/ 958958 w 6007100"/>
              <a:gd name="connsiteY1900" fmla="*/ 0 h 6858000"/>
              <a:gd name="connsiteX1901" fmla="*/ 966768 w 6007100"/>
              <a:gd name="connsiteY1901" fmla="*/ 0 h 6858000"/>
              <a:gd name="connsiteX1902" fmla="*/ 1327326 w 6007100"/>
              <a:gd name="connsiteY1902" fmla="*/ 650473 h 6858000"/>
              <a:gd name="connsiteX1903" fmla="*/ 1321335 w 6007100"/>
              <a:gd name="connsiteY1903" fmla="*/ 653794 h 6858000"/>
              <a:gd name="connsiteX1904" fmla="*/ 763113 w 6007100"/>
              <a:gd name="connsiteY1904" fmla="*/ 0 h 6858000"/>
              <a:gd name="connsiteX1905" fmla="*/ 770950 w 6007100"/>
              <a:gd name="connsiteY1905" fmla="*/ 0 h 6858000"/>
              <a:gd name="connsiteX1906" fmla="*/ 654280 w 6007100"/>
              <a:gd name="connsiteY1906" fmla="*/ 210462 h 6858000"/>
              <a:gd name="connsiteX1907" fmla="*/ 648289 w 6007100"/>
              <a:gd name="connsiteY1907" fmla="*/ 207142 h 6858000"/>
              <a:gd name="connsiteX1908" fmla="*/ 467456 w 6007100"/>
              <a:gd name="connsiteY1908" fmla="*/ 0 h 6858000"/>
              <a:gd name="connsiteX1909" fmla="*/ 475266 w 6007100"/>
              <a:gd name="connsiteY1909" fmla="*/ 0 h 6858000"/>
              <a:gd name="connsiteX1910" fmla="*/ 835824 w 6007100"/>
              <a:gd name="connsiteY1910" fmla="*/ 650474 h 6858000"/>
              <a:gd name="connsiteX1911" fmla="*/ 829833 w 6007100"/>
              <a:gd name="connsiteY1911" fmla="*/ 653795 h 6858000"/>
              <a:gd name="connsiteX1912" fmla="*/ 271613 w 6007100"/>
              <a:gd name="connsiteY1912" fmla="*/ 0 h 6858000"/>
              <a:gd name="connsiteX1913" fmla="*/ 279450 w 6007100"/>
              <a:gd name="connsiteY1913" fmla="*/ 0 h 6858000"/>
              <a:gd name="connsiteX1914" fmla="*/ 162779 w 6007100"/>
              <a:gd name="connsiteY1914" fmla="*/ 210464 h 6858000"/>
              <a:gd name="connsiteX1915" fmla="*/ 156788 w 6007100"/>
              <a:gd name="connsiteY1915" fmla="*/ 2071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Lst>
            <a:rect l="l" t="t" r="r" b="b"/>
            <a:pathLst>
              <a:path w="6007100" h="6858000">
                <a:moveTo>
                  <a:pt x="5990582" y="6529134"/>
                </a:moveTo>
                <a:lnTo>
                  <a:pt x="5996573" y="6532455"/>
                </a:lnTo>
                <a:lnTo>
                  <a:pt x="5816129" y="6858000"/>
                </a:lnTo>
                <a:lnTo>
                  <a:pt x="5808329" y="6858000"/>
                </a:lnTo>
                <a:lnTo>
                  <a:pt x="5809038" y="6856721"/>
                </a:lnTo>
                <a:lnTo>
                  <a:pt x="5809038" y="6856653"/>
                </a:lnTo>
                <a:close/>
                <a:moveTo>
                  <a:pt x="5499080" y="6529134"/>
                </a:moveTo>
                <a:lnTo>
                  <a:pt x="5505071" y="6532455"/>
                </a:lnTo>
                <a:lnTo>
                  <a:pt x="5324627" y="6858000"/>
                </a:lnTo>
                <a:lnTo>
                  <a:pt x="5316827" y="6858000"/>
                </a:lnTo>
                <a:lnTo>
                  <a:pt x="5317536" y="6856721"/>
                </a:lnTo>
                <a:lnTo>
                  <a:pt x="5317536" y="6856653"/>
                </a:lnTo>
                <a:close/>
                <a:moveTo>
                  <a:pt x="5007578" y="6529134"/>
                </a:moveTo>
                <a:lnTo>
                  <a:pt x="5013569" y="6532455"/>
                </a:lnTo>
                <a:lnTo>
                  <a:pt x="4833125" y="6858000"/>
                </a:lnTo>
                <a:lnTo>
                  <a:pt x="4825325" y="6858000"/>
                </a:lnTo>
                <a:lnTo>
                  <a:pt x="4826034" y="6856721"/>
                </a:lnTo>
                <a:lnTo>
                  <a:pt x="4826034" y="6856653"/>
                </a:lnTo>
                <a:close/>
                <a:moveTo>
                  <a:pt x="4516077" y="6529134"/>
                </a:moveTo>
                <a:lnTo>
                  <a:pt x="4522068" y="6532455"/>
                </a:lnTo>
                <a:lnTo>
                  <a:pt x="4341624" y="6858000"/>
                </a:lnTo>
                <a:lnTo>
                  <a:pt x="4333824" y="6858000"/>
                </a:lnTo>
                <a:lnTo>
                  <a:pt x="4334533" y="6856721"/>
                </a:lnTo>
                <a:lnTo>
                  <a:pt x="4334533" y="6856653"/>
                </a:lnTo>
                <a:close/>
                <a:moveTo>
                  <a:pt x="4024576" y="6529134"/>
                </a:moveTo>
                <a:lnTo>
                  <a:pt x="4030567" y="6532455"/>
                </a:lnTo>
                <a:lnTo>
                  <a:pt x="3850123" y="6858000"/>
                </a:lnTo>
                <a:lnTo>
                  <a:pt x="3842323" y="6858000"/>
                </a:lnTo>
                <a:lnTo>
                  <a:pt x="3843032" y="6856721"/>
                </a:lnTo>
                <a:lnTo>
                  <a:pt x="3843032" y="6856653"/>
                </a:lnTo>
                <a:close/>
                <a:moveTo>
                  <a:pt x="3533109" y="6529134"/>
                </a:moveTo>
                <a:lnTo>
                  <a:pt x="3539065" y="6532455"/>
                </a:lnTo>
                <a:lnTo>
                  <a:pt x="3358621" y="6858000"/>
                </a:lnTo>
                <a:lnTo>
                  <a:pt x="3350822" y="6858000"/>
                </a:lnTo>
                <a:lnTo>
                  <a:pt x="3351530" y="6856722"/>
                </a:lnTo>
                <a:lnTo>
                  <a:pt x="3351530" y="6856653"/>
                </a:lnTo>
                <a:close/>
                <a:moveTo>
                  <a:pt x="3041608" y="6529134"/>
                </a:moveTo>
                <a:lnTo>
                  <a:pt x="3047599" y="6532455"/>
                </a:lnTo>
                <a:lnTo>
                  <a:pt x="2867121" y="6858000"/>
                </a:lnTo>
                <a:lnTo>
                  <a:pt x="2859320" y="6858000"/>
                </a:lnTo>
                <a:lnTo>
                  <a:pt x="2860029" y="6856721"/>
                </a:lnTo>
                <a:lnTo>
                  <a:pt x="2860029" y="6856653"/>
                </a:lnTo>
                <a:close/>
                <a:moveTo>
                  <a:pt x="2550106" y="6529134"/>
                </a:moveTo>
                <a:lnTo>
                  <a:pt x="2556097" y="6532455"/>
                </a:lnTo>
                <a:lnTo>
                  <a:pt x="2375619" y="6858000"/>
                </a:lnTo>
                <a:lnTo>
                  <a:pt x="2367818" y="6858000"/>
                </a:lnTo>
                <a:lnTo>
                  <a:pt x="2368527" y="6856721"/>
                </a:lnTo>
                <a:lnTo>
                  <a:pt x="2368527" y="6856653"/>
                </a:lnTo>
                <a:close/>
                <a:moveTo>
                  <a:pt x="2058605" y="6529134"/>
                </a:moveTo>
                <a:lnTo>
                  <a:pt x="2064596" y="6532455"/>
                </a:lnTo>
                <a:lnTo>
                  <a:pt x="1884118" y="6858000"/>
                </a:lnTo>
                <a:lnTo>
                  <a:pt x="1876318" y="6858000"/>
                </a:lnTo>
                <a:lnTo>
                  <a:pt x="1877026" y="6856722"/>
                </a:lnTo>
                <a:lnTo>
                  <a:pt x="1877026" y="6856653"/>
                </a:lnTo>
                <a:close/>
                <a:moveTo>
                  <a:pt x="1567103" y="6529134"/>
                </a:moveTo>
                <a:lnTo>
                  <a:pt x="1573094" y="6532455"/>
                </a:lnTo>
                <a:lnTo>
                  <a:pt x="1392616" y="6858000"/>
                </a:lnTo>
                <a:lnTo>
                  <a:pt x="1384816" y="6858000"/>
                </a:lnTo>
                <a:lnTo>
                  <a:pt x="1385524" y="6856722"/>
                </a:lnTo>
                <a:lnTo>
                  <a:pt x="1385524" y="6856653"/>
                </a:lnTo>
                <a:close/>
                <a:moveTo>
                  <a:pt x="1075601" y="6529134"/>
                </a:moveTo>
                <a:lnTo>
                  <a:pt x="1081592" y="6532455"/>
                </a:lnTo>
                <a:lnTo>
                  <a:pt x="901148" y="6858000"/>
                </a:lnTo>
                <a:lnTo>
                  <a:pt x="893348" y="6858000"/>
                </a:lnTo>
                <a:lnTo>
                  <a:pt x="894057" y="6856721"/>
                </a:lnTo>
                <a:lnTo>
                  <a:pt x="894057" y="6856653"/>
                </a:lnTo>
                <a:close/>
                <a:moveTo>
                  <a:pt x="584100" y="6529134"/>
                </a:moveTo>
                <a:lnTo>
                  <a:pt x="590091" y="6532455"/>
                </a:lnTo>
                <a:lnTo>
                  <a:pt x="409647" y="6858000"/>
                </a:lnTo>
                <a:lnTo>
                  <a:pt x="401847" y="6858000"/>
                </a:lnTo>
                <a:lnTo>
                  <a:pt x="402556" y="6856721"/>
                </a:lnTo>
                <a:lnTo>
                  <a:pt x="402556" y="6856653"/>
                </a:lnTo>
                <a:close/>
                <a:moveTo>
                  <a:pt x="92599" y="6529134"/>
                </a:moveTo>
                <a:lnTo>
                  <a:pt x="98590" y="6532455"/>
                </a:lnTo>
                <a:lnTo>
                  <a:pt x="0" y="6710351"/>
                </a:lnTo>
                <a:lnTo>
                  <a:pt x="0" y="6696231"/>
                </a:lnTo>
                <a:close/>
                <a:moveTo>
                  <a:pt x="0" y="6235456"/>
                </a:moveTo>
                <a:lnTo>
                  <a:pt x="344358" y="6856653"/>
                </a:lnTo>
                <a:lnTo>
                  <a:pt x="341928" y="6858000"/>
                </a:lnTo>
                <a:lnTo>
                  <a:pt x="337273" y="6858000"/>
                </a:lnTo>
                <a:lnTo>
                  <a:pt x="0" y="6249483"/>
                </a:lnTo>
                <a:close/>
                <a:moveTo>
                  <a:pt x="5814995" y="6085766"/>
                </a:moveTo>
                <a:lnTo>
                  <a:pt x="5816808" y="6089087"/>
                </a:lnTo>
                <a:lnTo>
                  <a:pt x="5816843" y="6089087"/>
                </a:lnTo>
                <a:lnTo>
                  <a:pt x="6007100" y="6432325"/>
                </a:lnTo>
                <a:lnTo>
                  <a:pt x="6007100" y="6446428"/>
                </a:lnTo>
                <a:lnTo>
                  <a:pt x="5809038" y="6089087"/>
                </a:lnTo>
                <a:lnTo>
                  <a:pt x="5809038" y="6089053"/>
                </a:lnTo>
                <a:close/>
                <a:moveTo>
                  <a:pt x="5323493" y="6085766"/>
                </a:moveTo>
                <a:lnTo>
                  <a:pt x="5325307" y="6089087"/>
                </a:lnTo>
                <a:lnTo>
                  <a:pt x="5325342" y="6089087"/>
                </a:lnTo>
                <a:lnTo>
                  <a:pt x="5750839" y="6856653"/>
                </a:lnTo>
                <a:lnTo>
                  <a:pt x="5748409" y="6858000"/>
                </a:lnTo>
                <a:lnTo>
                  <a:pt x="5743754" y="6858000"/>
                </a:lnTo>
                <a:lnTo>
                  <a:pt x="5317536" y="6089087"/>
                </a:lnTo>
                <a:lnTo>
                  <a:pt x="5317536" y="6089053"/>
                </a:lnTo>
                <a:close/>
                <a:moveTo>
                  <a:pt x="4831991" y="6085766"/>
                </a:moveTo>
                <a:lnTo>
                  <a:pt x="4833805" y="6089087"/>
                </a:lnTo>
                <a:lnTo>
                  <a:pt x="4833840" y="6089087"/>
                </a:lnTo>
                <a:lnTo>
                  <a:pt x="5259337" y="6856653"/>
                </a:lnTo>
                <a:lnTo>
                  <a:pt x="5256907" y="6858000"/>
                </a:lnTo>
                <a:lnTo>
                  <a:pt x="5252252" y="6858000"/>
                </a:lnTo>
                <a:lnTo>
                  <a:pt x="4826034" y="6089087"/>
                </a:lnTo>
                <a:lnTo>
                  <a:pt x="4826034" y="6089053"/>
                </a:lnTo>
                <a:close/>
                <a:moveTo>
                  <a:pt x="4340490" y="6085766"/>
                </a:moveTo>
                <a:lnTo>
                  <a:pt x="4342304" y="6089087"/>
                </a:lnTo>
                <a:lnTo>
                  <a:pt x="4342373" y="6089087"/>
                </a:lnTo>
                <a:lnTo>
                  <a:pt x="4767836" y="6856653"/>
                </a:lnTo>
                <a:lnTo>
                  <a:pt x="4765406" y="6858000"/>
                </a:lnTo>
                <a:lnTo>
                  <a:pt x="4760751" y="6858000"/>
                </a:lnTo>
                <a:lnTo>
                  <a:pt x="4334533" y="6089087"/>
                </a:lnTo>
                <a:lnTo>
                  <a:pt x="4334533" y="6089053"/>
                </a:lnTo>
                <a:close/>
                <a:moveTo>
                  <a:pt x="3848989" y="6085766"/>
                </a:moveTo>
                <a:lnTo>
                  <a:pt x="3850838" y="6089087"/>
                </a:lnTo>
                <a:lnTo>
                  <a:pt x="3850871" y="6089087"/>
                </a:lnTo>
                <a:lnTo>
                  <a:pt x="4276335" y="6856653"/>
                </a:lnTo>
                <a:lnTo>
                  <a:pt x="4273905" y="6858000"/>
                </a:lnTo>
                <a:lnTo>
                  <a:pt x="4269250" y="6858000"/>
                </a:lnTo>
                <a:lnTo>
                  <a:pt x="3843032" y="6089087"/>
                </a:lnTo>
                <a:lnTo>
                  <a:pt x="3843032" y="6089053"/>
                </a:lnTo>
                <a:close/>
                <a:moveTo>
                  <a:pt x="3357487" y="6085766"/>
                </a:moveTo>
                <a:lnTo>
                  <a:pt x="3359336" y="6089087"/>
                </a:lnTo>
                <a:lnTo>
                  <a:pt x="3359370" y="6089087"/>
                </a:lnTo>
                <a:lnTo>
                  <a:pt x="3784833" y="6856653"/>
                </a:lnTo>
                <a:lnTo>
                  <a:pt x="3782403" y="6858000"/>
                </a:lnTo>
                <a:lnTo>
                  <a:pt x="3777748" y="6858000"/>
                </a:lnTo>
                <a:lnTo>
                  <a:pt x="3351530" y="6089087"/>
                </a:lnTo>
                <a:lnTo>
                  <a:pt x="3351530" y="6089053"/>
                </a:lnTo>
                <a:close/>
                <a:moveTo>
                  <a:pt x="2865986" y="6085766"/>
                </a:moveTo>
                <a:lnTo>
                  <a:pt x="2867835" y="6089087"/>
                </a:lnTo>
                <a:lnTo>
                  <a:pt x="2867869" y="6089087"/>
                </a:lnTo>
                <a:lnTo>
                  <a:pt x="3293332" y="6856653"/>
                </a:lnTo>
                <a:lnTo>
                  <a:pt x="3290902" y="6858000"/>
                </a:lnTo>
                <a:lnTo>
                  <a:pt x="3286247" y="6858000"/>
                </a:lnTo>
                <a:lnTo>
                  <a:pt x="2860029" y="6089087"/>
                </a:lnTo>
                <a:lnTo>
                  <a:pt x="2860029" y="6089053"/>
                </a:lnTo>
                <a:close/>
                <a:moveTo>
                  <a:pt x="2374485" y="6085766"/>
                </a:moveTo>
                <a:lnTo>
                  <a:pt x="2376333" y="6089087"/>
                </a:lnTo>
                <a:lnTo>
                  <a:pt x="2376367" y="6089087"/>
                </a:lnTo>
                <a:lnTo>
                  <a:pt x="2801830" y="6856653"/>
                </a:lnTo>
                <a:lnTo>
                  <a:pt x="2799400" y="6858000"/>
                </a:lnTo>
                <a:lnTo>
                  <a:pt x="2794745" y="6858000"/>
                </a:lnTo>
                <a:lnTo>
                  <a:pt x="2368527" y="6089087"/>
                </a:lnTo>
                <a:lnTo>
                  <a:pt x="2368527" y="6089053"/>
                </a:lnTo>
                <a:close/>
                <a:moveTo>
                  <a:pt x="1882983" y="6085766"/>
                </a:moveTo>
                <a:lnTo>
                  <a:pt x="1884832" y="6089087"/>
                </a:lnTo>
                <a:lnTo>
                  <a:pt x="1884866" y="6089087"/>
                </a:lnTo>
                <a:lnTo>
                  <a:pt x="2310329" y="6856653"/>
                </a:lnTo>
                <a:lnTo>
                  <a:pt x="2307899" y="6858000"/>
                </a:lnTo>
                <a:lnTo>
                  <a:pt x="2303244" y="6858000"/>
                </a:lnTo>
                <a:lnTo>
                  <a:pt x="1877026" y="6089087"/>
                </a:lnTo>
                <a:lnTo>
                  <a:pt x="1877026" y="6089053"/>
                </a:lnTo>
                <a:close/>
                <a:moveTo>
                  <a:pt x="1391481" y="6085766"/>
                </a:moveTo>
                <a:lnTo>
                  <a:pt x="1393330" y="6089087"/>
                </a:lnTo>
                <a:lnTo>
                  <a:pt x="1393364" y="6089087"/>
                </a:lnTo>
                <a:lnTo>
                  <a:pt x="1818827" y="6856653"/>
                </a:lnTo>
                <a:lnTo>
                  <a:pt x="1816397" y="6858000"/>
                </a:lnTo>
                <a:lnTo>
                  <a:pt x="1811742" y="6858000"/>
                </a:lnTo>
                <a:lnTo>
                  <a:pt x="1385524" y="6089087"/>
                </a:lnTo>
                <a:lnTo>
                  <a:pt x="1385524" y="6089053"/>
                </a:lnTo>
                <a:close/>
                <a:moveTo>
                  <a:pt x="900014" y="6085766"/>
                </a:moveTo>
                <a:lnTo>
                  <a:pt x="901828" y="6089087"/>
                </a:lnTo>
                <a:lnTo>
                  <a:pt x="901863" y="6089087"/>
                </a:lnTo>
                <a:lnTo>
                  <a:pt x="1327326" y="6856653"/>
                </a:lnTo>
                <a:lnTo>
                  <a:pt x="1324896" y="6858000"/>
                </a:lnTo>
                <a:lnTo>
                  <a:pt x="1320241" y="6858000"/>
                </a:lnTo>
                <a:lnTo>
                  <a:pt x="894057" y="6089087"/>
                </a:lnTo>
                <a:lnTo>
                  <a:pt x="894057" y="6089053"/>
                </a:lnTo>
                <a:close/>
                <a:moveTo>
                  <a:pt x="408513" y="6085766"/>
                </a:moveTo>
                <a:lnTo>
                  <a:pt x="410326" y="6089087"/>
                </a:lnTo>
                <a:lnTo>
                  <a:pt x="410361" y="6089087"/>
                </a:lnTo>
                <a:lnTo>
                  <a:pt x="835824" y="6856653"/>
                </a:lnTo>
                <a:lnTo>
                  <a:pt x="833394" y="6858000"/>
                </a:lnTo>
                <a:lnTo>
                  <a:pt x="828739" y="6858000"/>
                </a:lnTo>
                <a:lnTo>
                  <a:pt x="402556" y="6089087"/>
                </a:lnTo>
                <a:lnTo>
                  <a:pt x="402556" y="6089053"/>
                </a:lnTo>
                <a:close/>
                <a:moveTo>
                  <a:pt x="5990582" y="5642432"/>
                </a:moveTo>
                <a:lnTo>
                  <a:pt x="5996573" y="5645753"/>
                </a:lnTo>
                <a:lnTo>
                  <a:pt x="5809038" y="5984090"/>
                </a:lnTo>
                <a:lnTo>
                  <a:pt x="5809038" y="5984158"/>
                </a:lnTo>
                <a:lnTo>
                  <a:pt x="5750873" y="6089087"/>
                </a:lnTo>
                <a:lnTo>
                  <a:pt x="5750840" y="6089087"/>
                </a:lnTo>
                <a:lnTo>
                  <a:pt x="5569261" y="6416640"/>
                </a:lnTo>
                <a:lnTo>
                  <a:pt x="5563270" y="6413320"/>
                </a:lnTo>
                <a:lnTo>
                  <a:pt x="5743000" y="6089087"/>
                </a:lnTo>
                <a:lnTo>
                  <a:pt x="5743034" y="6089087"/>
                </a:lnTo>
                <a:lnTo>
                  <a:pt x="5809038" y="5970020"/>
                </a:lnTo>
                <a:lnTo>
                  <a:pt x="5809038" y="5969986"/>
                </a:lnTo>
                <a:close/>
                <a:moveTo>
                  <a:pt x="5499080" y="5642432"/>
                </a:moveTo>
                <a:lnTo>
                  <a:pt x="5505071" y="5645753"/>
                </a:lnTo>
                <a:lnTo>
                  <a:pt x="5317536" y="5984090"/>
                </a:lnTo>
                <a:lnTo>
                  <a:pt x="5317536" y="5984158"/>
                </a:lnTo>
                <a:lnTo>
                  <a:pt x="5259372" y="6089087"/>
                </a:lnTo>
                <a:lnTo>
                  <a:pt x="5259338" y="6089087"/>
                </a:lnTo>
                <a:lnTo>
                  <a:pt x="5077759" y="6416640"/>
                </a:lnTo>
                <a:lnTo>
                  <a:pt x="5071768" y="6413320"/>
                </a:lnTo>
                <a:lnTo>
                  <a:pt x="5251498" y="6089087"/>
                </a:lnTo>
                <a:lnTo>
                  <a:pt x="5251532" y="6089087"/>
                </a:lnTo>
                <a:lnTo>
                  <a:pt x="5317536" y="5970020"/>
                </a:lnTo>
                <a:lnTo>
                  <a:pt x="5317536" y="5969986"/>
                </a:lnTo>
                <a:close/>
                <a:moveTo>
                  <a:pt x="5007578" y="5642432"/>
                </a:moveTo>
                <a:lnTo>
                  <a:pt x="5013569" y="5645753"/>
                </a:lnTo>
                <a:lnTo>
                  <a:pt x="4826034" y="5984090"/>
                </a:lnTo>
                <a:lnTo>
                  <a:pt x="4826034" y="5984158"/>
                </a:lnTo>
                <a:lnTo>
                  <a:pt x="4767870" y="6089087"/>
                </a:lnTo>
                <a:lnTo>
                  <a:pt x="4767836" y="6089087"/>
                </a:lnTo>
                <a:lnTo>
                  <a:pt x="4586257" y="6416640"/>
                </a:lnTo>
                <a:lnTo>
                  <a:pt x="4580266" y="6413320"/>
                </a:lnTo>
                <a:lnTo>
                  <a:pt x="4759996" y="6089087"/>
                </a:lnTo>
                <a:lnTo>
                  <a:pt x="4760030" y="6089087"/>
                </a:lnTo>
                <a:lnTo>
                  <a:pt x="4826034" y="5970020"/>
                </a:lnTo>
                <a:lnTo>
                  <a:pt x="4826034" y="5969986"/>
                </a:lnTo>
                <a:close/>
                <a:moveTo>
                  <a:pt x="4516077" y="5642432"/>
                </a:moveTo>
                <a:lnTo>
                  <a:pt x="4522068" y="5645753"/>
                </a:lnTo>
                <a:lnTo>
                  <a:pt x="4334533" y="5984090"/>
                </a:lnTo>
                <a:lnTo>
                  <a:pt x="4334533" y="5984158"/>
                </a:lnTo>
                <a:lnTo>
                  <a:pt x="4276369" y="6089087"/>
                </a:lnTo>
                <a:lnTo>
                  <a:pt x="4276334" y="6089087"/>
                </a:lnTo>
                <a:lnTo>
                  <a:pt x="4094757" y="6416640"/>
                </a:lnTo>
                <a:lnTo>
                  <a:pt x="4088799" y="6413320"/>
                </a:lnTo>
                <a:lnTo>
                  <a:pt x="4268495" y="6089087"/>
                </a:lnTo>
                <a:lnTo>
                  <a:pt x="4268529" y="6089087"/>
                </a:lnTo>
                <a:lnTo>
                  <a:pt x="4334533" y="5970020"/>
                </a:lnTo>
                <a:lnTo>
                  <a:pt x="4334533" y="5969986"/>
                </a:lnTo>
                <a:close/>
                <a:moveTo>
                  <a:pt x="4024576" y="5642432"/>
                </a:moveTo>
                <a:lnTo>
                  <a:pt x="4030567" y="5645753"/>
                </a:lnTo>
                <a:lnTo>
                  <a:pt x="3843032" y="5984090"/>
                </a:lnTo>
                <a:lnTo>
                  <a:pt x="3843032" y="5984158"/>
                </a:lnTo>
                <a:lnTo>
                  <a:pt x="3784868" y="6089087"/>
                </a:lnTo>
                <a:lnTo>
                  <a:pt x="3784833" y="6089087"/>
                </a:lnTo>
                <a:lnTo>
                  <a:pt x="3603289" y="6416640"/>
                </a:lnTo>
                <a:lnTo>
                  <a:pt x="3597298" y="6413320"/>
                </a:lnTo>
                <a:lnTo>
                  <a:pt x="3776994" y="6089087"/>
                </a:lnTo>
                <a:lnTo>
                  <a:pt x="3777062" y="6089087"/>
                </a:lnTo>
                <a:lnTo>
                  <a:pt x="3843032" y="5970020"/>
                </a:lnTo>
                <a:lnTo>
                  <a:pt x="3843032" y="5969986"/>
                </a:lnTo>
                <a:close/>
                <a:moveTo>
                  <a:pt x="3533109" y="5642432"/>
                </a:moveTo>
                <a:lnTo>
                  <a:pt x="3539065" y="5645753"/>
                </a:lnTo>
                <a:lnTo>
                  <a:pt x="3351531" y="5984088"/>
                </a:lnTo>
                <a:lnTo>
                  <a:pt x="3351531" y="5984158"/>
                </a:lnTo>
                <a:lnTo>
                  <a:pt x="3293367" y="6089087"/>
                </a:lnTo>
                <a:lnTo>
                  <a:pt x="3293331" y="6089087"/>
                </a:lnTo>
                <a:lnTo>
                  <a:pt x="3111787" y="6416640"/>
                </a:lnTo>
                <a:lnTo>
                  <a:pt x="3105796" y="6413320"/>
                </a:lnTo>
                <a:lnTo>
                  <a:pt x="3285526" y="6089087"/>
                </a:lnTo>
                <a:lnTo>
                  <a:pt x="3285561" y="6089087"/>
                </a:lnTo>
                <a:lnTo>
                  <a:pt x="3351530" y="5970022"/>
                </a:lnTo>
                <a:lnTo>
                  <a:pt x="3351530" y="5969986"/>
                </a:lnTo>
                <a:close/>
                <a:moveTo>
                  <a:pt x="3041608" y="5642432"/>
                </a:moveTo>
                <a:lnTo>
                  <a:pt x="3047599" y="5645753"/>
                </a:lnTo>
                <a:lnTo>
                  <a:pt x="2860029" y="5984090"/>
                </a:lnTo>
                <a:lnTo>
                  <a:pt x="2860029" y="5984158"/>
                </a:lnTo>
                <a:lnTo>
                  <a:pt x="2801865" y="6089087"/>
                </a:lnTo>
                <a:lnTo>
                  <a:pt x="2801830" y="6089087"/>
                </a:lnTo>
                <a:lnTo>
                  <a:pt x="2620286" y="6416640"/>
                </a:lnTo>
                <a:lnTo>
                  <a:pt x="2614295" y="6413320"/>
                </a:lnTo>
                <a:lnTo>
                  <a:pt x="2794025" y="6089087"/>
                </a:lnTo>
                <a:lnTo>
                  <a:pt x="2794059" y="6089087"/>
                </a:lnTo>
                <a:lnTo>
                  <a:pt x="2860029" y="5970020"/>
                </a:lnTo>
                <a:lnTo>
                  <a:pt x="2860029" y="5969986"/>
                </a:lnTo>
                <a:close/>
                <a:moveTo>
                  <a:pt x="2550106" y="5642432"/>
                </a:moveTo>
                <a:lnTo>
                  <a:pt x="2556097" y="5645753"/>
                </a:lnTo>
                <a:lnTo>
                  <a:pt x="2368527" y="5984090"/>
                </a:lnTo>
                <a:lnTo>
                  <a:pt x="2368527" y="5984158"/>
                </a:lnTo>
                <a:lnTo>
                  <a:pt x="2310363" y="6089087"/>
                </a:lnTo>
                <a:lnTo>
                  <a:pt x="2310329" y="6089087"/>
                </a:lnTo>
                <a:lnTo>
                  <a:pt x="2128785" y="6416640"/>
                </a:lnTo>
                <a:lnTo>
                  <a:pt x="2122794" y="6413320"/>
                </a:lnTo>
                <a:lnTo>
                  <a:pt x="2302524" y="6089087"/>
                </a:lnTo>
                <a:lnTo>
                  <a:pt x="2302558" y="6089087"/>
                </a:lnTo>
                <a:lnTo>
                  <a:pt x="2368527" y="5970020"/>
                </a:lnTo>
                <a:lnTo>
                  <a:pt x="2368527" y="5969986"/>
                </a:lnTo>
                <a:close/>
                <a:moveTo>
                  <a:pt x="2058605" y="5642432"/>
                </a:moveTo>
                <a:lnTo>
                  <a:pt x="2064596" y="5645753"/>
                </a:lnTo>
                <a:lnTo>
                  <a:pt x="1877027" y="5984088"/>
                </a:lnTo>
                <a:lnTo>
                  <a:pt x="1877027" y="5984158"/>
                </a:lnTo>
                <a:lnTo>
                  <a:pt x="1818897" y="6089087"/>
                </a:lnTo>
                <a:lnTo>
                  <a:pt x="1818827" y="6089087"/>
                </a:lnTo>
                <a:lnTo>
                  <a:pt x="1637283" y="6416640"/>
                </a:lnTo>
                <a:lnTo>
                  <a:pt x="1631292" y="6413320"/>
                </a:lnTo>
                <a:lnTo>
                  <a:pt x="1811022" y="6089087"/>
                </a:lnTo>
                <a:lnTo>
                  <a:pt x="1811057" y="6089087"/>
                </a:lnTo>
                <a:lnTo>
                  <a:pt x="1877026" y="5970022"/>
                </a:lnTo>
                <a:lnTo>
                  <a:pt x="1877026" y="5969986"/>
                </a:lnTo>
                <a:close/>
                <a:moveTo>
                  <a:pt x="1567103" y="5642432"/>
                </a:moveTo>
                <a:lnTo>
                  <a:pt x="1573094" y="5645753"/>
                </a:lnTo>
                <a:lnTo>
                  <a:pt x="1385525" y="5984088"/>
                </a:lnTo>
                <a:lnTo>
                  <a:pt x="1385525" y="5984158"/>
                </a:lnTo>
                <a:lnTo>
                  <a:pt x="1327395" y="6089087"/>
                </a:lnTo>
                <a:lnTo>
                  <a:pt x="1327361" y="6089087"/>
                </a:lnTo>
                <a:lnTo>
                  <a:pt x="1145782" y="6416640"/>
                </a:lnTo>
                <a:lnTo>
                  <a:pt x="1139791" y="6413320"/>
                </a:lnTo>
                <a:lnTo>
                  <a:pt x="1319521" y="6089087"/>
                </a:lnTo>
                <a:lnTo>
                  <a:pt x="1319555" y="6089087"/>
                </a:lnTo>
                <a:lnTo>
                  <a:pt x="1385524" y="5970021"/>
                </a:lnTo>
                <a:lnTo>
                  <a:pt x="1385524" y="5969986"/>
                </a:lnTo>
                <a:close/>
                <a:moveTo>
                  <a:pt x="1075601" y="5642432"/>
                </a:moveTo>
                <a:lnTo>
                  <a:pt x="1081592" y="5645753"/>
                </a:lnTo>
                <a:lnTo>
                  <a:pt x="894057" y="5984090"/>
                </a:lnTo>
                <a:lnTo>
                  <a:pt x="894057" y="5984158"/>
                </a:lnTo>
                <a:lnTo>
                  <a:pt x="835893" y="6089087"/>
                </a:lnTo>
                <a:lnTo>
                  <a:pt x="835859" y="6089087"/>
                </a:lnTo>
                <a:lnTo>
                  <a:pt x="654280" y="6416640"/>
                </a:lnTo>
                <a:lnTo>
                  <a:pt x="648289" y="6413320"/>
                </a:lnTo>
                <a:lnTo>
                  <a:pt x="828019" y="6089087"/>
                </a:lnTo>
                <a:lnTo>
                  <a:pt x="828053" y="6089087"/>
                </a:lnTo>
                <a:lnTo>
                  <a:pt x="894057" y="5970020"/>
                </a:lnTo>
                <a:lnTo>
                  <a:pt x="894057" y="5969986"/>
                </a:lnTo>
                <a:close/>
                <a:moveTo>
                  <a:pt x="584100" y="5642432"/>
                </a:moveTo>
                <a:lnTo>
                  <a:pt x="590091" y="5645753"/>
                </a:lnTo>
                <a:lnTo>
                  <a:pt x="402556" y="5984090"/>
                </a:lnTo>
                <a:lnTo>
                  <a:pt x="402556" y="5984158"/>
                </a:lnTo>
                <a:lnTo>
                  <a:pt x="344392" y="6089087"/>
                </a:lnTo>
                <a:lnTo>
                  <a:pt x="344358" y="6089087"/>
                </a:lnTo>
                <a:lnTo>
                  <a:pt x="162779" y="6416640"/>
                </a:lnTo>
                <a:lnTo>
                  <a:pt x="156788" y="6413320"/>
                </a:lnTo>
                <a:lnTo>
                  <a:pt x="336518" y="6089087"/>
                </a:lnTo>
                <a:lnTo>
                  <a:pt x="336552" y="6089087"/>
                </a:lnTo>
                <a:lnTo>
                  <a:pt x="402556" y="5970020"/>
                </a:lnTo>
                <a:lnTo>
                  <a:pt x="402556" y="5969986"/>
                </a:lnTo>
                <a:close/>
                <a:moveTo>
                  <a:pt x="92599" y="5642432"/>
                </a:moveTo>
                <a:lnTo>
                  <a:pt x="98590" y="5645753"/>
                </a:lnTo>
                <a:lnTo>
                  <a:pt x="0" y="5823651"/>
                </a:lnTo>
                <a:lnTo>
                  <a:pt x="0" y="5809547"/>
                </a:lnTo>
                <a:close/>
                <a:moveTo>
                  <a:pt x="0" y="5348755"/>
                </a:moveTo>
                <a:lnTo>
                  <a:pt x="344358" y="5969952"/>
                </a:lnTo>
                <a:lnTo>
                  <a:pt x="338367" y="5973273"/>
                </a:lnTo>
                <a:lnTo>
                  <a:pt x="0" y="5362782"/>
                </a:lnTo>
                <a:close/>
                <a:moveTo>
                  <a:pt x="5809038" y="5202386"/>
                </a:moveTo>
                <a:lnTo>
                  <a:pt x="5816843" y="5202386"/>
                </a:lnTo>
                <a:lnTo>
                  <a:pt x="6007100" y="5545624"/>
                </a:lnTo>
                <a:lnTo>
                  <a:pt x="6007100" y="5559727"/>
                </a:lnTo>
                <a:close/>
                <a:moveTo>
                  <a:pt x="5317536" y="5202386"/>
                </a:moveTo>
                <a:lnTo>
                  <a:pt x="5325342" y="5202386"/>
                </a:lnTo>
                <a:lnTo>
                  <a:pt x="5750839" y="5969952"/>
                </a:lnTo>
                <a:lnTo>
                  <a:pt x="5744848" y="5973273"/>
                </a:lnTo>
                <a:close/>
                <a:moveTo>
                  <a:pt x="4826034" y="5202386"/>
                </a:moveTo>
                <a:lnTo>
                  <a:pt x="4833840" y="5202386"/>
                </a:lnTo>
                <a:lnTo>
                  <a:pt x="5259337" y="5969952"/>
                </a:lnTo>
                <a:lnTo>
                  <a:pt x="5253346" y="5973273"/>
                </a:lnTo>
                <a:close/>
                <a:moveTo>
                  <a:pt x="4334533" y="5202386"/>
                </a:moveTo>
                <a:lnTo>
                  <a:pt x="4342373" y="5202386"/>
                </a:lnTo>
                <a:lnTo>
                  <a:pt x="4767836" y="5969952"/>
                </a:lnTo>
                <a:lnTo>
                  <a:pt x="4761845" y="5973273"/>
                </a:lnTo>
                <a:close/>
                <a:moveTo>
                  <a:pt x="3843032" y="5202386"/>
                </a:moveTo>
                <a:lnTo>
                  <a:pt x="3850871" y="5202386"/>
                </a:lnTo>
                <a:lnTo>
                  <a:pt x="4276335" y="5969952"/>
                </a:lnTo>
                <a:lnTo>
                  <a:pt x="4270344" y="5973273"/>
                </a:lnTo>
                <a:close/>
                <a:moveTo>
                  <a:pt x="3351530" y="5202386"/>
                </a:moveTo>
                <a:lnTo>
                  <a:pt x="3359370" y="5202386"/>
                </a:lnTo>
                <a:lnTo>
                  <a:pt x="3784833" y="5969952"/>
                </a:lnTo>
                <a:lnTo>
                  <a:pt x="3778842" y="5973273"/>
                </a:lnTo>
                <a:close/>
                <a:moveTo>
                  <a:pt x="2860029" y="5202386"/>
                </a:moveTo>
                <a:lnTo>
                  <a:pt x="2867869" y="5202386"/>
                </a:lnTo>
                <a:lnTo>
                  <a:pt x="3293332" y="5969952"/>
                </a:lnTo>
                <a:lnTo>
                  <a:pt x="3287341" y="5973273"/>
                </a:lnTo>
                <a:close/>
                <a:moveTo>
                  <a:pt x="2368527" y="5202386"/>
                </a:moveTo>
                <a:lnTo>
                  <a:pt x="2376367" y="5202386"/>
                </a:lnTo>
                <a:lnTo>
                  <a:pt x="2801830" y="5969952"/>
                </a:lnTo>
                <a:lnTo>
                  <a:pt x="2795839" y="5973273"/>
                </a:lnTo>
                <a:close/>
                <a:moveTo>
                  <a:pt x="1877026" y="5202386"/>
                </a:moveTo>
                <a:lnTo>
                  <a:pt x="1884866" y="5202386"/>
                </a:lnTo>
                <a:lnTo>
                  <a:pt x="2310329" y="5969952"/>
                </a:lnTo>
                <a:lnTo>
                  <a:pt x="2304338" y="5973273"/>
                </a:lnTo>
                <a:close/>
                <a:moveTo>
                  <a:pt x="1385524" y="5202386"/>
                </a:moveTo>
                <a:lnTo>
                  <a:pt x="1393364" y="5202386"/>
                </a:lnTo>
                <a:lnTo>
                  <a:pt x="1818827" y="5969952"/>
                </a:lnTo>
                <a:lnTo>
                  <a:pt x="1812836" y="5973273"/>
                </a:lnTo>
                <a:close/>
                <a:moveTo>
                  <a:pt x="894057" y="5202386"/>
                </a:moveTo>
                <a:lnTo>
                  <a:pt x="901863" y="5202386"/>
                </a:lnTo>
                <a:lnTo>
                  <a:pt x="1327326" y="5969952"/>
                </a:lnTo>
                <a:lnTo>
                  <a:pt x="1321335" y="5973273"/>
                </a:lnTo>
                <a:close/>
                <a:moveTo>
                  <a:pt x="402556" y="5202386"/>
                </a:moveTo>
                <a:lnTo>
                  <a:pt x="410361" y="5202386"/>
                </a:lnTo>
                <a:lnTo>
                  <a:pt x="835824" y="5969952"/>
                </a:lnTo>
                <a:lnTo>
                  <a:pt x="829833" y="5973273"/>
                </a:lnTo>
                <a:close/>
                <a:moveTo>
                  <a:pt x="5814995" y="5199064"/>
                </a:moveTo>
                <a:lnTo>
                  <a:pt x="5816808" y="5202385"/>
                </a:lnTo>
                <a:lnTo>
                  <a:pt x="5809038" y="5202385"/>
                </a:lnTo>
                <a:close/>
                <a:moveTo>
                  <a:pt x="5323493" y="5199064"/>
                </a:moveTo>
                <a:lnTo>
                  <a:pt x="5325307" y="5202385"/>
                </a:lnTo>
                <a:lnTo>
                  <a:pt x="5317536" y="5202385"/>
                </a:lnTo>
                <a:close/>
                <a:moveTo>
                  <a:pt x="4831991" y="5199064"/>
                </a:moveTo>
                <a:lnTo>
                  <a:pt x="4833805" y="5202385"/>
                </a:lnTo>
                <a:lnTo>
                  <a:pt x="4826034" y="5202385"/>
                </a:lnTo>
                <a:close/>
                <a:moveTo>
                  <a:pt x="4340490" y="5199064"/>
                </a:moveTo>
                <a:lnTo>
                  <a:pt x="4342304" y="5202385"/>
                </a:lnTo>
                <a:lnTo>
                  <a:pt x="4334533" y="5202385"/>
                </a:lnTo>
                <a:close/>
                <a:moveTo>
                  <a:pt x="3848989" y="5199064"/>
                </a:moveTo>
                <a:lnTo>
                  <a:pt x="3850838" y="5202385"/>
                </a:lnTo>
                <a:lnTo>
                  <a:pt x="3843032" y="5202385"/>
                </a:lnTo>
                <a:close/>
                <a:moveTo>
                  <a:pt x="3357487" y="5199064"/>
                </a:moveTo>
                <a:lnTo>
                  <a:pt x="3359336" y="5202385"/>
                </a:lnTo>
                <a:lnTo>
                  <a:pt x="3351530" y="5202385"/>
                </a:lnTo>
                <a:close/>
                <a:moveTo>
                  <a:pt x="2865986" y="5199064"/>
                </a:moveTo>
                <a:lnTo>
                  <a:pt x="2867835" y="5202385"/>
                </a:lnTo>
                <a:lnTo>
                  <a:pt x="2860029" y="5202385"/>
                </a:lnTo>
                <a:close/>
                <a:moveTo>
                  <a:pt x="2374485" y="5199064"/>
                </a:moveTo>
                <a:lnTo>
                  <a:pt x="2376333" y="5202385"/>
                </a:lnTo>
                <a:lnTo>
                  <a:pt x="2368527" y="5202385"/>
                </a:lnTo>
                <a:close/>
                <a:moveTo>
                  <a:pt x="1882983" y="5199064"/>
                </a:moveTo>
                <a:lnTo>
                  <a:pt x="1884832" y="5202385"/>
                </a:lnTo>
                <a:lnTo>
                  <a:pt x="1877026" y="5202385"/>
                </a:lnTo>
                <a:close/>
                <a:moveTo>
                  <a:pt x="1391481" y="5199064"/>
                </a:moveTo>
                <a:lnTo>
                  <a:pt x="1393330" y="5202385"/>
                </a:lnTo>
                <a:lnTo>
                  <a:pt x="1385524" y="5202385"/>
                </a:lnTo>
                <a:close/>
                <a:moveTo>
                  <a:pt x="900014" y="5199064"/>
                </a:moveTo>
                <a:lnTo>
                  <a:pt x="901828" y="5202385"/>
                </a:lnTo>
                <a:lnTo>
                  <a:pt x="894057" y="5202385"/>
                </a:lnTo>
                <a:close/>
                <a:moveTo>
                  <a:pt x="408513" y="5199064"/>
                </a:moveTo>
                <a:lnTo>
                  <a:pt x="410326" y="5202385"/>
                </a:lnTo>
                <a:lnTo>
                  <a:pt x="402556" y="5202385"/>
                </a:lnTo>
                <a:close/>
                <a:moveTo>
                  <a:pt x="5990582" y="4755730"/>
                </a:moveTo>
                <a:lnTo>
                  <a:pt x="5996573" y="4759051"/>
                </a:lnTo>
                <a:lnTo>
                  <a:pt x="5809038" y="5097388"/>
                </a:lnTo>
                <a:lnTo>
                  <a:pt x="5809038" y="5097457"/>
                </a:lnTo>
                <a:lnTo>
                  <a:pt x="5750873" y="5202386"/>
                </a:lnTo>
                <a:lnTo>
                  <a:pt x="5750840" y="5202386"/>
                </a:lnTo>
                <a:lnTo>
                  <a:pt x="5569261" y="5529939"/>
                </a:lnTo>
                <a:lnTo>
                  <a:pt x="5563270" y="5526619"/>
                </a:lnTo>
                <a:lnTo>
                  <a:pt x="5743000" y="5202386"/>
                </a:lnTo>
                <a:lnTo>
                  <a:pt x="5743034" y="5202386"/>
                </a:lnTo>
                <a:lnTo>
                  <a:pt x="5809038" y="5083353"/>
                </a:lnTo>
                <a:lnTo>
                  <a:pt x="5809038" y="5083284"/>
                </a:lnTo>
                <a:close/>
                <a:moveTo>
                  <a:pt x="5499080" y="4755730"/>
                </a:moveTo>
                <a:lnTo>
                  <a:pt x="5505071" y="4759051"/>
                </a:lnTo>
                <a:lnTo>
                  <a:pt x="5317536" y="5097388"/>
                </a:lnTo>
                <a:lnTo>
                  <a:pt x="5317536" y="5097457"/>
                </a:lnTo>
                <a:lnTo>
                  <a:pt x="5259372" y="5202386"/>
                </a:lnTo>
                <a:lnTo>
                  <a:pt x="5259338" y="5202386"/>
                </a:lnTo>
                <a:lnTo>
                  <a:pt x="5077759" y="5529939"/>
                </a:lnTo>
                <a:lnTo>
                  <a:pt x="5071768" y="5526619"/>
                </a:lnTo>
                <a:lnTo>
                  <a:pt x="5251498" y="5202386"/>
                </a:lnTo>
                <a:lnTo>
                  <a:pt x="5251532" y="5202386"/>
                </a:lnTo>
                <a:lnTo>
                  <a:pt x="5317536" y="5083353"/>
                </a:lnTo>
                <a:lnTo>
                  <a:pt x="5317536" y="5083284"/>
                </a:lnTo>
                <a:close/>
                <a:moveTo>
                  <a:pt x="5007578" y="4755730"/>
                </a:moveTo>
                <a:lnTo>
                  <a:pt x="5013569" y="4759051"/>
                </a:lnTo>
                <a:lnTo>
                  <a:pt x="4826034" y="5097388"/>
                </a:lnTo>
                <a:lnTo>
                  <a:pt x="4826034" y="5097457"/>
                </a:lnTo>
                <a:lnTo>
                  <a:pt x="4767870" y="5202386"/>
                </a:lnTo>
                <a:lnTo>
                  <a:pt x="4767836" y="5202386"/>
                </a:lnTo>
                <a:lnTo>
                  <a:pt x="4586257" y="5529939"/>
                </a:lnTo>
                <a:lnTo>
                  <a:pt x="4580266" y="5526619"/>
                </a:lnTo>
                <a:lnTo>
                  <a:pt x="4759996" y="5202386"/>
                </a:lnTo>
                <a:lnTo>
                  <a:pt x="4760030" y="5202386"/>
                </a:lnTo>
                <a:lnTo>
                  <a:pt x="4826034" y="5083353"/>
                </a:lnTo>
                <a:lnTo>
                  <a:pt x="4826034" y="5083284"/>
                </a:lnTo>
                <a:close/>
                <a:moveTo>
                  <a:pt x="4516077" y="4755730"/>
                </a:moveTo>
                <a:lnTo>
                  <a:pt x="4522068" y="4759051"/>
                </a:lnTo>
                <a:lnTo>
                  <a:pt x="4334533" y="5097388"/>
                </a:lnTo>
                <a:lnTo>
                  <a:pt x="4334533" y="5097457"/>
                </a:lnTo>
                <a:lnTo>
                  <a:pt x="4276369" y="5202386"/>
                </a:lnTo>
                <a:lnTo>
                  <a:pt x="4276334" y="5202386"/>
                </a:lnTo>
                <a:lnTo>
                  <a:pt x="4094757" y="5529939"/>
                </a:lnTo>
                <a:lnTo>
                  <a:pt x="4088799" y="5526619"/>
                </a:lnTo>
                <a:lnTo>
                  <a:pt x="4268495" y="5202386"/>
                </a:lnTo>
                <a:lnTo>
                  <a:pt x="4268529" y="5202386"/>
                </a:lnTo>
                <a:lnTo>
                  <a:pt x="4334533" y="5083353"/>
                </a:lnTo>
                <a:lnTo>
                  <a:pt x="4334533" y="5083284"/>
                </a:lnTo>
                <a:close/>
                <a:moveTo>
                  <a:pt x="4024576" y="4755730"/>
                </a:moveTo>
                <a:lnTo>
                  <a:pt x="4030567" y="4759051"/>
                </a:lnTo>
                <a:lnTo>
                  <a:pt x="3843032" y="5097388"/>
                </a:lnTo>
                <a:lnTo>
                  <a:pt x="3843032" y="5097457"/>
                </a:lnTo>
                <a:lnTo>
                  <a:pt x="3784868" y="5202386"/>
                </a:lnTo>
                <a:lnTo>
                  <a:pt x="3784833" y="5202386"/>
                </a:lnTo>
                <a:lnTo>
                  <a:pt x="3603289" y="5529939"/>
                </a:lnTo>
                <a:lnTo>
                  <a:pt x="3597298" y="5526619"/>
                </a:lnTo>
                <a:lnTo>
                  <a:pt x="3776994" y="5202386"/>
                </a:lnTo>
                <a:lnTo>
                  <a:pt x="3777062" y="5202386"/>
                </a:lnTo>
                <a:lnTo>
                  <a:pt x="3843032" y="5083353"/>
                </a:lnTo>
                <a:lnTo>
                  <a:pt x="3843032" y="5083284"/>
                </a:lnTo>
                <a:close/>
                <a:moveTo>
                  <a:pt x="3533109" y="4755730"/>
                </a:moveTo>
                <a:lnTo>
                  <a:pt x="3539065" y="4759051"/>
                </a:lnTo>
                <a:lnTo>
                  <a:pt x="3351531" y="5097386"/>
                </a:lnTo>
                <a:lnTo>
                  <a:pt x="3351531" y="5097457"/>
                </a:lnTo>
                <a:lnTo>
                  <a:pt x="3293367" y="5202386"/>
                </a:lnTo>
                <a:lnTo>
                  <a:pt x="3293331" y="5202386"/>
                </a:lnTo>
                <a:lnTo>
                  <a:pt x="3111787" y="5529939"/>
                </a:lnTo>
                <a:lnTo>
                  <a:pt x="3105796" y="5526619"/>
                </a:lnTo>
                <a:lnTo>
                  <a:pt x="3285526" y="5202386"/>
                </a:lnTo>
                <a:lnTo>
                  <a:pt x="3285561" y="5202386"/>
                </a:lnTo>
                <a:lnTo>
                  <a:pt x="3351530" y="5083355"/>
                </a:lnTo>
                <a:lnTo>
                  <a:pt x="3351530" y="5083284"/>
                </a:lnTo>
                <a:close/>
                <a:moveTo>
                  <a:pt x="3041608" y="4755730"/>
                </a:moveTo>
                <a:lnTo>
                  <a:pt x="3047599" y="4759051"/>
                </a:lnTo>
                <a:lnTo>
                  <a:pt x="2860029" y="5097388"/>
                </a:lnTo>
                <a:lnTo>
                  <a:pt x="2860029" y="5097457"/>
                </a:lnTo>
                <a:lnTo>
                  <a:pt x="2801865" y="5202386"/>
                </a:lnTo>
                <a:lnTo>
                  <a:pt x="2801830" y="5202386"/>
                </a:lnTo>
                <a:lnTo>
                  <a:pt x="2620286" y="5529939"/>
                </a:lnTo>
                <a:lnTo>
                  <a:pt x="2614295" y="5526619"/>
                </a:lnTo>
                <a:lnTo>
                  <a:pt x="2794025" y="5202386"/>
                </a:lnTo>
                <a:lnTo>
                  <a:pt x="2794059" y="5202386"/>
                </a:lnTo>
                <a:lnTo>
                  <a:pt x="2860029" y="5083353"/>
                </a:lnTo>
                <a:lnTo>
                  <a:pt x="2860029" y="5083284"/>
                </a:lnTo>
                <a:close/>
                <a:moveTo>
                  <a:pt x="2550106" y="4755730"/>
                </a:moveTo>
                <a:lnTo>
                  <a:pt x="2556097" y="4759051"/>
                </a:lnTo>
                <a:lnTo>
                  <a:pt x="2368527" y="5097388"/>
                </a:lnTo>
                <a:lnTo>
                  <a:pt x="2368527" y="5097457"/>
                </a:lnTo>
                <a:lnTo>
                  <a:pt x="2310363" y="5202386"/>
                </a:lnTo>
                <a:lnTo>
                  <a:pt x="2310329" y="5202386"/>
                </a:lnTo>
                <a:lnTo>
                  <a:pt x="2128785" y="5529939"/>
                </a:lnTo>
                <a:lnTo>
                  <a:pt x="2122794" y="5526619"/>
                </a:lnTo>
                <a:lnTo>
                  <a:pt x="2302524" y="5202386"/>
                </a:lnTo>
                <a:lnTo>
                  <a:pt x="2302558" y="5202386"/>
                </a:lnTo>
                <a:lnTo>
                  <a:pt x="2368527" y="5083353"/>
                </a:lnTo>
                <a:lnTo>
                  <a:pt x="2368527" y="5083284"/>
                </a:lnTo>
                <a:close/>
                <a:moveTo>
                  <a:pt x="2058605" y="4755730"/>
                </a:moveTo>
                <a:lnTo>
                  <a:pt x="2064596" y="4759051"/>
                </a:lnTo>
                <a:lnTo>
                  <a:pt x="1877027" y="5097386"/>
                </a:lnTo>
                <a:lnTo>
                  <a:pt x="1877027" y="5097457"/>
                </a:lnTo>
                <a:lnTo>
                  <a:pt x="1818897" y="5202386"/>
                </a:lnTo>
                <a:lnTo>
                  <a:pt x="1818827" y="5202386"/>
                </a:lnTo>
                <a:lnTo>
                  <a:pt x="1637283" y="5529939"/>
                </a:lnTo>
                <a:lnTo>
                  <a:pt x="1631292" y="5526619"/>
                </a:lnTo>
                <a:lnTo>
                  <a:pt x="1811022" y="5202386"/>
                </a:lnTo>
                <a:lnTo>
                  <a:pt x="1811057" y="5202386"/>
                </a:lnTo>
                <a:lnTo>
                  <a:pt x="1877026" y="5083355"/>
                </a:lnTo>
                <a:lnTo>
                  <a:pt x="1877026" y="5083284"/>
                </a:lnTo>
                <a:close/>
                <a:moveTo>
                  <a:pt x="1567103" y="4755730"/>
                </a:moveTo>
                <a:lnTo>
                  <a:pt x="1573094" y="4759051"/>
                </a:lnTo>
                <a:lnTo>
                  <a:pt x="1385525" y="5097386"/>
                </a:lnTo>
                <a:lnTo>
                  <a:pt x="1385525" y="5097457"/>
                </a:lnTo>
                <a:lnTo>
                  <a:pt x="1327395" y="5202386"/>
                </a:lnTo>
                <a:lnTo>
                  <a:pt x="1327361" y="5202386"/>
                </a:lnTo>
                <a:lnTo>
                  <a:pt x="1145782" y="5529939"/>
                </a:lnTo>
                <a:lnTo>
                  <a:pt x="1139791" y="5526619"/>
                </a:lnTo>
                <a:lnTo>
                  <a:pt x="1319521" y="5202386"/>
                </a:lnTo>
                <a:lnTo>
                  <a:pt x="1319555" y="5202386"/>
                </a:lnTo>
                <a:lnTo>
                  <a:pt x="1385524" y="5083354"/>
                </a:lnTo>
                <a:lnTo>
                  <a:pt x="1385524" y="5083284"/>
                </a:lnTo>
                <a:close/>
                <a:moveTo>
                  <a:pt x="1075601" y="4755730"/>
                </a:moveTo>
                <a:lnTo>
                  <a:pt x="1081592" y="4759051"/>
                </a:lnTo>
                <a:lnTo>
                  <a:pt x="894057" y="5097388"/>
                </a:lnTo>
                <a:lnTo>
                  <a:pt x="894057" y="5097457"/>
                </a:lnTo>
                <a:lnTo>
                  <a:pt x="835893" y="5202386"/>
                </a:lnTo>
                <a:lnTo>
                  <a:pt x="835859" y="5202386"/>
                </a:lnTo>
                <a:lnTo>
                  <a:pt x="654280" y="5529939"/>
                </a:lnTo>
                <a:lnTo>
                  <a:pt x="648289" y="5526619"/>
                </a:lnTo>
                <a:lnTo>
                  <a:pt x="828019" y="5202386"/>
                </a:lnTo>
                <a:lnTo>
                  <a:pt x="828053" y="5202386"/>
                </a:lnTo>
                <a:lnTo>
                  <a:pt x="894057" y="5083353"/>
                </a:lnTo>
                <a:lnTo>
                  <a:pt x="894057" y="5083284"/>
                </a:lnTo>
                <a:close/>
                <a:moveTo>
                  <a:pt x="584100" y="4755730"/>
                </a:moveTo>
                <a:lnTo>
                  <a:pt x="590091" y="4759051"/>
                </a:lnTo>
                <a:lnTo>
                  <a:pt x="402556" y="5097388"/>
                </a:lnTo>
                <a:lnTo>
                  <a:pt x="402556" y="5097457"/>
                </a:lnTo>
                <a:lnTo>
                  <a:pt x="344392" y="5202386"/>
                </a:lnTo>
                <a:lnTo>
                  <a:pt x="344358" y="5202386"/>
                </a:lnTo>
                <a:lnTo>
                  <a:pt x="162779" y="5529939"/>
                </a:lnTo>
                <a:lnTo>
                  <a:pt x="156788" y="5526619"/>
                </a:lnTo>
                <a:lnTo>
                  <a:pt x="336518" y="5202386"/>
                </a:lnTo>
                <a:lnTo>
                  <a:pt x="336552" y="5202386"/>
                </a:lnTo>
                <a:lnTo>
                  <a:pt x="402556" y="5083353"/>
                </a:lnTo>
                <a:lnTo>
                  <a:pt x="402556" y="5083284"/>
                </a:lnTo>
                <a:close/>
                <a:moveTo>
                  <a:pt x="92599" y="4755730"/>
                </a:moveTo>
                <a:lnTo>
                  <a:pt x="98590" y="4759051"/>
                </a:lnTo>
                <a:lnTo>
                  <a:pt x="0" y="4936951"/>
                </a:lnTo>
                <a:lnTo>
                  <a:pt x="0" y="4922845"/>
                </a:lnTo>
                <a:close/>
                <a:moveTo>
                  <a:pt x="0" y="4462053"/>
                </a:moveTo>
                <a:lnTo>
                  <a:pt x="344358" y="5083250"/>
                </a:lnTo>
                <a:lnTo>
                  <a:pt x="338367" y="5086571"/>
                </a:lnTo>
                <a:lnTo>
                  <a:pt x="0" y="4476080"/>
                </a:lnTo>
                <a:close/>
                <a:moveTo>
                  <a:pt x="5814995" y="4312397"/>
                </a:moveTo>
                <a:lnTo>
                  <a:pt x="5816808" y="4315684"/>
                </a:lnTo>
                <a:lnTo>
                  <a:pt x="5816843" y="4315684"/>
                </a:lnTo>
                <a:lnTo>
                  <a:pt x="6007100" y="4658922"/>
                </a:lnTo>
                <a:lnTo>
                  <a:pt x="6007100" y="4673025"/>
                </a:lnTo>
                <a:lnTo>
                  <a:pt x="5809038" y="4315684"/>
                </a:lnTo>
                <a:close/>
                <a:moveTo>
                  <a:pt x="5323493" y="4312397"/>
                </a:moveTo>
                <a:lnTo>
                  <a:pt x="5325307" y="4315684"/>
                </a:lnTo>
                <a:lnTo>
                  <a:pt x="5325342" y="4315684"/>
                </a:lnTo>
                <a:lnTo>
                  <a:pt x="5750839" y="5083250"/>
                </a:lnTo>
                <a:lnTo>
                  <a:pt x="5744848" y="5086571"/>
                </a:lnTo>
                <a:lnTo>
                  <a:pt x="5317536" y="4315684"/>
                </a:lnTo>
                <a:close/>
                <a:moveTo>
                  <a:pt x="4831991" y="4312397"/>
                </a:moveTo>
                <a:lnTo>
                  <a:pt x="4833805" y="4315684"/>
                </a:lnTo>
                <a:lnTo>
                  <a:pt x="4833840" y="4315684"/>
                </a:lnTo>
                <a:lnTo>
                  <a:pt x="5259337" y="5083250"/>
                </a:lnTo>
                <a:lnTo>
                  <a:pt x="5253346" y="5086571"/>
                </a:lnTo>
                <a:lnTo>
                  <a:pt x="4826034" y="4315684"/>
                </a:lnTo>
                <a:close/>
                <a:moveTo>
                  <a:pt x="4340490" y="4312397"/>
                </a:moveTo>
                <a:lnTo>
                  <a:pt x="4342304" y="4315684"/>
                </a:lnTo>
                <a:lnTo>
                  <a:pt x="4342373" y="4315684"/>
                </a:lnTo>
                <a:lnTo>
                  <a:pt x="4767836" y="5083250"/>
                </a:lnTo>
                <a:lnTo>
                  <a:pt x="4761845" y="5086571"/>
                </a:lnTo>
                <a:lnTo>
                  <a:pt x="4334533" y="4315684"/>
                </a:lnTo>
                <a:close/>
                <a:moveTo>
                  <a:pt x="3848989" y="4312397"/>
                </a:moveTo>
                <a:lnTo>
                  <a:pt x="3850838" y="4315684"/>
                </a:lnTo>
                <a:lnTo>
                  <a:pt x="3850871" y="4315684"/>
                </a:lnTo>
                <a:lnTo>
                  <a:pt x="4276335" y="5083250"/>
                </a:lnTo>
                <a:lnTo>
                  <a:pt x="4270344" y="5086571"/>
                </a:lnTo>
                <a:lnTo>
                  <a:pt x="3843032" y="4315684"/>
                </a:lnTo>
                <a:close/>
                <a:moveTo>
                  <a:pt x="3357487" y="4312397"/>
                </a:moveTo>
                <a:lnTo>
                  <a:pt x="3359336" y="4315684"/>
                </a:lnTo>
                <a:lnTo>
                  <a:pt x="3359370" y="4315684"/>
                </a:lnTo>
                <a:lnTo>
                  <a:pt x="3784833" y="5083250"/>
                </a:lnTo>
                <a:lnTo>
                  <a:pt x="3778842" y="5086571"/>
                </a:lnTo>
                <a:lnTo>
                  <a:pt x="3351530" y="4315684"/>
                </a:lnTo>
                <a:close/>
                <a:moveTo>
                  <a:pt x="2865986" y="4312397"/>
                </a:moveTo>
                <a:lnTo>
                  <a:pt x="2867835" y="4315684"/>
                </a:lnTo>
                <a:lnTo>
                  <a:pt x="2867869" y="4315684"/>
                </a:lnTo>
                <a:lnTo>
                  <a:pt x="3293332" y="5083250"/>
                </a:lnTo>
                <a:lnTo>
                  <a:pt x="3287341" y="5086571"/>
                </a:lnTo>
                <a:lnTo>
                  <a:pt x="2860029" y="4315684"/>
                </a:lnTo>
                <a:close/>
                <a:moveTo>
                  <a:pt x="2374485" y="4312397"/>
                </a:moveTo>
                <a:lnTo>
                  <a:pt x="2376333" y="4315684"/>
                </a:lnTo>
                <a:lnTo>
                  <a:pt x="2376367" y="4315684"/>
                </a:lnTo>
                <a:lnTo>
                  <a:pt x="2801830" y="5083250"/>
                </a:lnTo>
                <a:lnTo>
                  <a:pt x="2795839" y="5086571"/>
                </a:lnTo>
                <a:lnTo>
                  <a:pt x="2368527" y="4315684"/>
                </a:lnTo>
                <a:close/>
                <a:moveTo>
                  <a:pt x="1882983" y="4312397"/>
                </a:moveTo>
                <a:lnTo>
                  <a:pt x="1884832" y="4315684"/>
                </a:lnTo>
                <a:lnTo>
                  <a:pt x="1884866" y="4315684"/>
                </a:lnTo>
                <a:lnTo>
                  <a:pt x="2310329" y="5083250"/>
                </a:lnTo>
                <a:lnTo>
                  <a:pt x="2304338" y="5086571"/>
                </a:lnTo>
                <a:lnTo>
                  <a:pt x="1877026" y="4315684"/>
                </a:lnTo>
                <a:close/>
                <a:moveTo>
                  <a:pt x="1391481" y="4312397"/>
                </a:moveTo>
                <a:lnTo>
                  <a:pt x="1393330" y="4315684"/>
                </a:lnTo>
                <a:lnTo>
                  <a:pt x="1393364" y="4315684"/>
                </a:lnTo>
                <a:lnTo>
                  <a:pt x="1818827" y="5083250"/>
                </a:lnTo>
                <a:lnTo>
                  <a:pt x="1812836" y="5086571"/>
                </a:lnTo>
                <a:lnTo>
                  <a:pt x="1385524" y="4315684"/>
                </a:lnTo>
                <a:close/>
                <a:moveTo>
                  <a:pt x="900014" y="4312397"/>
                </a:moveTo>
                <a:lnTo>
                  <a:pt x="901828" y="4315684"/>
                </a:lnTo>
                <a:lnTo>
                  <a:pt x="901863" y="4315684"/>
                </a:lnTo>
                <a:lnTo>
                  <a:pt x="1327326" y="5083250"/>
                </a:lnTo>
                <a:lnTo>
                  <a:pt x="1321335" y="5086571"/>
                </a:lnTo>
                <a:lnTo>
                  <a:pt x="894057" y="4315684"/>
                </a:lnTo>
                <a:close/>
                <a:moveTo>
                  <a:pt x="408513" y="4312397"/>
                </a:moveTo>
                <a:lnTo>
                  <a:pt x="410326" y="4315684"/>
                </a:lnTo>
                <a:lnTo>
                  <a:pt x="410361" y="4315684"/>
                </a:lnTo>
                <a:lnTo>
                  <a:pt x="835824" y="5083250"/>
                </a:lnTo>
                <a:lnTo>
                  <a:pt x="829833" y="5086571"/>
                </a:lnTo>
                <a:lnTo>
                  <a:pt x="402556" y="4315684"/>
                </a:lnTo>
                <a:close/>
                <a:moveTo>
                  <a:pt x="5990582" y="3869063"/>
                </a:moveTo>
                <a:lnTo>
                  <a:pt x="5996573" y="3872350"/>
                </a:lnTo>
                <a:lnTo>
                  <a:pt x="5809038" y="4210721"/>
                </a:lnTo>
                <a:lnTo>
                  <a:pt x="5809038" y="4210789"/>
                </a:lnTo>
                <a:lnTo>
                  <a:pt x="5750873" y="4315684"/>
                </a:lnTo>
                <a:lnTo>
                  <a:pt x="5750840" y="4315684"/>
                </a:lnTo>
                <a:lnTo>
                  <a:pt x="5569261" y="4643237"/>
                </a:lnTo>
                <a:lnTo>
                  <a:pt x="5563270" y="4639917"/>
                </a:lnTo>
                <a:lnTo>
                  <a:pt x="5743000" y="4315684"/>
                </a:lnTo>
                <a:lnTo>
                  <a:pt x="5743034" y="4315684"/>
                </a:lnTo>
                <a:lnTo>
                  <a:pt x="5809038" y="4196651"/>
                </a:lnTo>
                <a:lnTo>
                  <a:pt x="5809038" y="4196583"/>
                </a:lnTo>
                <a:close/>
                <a:moveTo>
                  <a:pt x="5499080" y="3869063"/>
                </a:moveTo>
                <a:lnTo>
                  <a:pt x="5505071" y="3872350"/>
                </a:lnTo>
                <a:lnTo>
                  <a:pt x="5317536" y="4210721"/>
                </a:lnTo>
                <a:lnTo>
                  <a:pt x="5317536" y="4210789"/>
                </a:lnTo>
                <a:lnTo>
                  <a:pt x="5259372" y="4315684"/>
                </a:lnTo>
                <a:lnTo>
                  <a:pt x="5259338" y="4315684"/>
                </a:lnTo>
                <a:lnTo>
                  <a:pt x="5077759" y="4643237"/>
                </a:lnTo>
                <a:lnTo>
                  <a:pt x="5071768" y="4639917"/>
                </a:lnTo>
                <a:lnTo>
                  <a:pt x="5251498" y="4315684"/>
                </a:lnTo>
                <a:lnTo>
                  <a:pt x="5251532" y="4315684"/>
                </a:lnTo>
                <a:lnTo>
                  <a:pt x="5317536" y="4196651"/>
                </a:lnTo>
                <a:lnTo>
                  <a:pt x="5317536" y="4196583"/>
                </a:lnTo>
                <a:close/>
                <a:moveTo>
                  <a:pt x="5007578" y="3869063"/>
                </a:moveTo>
                <a:lnTo>
                  <a:pt x="5013569" y="3872350"/>
                </a:lnTo>
                <a:lnTo>
                  <a:pt x="4826034" y="4210721"/>
                </a:lnTo>
                <a:lnTo>
                  <a:pt x="4826034" y="4210789"/>
                </a:lnTo>
                <a:lnTo>
                  <a:pt x="4767870" y="4315684"/>
                </a:lnTo>
                <a:lnTo>
                  <a:pt x="4767836" y="4315684"/>
                </a:lnTo>
                <a:lnTo>
                  <a:pt x="4586257" y="4643237"/>
                </a:lnTo>
                <a:lnTo>
                  <a:pt x="4580266" y="4639917"/>
                </a:lnTo>
                <a:lnTo>
                  <a:pt x="4759996" y="4315684"/>
                </a:lnTo>
                <a:lnTo>
                  <a:pt x="4760030" y="4315684"/>
                </a:lnTo>
                <a:lnTo>
                  <a:pt x="4826034" y="4196651"/>
                </a:lnTo>
                <a:lnTo>
                  <a:pt x="4826034" y="4196583"/>
                </a:lnTo>
                <a:close/>
                <a:moveTo>
                  <a:pt x="4516077" y="3869063"/>
                </a:moveTo>
                <a:lnTo>
                  <a:pt x="4522068" y="3872350"/>
                </a:lnTo>
                <a:lnTo>
                  <a:pt x="4334533" y="4210721"/>
                </a:lnTo>
                <a:lnTo>
                  <a:pt x="4334533" y="4210789"/>
                </a:lnTo>
                <a:lnTo>
                  <a:pt x="4276369" y="4315684"/>
                </a:lnTo>
                <a:lnTo>
                  <a:pt x="4276334" y="4315684"/>
                </a:lnTo>
                <a:lnTo>
                  <a:pt x="4094757" y="4643237"/>
                </a:lnTo>
                <a:lnTo>
                  <a:pt x="4088799" y="4639917"/>
                </a:lnTo>
                <a:lnTo>
                  <a:pt x="4268495" y="4315684"/>
                </a:lnTo>
                <a:lnTo>
                  <a:pt x="4268529" y="4315684"/>
                </a:lnTo>
                <a:lnTo>
                  <a:pt x="4334533" y="4196651"/>
                </a:lnTo>
                <a:lnTo>
                  <a:pt x="4334533" y="4196583"/>
                </a:lnTo>
                <a:close/>
                <a:moveTo>
                  <a:pt x="4024576" y="3869063"/>
                </a:moveTo>
                <a:lnTo>
                  <a:pt x="4030567" y="3872350"/>
                </a:lnTo>
                <a:lnTo>
                  <a:pt x="3843032" y="4210721"/>
                </a:lnTo>
                <a:lnTo>
                  <a:pt x="3843032" y="4210789"/>
                </a:lnTo>
                <a:lnTo>
                  <a:pt x="3784868" y="4315684"/>
                </a:lnTo>
                <a:lnTo>
                  <a:pt x="3784833" y="4315684"/>
                </a:lnTo>
                <a:lnTo>
                  <a:pt x="3603289" y="4643237"/>
                </a:lnTo>
                <a:lnTo>
                  <a:pt x="3597298" y="4639917"/>
                </a:lnTo>
                <a:lnTo>
                  <a:pt x="3776994" y="4315684"/>
                </a:lnTo>
                <a:lnTo>
                  <a:pt x="3777062" y="4315684"/>
                </a:lnTo>
                <a:lnTo>
                  <a:pt x="3843032" y="4196651"/>
                </a:lnTo>
                <a:lnTo>
                  <a:pt x="3843032" y="4196583"/>
                </a:lnTo>
                <a:close/>
                <a:moveTo>
                  <a:pt x="3533109" y="3869063"/>
                </a:moveTo>
                <a:lnTo>
                  <a:pt x="3539065" y="3872350"/>
                </a:lnTo>
                <a:lnTo>
                  <a:pt x="3351531" y="4210719"/>
                </a:lnTo>
                <a:lnTo>
                  <a:pt x="3351531" y="4210789"/>
                </a:lnTo>
                <a:lnTo>
                  <a:pt x="3293367" y="4315684"/>
                </a:lnTo>
                <a:lnTo>
                  <a:pt x="3293331" y="4315684"/>
                </a:lnTo>
                <a:lnTo>
                  <a:pt x="3111787" y="4643237"/>
                </a:lnTo>
                <a:lnTo>
                  <a:pt x="3105796" y="4639917"/>
                </a:lnTo>
                <a:lnTo>
                  <a:pt x="3285526" y="4315684"/>
                </a:lnTo>
                <a:lnTo>
                  <a:pt x="3285561" y="4315684"/>
                </a:lnTo>
                <a:lnTo>
                  <a:pt x="3351530" y="4196652"/>
                </a:lnTo>
                <a:lnTo>
                  <a:pt x="3351530" y="4196583"/>
                </a:lnTo>
                <a:close/>
                <a:moveTo>
                  <a:pt x="3041608" y="3869063"/>
                </a:moveTo>
                <a:lnTo>
                  <a:pt x="3047599" y="3872350"/>
                </a:lnTo>
                <a:lnTo>
                  <a:pt x="2860029" y="4210721"/>
                </a:lnTo>
                <a:lnTo>
                  <a:pt x="2860029" y="4210789"/>
                </a:lnTo>
                <a:lnTo>
                  <a:pt x="2801865" y="4315684"/>
                </a:lnTo>
                <a:lnTo>
                  <a:pt x="2801830" y="4315684"/>
                </a:lnTo>
                <a:lnTo>
                  <a:pt x="2620286" y="4643237"/>
                </a:lnTo>
                <a:lnTo>
                  <a:pt x="2614295" y="4639917"/>
                </a:lnTo>
                <a:lnTo>
                  <a:pt x="2794025" y="4315684"/>
                </a:lnTo>
                <a:lnTo>
                  <a:pt x="2794059" y="4315684"/>
                </a:lnTo>
                <a:lnTo>
                  <a:pt x="2860029" y="4196651"/>
                </a:lnTo>
                <a:lnTo>
                  <a:pt x="2860029" y="4196583"/>
                </a:lnTo>
                <a:close/>
                <a:moveTo>
                  <a:pt x="2550106" y="3869063"/>
                </a:moveTo>
                <a:lnTo>
                  <a:pt x="2556097" y="3872350"/>
                </a:lnTo>
                <a:lnTo>
                  <a:pt x="2368527" y="4210721"/>
                </a:lnTo>
                <a:lnTo>
                  <a:pt x="2368527" y="4210789"/>
                </a:lnTo>
                <a:lnTo>
                  <a:pt x="2310363" y="4315684"/>
                </a:lnTo>
                <a:lnTo>
                  <a:pt x="2310329" y="4315684"/>
                </a:lnTo>
                <a:lnTo>
                  <a:pt x="2128785" y="4643237"/>
                </a:lnTo>
                <a:lnTo>
                  <a:pt x="2122794" y="4639917"/>
                </a:lnTo>
                <a:lnTo>
                  <a:pt x="2302524" y="4315684"/>
                </a:lnTo>
                <a:lnTo>
                  <a:pt x="2302558" y="4315684"/>
                </a:lnTo>
                <a:lnTo>
                  <a:pt x="2368527" y="4196651"/>
                </a:lnTo>
                <a:lnTo>
                  <a:pt x="2368527" y="4196583"/>
                </a:lnTo>
                <a:close/>
                <a:moveTo>
                  <a:pt x="2058605" y="3869063"/>
                </a:moveTo>
                <a:lnTo>
                  <a:pt x="2064596" y="3872350"/>
                </a:lnTo>
                <a:lnTo>
                  <a:pt x="1877027" y="4210719"/>
                </a:lnTo>
                <a:lnTo>
                  <a:pt x="1877027" y="4210789"/>
                </a:lnTo>
                <a:lnTo>
                  <a:pt x="1818897" y="4315684"/>
                </a:lnTo>
                <a:lnTo>
                  <a:pt x="1818827" y="4315684"/>
                </a:lnTo>
                <a:lnTo>
                  <a:pt x="1637283" y="4643237"/>
                </a:lnTo>
                <a:lnTo>
                  <a:pt x="1631292" y="4639917"/>
                </a:lnTo>
                <a:lnTo>
                  <a:pt x="1811022" y="4315684"/>
                </a:lnTo>
                <a:lnTo>
                  <a:pt x="1811057" y="4315684"/>
                </a:lnTo>
                <a:lnTo>
                  <a:pt x="1877026" y="4196653"/>
                </a:lnTo>
                <a:lnTo>
                  <a:pt x="1877026" y="4196583"/>
                </a:lnTo>
                <a:close/>
                <a:moveTo>
                  <a:pt x="1567103" y="3869063"/>
                </a:moveTo>
                <a:lnTo>
                  <a:pt x="1573094" y="3872350"/>
                </a:lnTo>
                <a:lnTo>
                  <a:pt x="1385525" y="4210719"/>
                </a:lnTo>
                <a:lnTo>
                  <a:pt x="1385525" y="4210789"/>
                </a:lnTo>
                <a:lnTo>
                  <a:pt x="1327395" y="4315684"/>
                </a:lnTo>
                <a:lnTo>
                  <a:pt x="1327361" y="4315684"/>
                </a:lnTo>
                <a:lnTo>
                  <a:pt x="1145782" y="4643237"/>
                </a:lnTo>
                <a:lnTo>
                  <a:pt x="1139791" y="4639917"/>
                </a:lnTo>
                <a:lnTo>
                  <a:pt x="1319521" y="4315684"/>
                </a:lnTo>
                <a:lnTo>
                  <a:pt x="1319555" y="4315684"/>
                </a:lnTo>
                <a:lnTo>
                  <a:pt x="1385524" y="4196652"/>
                </a:lnTo>
                <a:lnTo>
                  <a:pt x="1385524" y="4196583"/>
                </a:lnTo>
                <a:close/>
                <a:moveTo>
                  <a:pt x="1075601" y="3869063"/>
                </a:moveTo>
                <a:lnTo>
                  <a:pt x="1081592" y="3872350"/>
                </a:lnTo>
                <a:lnTo>
                  <a:pt x="894057" y="4210721"/>
                </a:lnTo>
                <a:lnTo>
                  <a:pt x="894057" y="4210789"/>
                </a:lnTo>
                <a:lnTo>
                  <a:pt x="835893" y="4315684"/>
                </a:lnTo>
                <a:lnTo>
                  <a:pt x="835859" y="4315684"/>
                </a:lnTo>
                <a:lnTo>
                  <a:pt x="654280" y="4643237"/>
                </a:lnTo>
                <a:lnTo>
                  <a:pt x="648289" y="4639917"/>
                </a:lnTo>
                <a:lnTo>
                  <a:pt x="828019" y="4315684"/>
                </a:lnTo>
                <a:lnTo>
                  <a:pt x="828053" y="4315684"/>
                </a:lnTo>
                <a:lnTo>
                  <a:pt x="894057" y="4196651"/>
                </a:lnTo>
                <a:lnTo>
                  <a:pt x="894057" y="4196583"/>
                </a:lnTo>
                <a:close/>
                <a:moveTo>
                  <a:pt x="584100" y="3869063"/>
                </a:moveTo>
                <a:lnTo>
                  <a:pt x="590091" y="3872350"/>
                </a:lnTo>
                <a:lnTo>
                  <a:pt x="402556" y="4210721"/>
                </a:lnTo>
                <a:lnTo>
                  <a:pt x="402556" y="4210789"/>
                </a:lnTo>
                <a:lnTo>
                  <a:pt x="344392" y="4315684"/>
                </a:lnTo>
                <a:lnTo>
                  <a:pt x="344358" y="4315684"/>
                </a:lnTo>
                <a:lnTo>
                  <a:pt x="162779" y="4643237"/>
                </a:lnTo>
                <a:lnTo>
                  <a:pt x="156788" y="4639917"/>
                </a:lnTo>
                <a:lnTo>
                  <a:pt x="336518" y="4315684"/>
                </a:lnTo>
                <a:lnTo>
                  <a:pt x="336552" y="4315684"/>
                </a:lnTo>
                <a:lnTo>
                  <a:pt x="402556" y="4196651"/>
                </a:lnTo>
                <a:lnTo>
                  <a:pt x="402556" y="4196583"/>
                </a:lnTo>
                <a:close/>
                <a:moveTo>
                  <a:pt x="92599" y="3869063"/>
                </a:moveTo>
                <a:lnTo>
                  <a:pt x="98590" y="3872350"/>
                </a:lnTo>
                <a:lnTo>
                  <a:pt x="0" y="4050271"/>
                </a:lnTo>
                <a:lnTo>
                  <a:pt x="0" y="4036161"/>
                </a:lnTo>
                <a:close/>
                <a:moveTo>
                  <a:pt x="0" y="3575385"/>
                </a:moveTo>
                <a:lnTo>
                  <a:pt x="344358" y="4196582"/>
                </a:lnTo>
                <a:lnTo>
                  <a:pt x="338367" y="4199869"/>
                </a:lnTo>
                <a:lnTo>
                  <a:pt x="0" y="3589405"/>
                </a:lnTo>
                <a:close/>
                <a:moveTo>
                  <a:pt x="408513" y="3426336"/>
                </a:moveTo>
                <a:lnTo>
                  <a:pt x="410325" y="3429016"/>
                </a:lnTo>
                <a:lnTo>
                  <a:pt x="410361" y="3429016"/>
                </a:lnTo>
                <a:lnTo>
                  <a:pt x="835824" y="4196582"/>
                </a:lnTo>
                <a:lnTo>
                  <a:pt x="829833" y="4199869"/>
                </a:lnTo>
                <a:lnTo>
                  <a:pt x="402556" y="3429017"/>
                </a:lnTo>
                <a:lnTo>
                  <a:pt x="402556" y="3429016"/>
                </a:lnTo>
                <a:lnTo>
                  <a:pt x="402556" y="3428999"/>
                </a:lnTo>
                <a:close/>
                <a:moveTo>
                  <a:pt x="900014" y="3426333"/>
                </a:moveTo>
                <a:lnTo>
                  <a:pt x="901827" y="3429016"/>
                </a:lnTo>
                <a:lnTo>
                  <a:pt x="901863" y="3429016"/>
                </a:lnTo>
                <a:lnTo>
                  <a:pt x="1327326" y="4196582"/>
                </a:lnTo>
                <a:lnTo>
                  <a:pt x="1321335" y="4199869"/>
                </a:lnTo>
                <a:lnTo>
                  <a:pt x="894057" y="3429017"/>
                </a:lnTo>
                <a:lnTo>
                  <a:pt x="894057" y="3429016"/>
                </a:lnTo>
                <a:lnTo>
                  <a:pt x="894057" y="3428999"/>
                </a:lnTo>
                <a:close/>
                <a:moveTo>
                  <a:pt x="1391481" y="3426332"/>
                </a:moveTo>
                <a:lnTo>
                  <a:pt x="1393329" y="3429016"/>
                </a:lnTo>
                <a:lnTo>
                  <a:pt x="1393364" y="3429016"/>
                </a:lnTo>
                <a:lnTo>
                  <a:pt x="1818827" y="4196582"/>
                </a:lnTo>
                <a:lnTo>
                  <a:pt x="1812836" y="4199869"/>
                </a:lnTo>
                <a:lnTo>
                  <a:pt x="1385524" y="3429017"/>
                </a:lnTo>
                <a:lnTo>
                  <a:pt x="1385524" y="3429016"/>
                </a:lnTo>
                <a:lnTo>
                  <a:pt x="1385524" y="3428999"/>
                </a:lnTo>
                <a:close/>
                <a:moveTo>
                  <a:pt x="1882983" y="3426330"/>
                </a:moveTo>
                <a:lnTo>
                  <a:pt x="1884831" y="3429016"/>
                </a:lnTo>
                <a:lnTo>
                  <a:pt x="1884866" y="3429016"/>
                </a:lnTo>
                <a:lnTo>
                  <a:pt x="2310329" y="4196582"/>
                </a:lnTo>
                <a:lnTo>
                  <a:pt x="2304338" y="4199869"/>
                </a:lnTo>
                <a:lnTo>
                  <a:pt x="1877026" y="3429017"/>
                </a:lnTo>
                <a:lnTo>
                  <a:pt x="1877026" y="3429016"/>
                </a:lnTo>
                <a:lnTo>
                  <a:pt x="1877026" y="3428999"/>
                </a:lnTo>
                <a:close/>
                <a:moveTo>
                  <a:pt x="2865986" y="3426304"/>
                </a:moveTo>
                <a:lnTo>
                  <a:pt x="2867834" y="3429016"/>
                </a:lnTo>
                <a:lnTo>
                  <a:pt x="2867869" y="3429016"/>
                </a:lnTo>
                <a:lnTo>
                  <a:pt x="3293332" y="4196582"/>
                </a:lnTo>
                <a:lnTo>
                  <a:pt x="3287341" y="4199869"/>
                </a:lnTo>
                <a:lnTo>
                  <a:pt x="2860029" y="3429017"/>
                </a:lnTo>
                <a:lnTo>
                  <a:pt x="2860029" y="3429016"/>
                </a:lnTo>
                <a:lnTo>
                  <a:pt x="2860029" y="3428999"/>
                </a:lnTo>
                <a:close/>
                <a:moveTo>
                  <a:pt x="2374485" y="3426304"/>
                </a:moveTo>
                <a:lnTo>
                  <a:pt x="2376332" y="3429016"/>
                </a:lnTo>
                <a:lnTo>
                  <a:pt x="2376367" y="3429016"/>
                </a:lnTo>
                <a:lnTo>
                  <a:pt x="2801830" y="4196582"/>
                </a:lnTo>
                <a:lnTo>
                  <a:pt x="2795839" y="4199869"/>
                </a:lnTo>
                <a:lnTo>
                  <a:pt x="2368528" y="3429017"/>
                </a:lnTo>
                <a:lnTo>
                  <a:pt x="2368527" y="3429017"/>
                </a:lnTo>
                <a:lnTo>
                  <a:pt x="2368527" y="3429016"/>
                </a:lnTo>
                <a:lnTo>
                  <a:pt x="2368527" y="3428999"/>
                </a:lnTo>
                <a:close/>
                <a:moveTo>
                  <a:pt x="3357487" y="3426301"/>
                </a:moveTo>
                <a:lnTo>
                  <a:pt x="3359335" y="3429016"/>
                </a:lnTo>
                <a:lnTo>
                  <a:pt x="3359370" y="3429016"/>
                </a:lnTo>
                <a:lnTo>
                  <a:pt x="3784833" y="4196582"/>
                </a:lnTo>
                <a:lnTo>
                  <a:pt x="3778842" y="4199869"/>
                </a:lnTo>
                <a:lnTo>
                  <a:pt x="3351531" y="3429017"/>
                </a:lnTo>
                <a:lnTo>
                  <a:pt x="3351530" y="3429017"/>
                </a:lnTo>
                <a:lnTo>
                  <a:pt x="3351530" y="3429016"/>
                </a:lnTo>
                <a:lnTo>
                  <a:pt x="3351530" y="3428999"/>
                </a:lnTo>
                <a:close/>
                <a:moveTo>
                  <a:pt x="3848989" y="3426300"/>
                </a:moveTo>
                <a:lnTo>
                  <a:pt x="3850837" y="3429016"/>
                </a:lnTo>
                <a:lnTo>
                  <a:pt x="3850871" y="3429016"/>
                </a:lnTo>
                <a:lnTo>
                  <a:pt x="4276335" y="4196582"/>
                </a:lnTo>
                <a:lnTo>
                  <a:pt x="4270344" y="4199869"/>
                </a:lnTo>
                <a:lnTo>
                  <a:pt x="3843032" y="3429017"/>
                </a:lnTo>
                <a:lnTo>
                  <a:pt x="3843032" y="3429016"/>
                </a:lnTo>
                <a:lnTo>
                  <a:pt x="3843032" y="3428999"/>
                </a:lnTo>
                <a:close/>
                <a:moveTo>
                  <a:pt x="4340490" y="3426298"/>
                </a:moveTo>
                <a:lnTo>
                  <a:pt x="4342303" y="3429016"/>
                </a:lnTo>
                <a:lnTo>
                  <a:pt x="4342373" y="3429016"/>
                </a:lnTo>
                <a:lnTo>
                  <a:pt x="4767836" y="4196582"/>
                </a:lnTo>
                <a:lnTo>
                  <a:pt x="4761845" y="4199869"/>
                </a:lnTo>
                <a:lnTo>
                  <a:pt x="4334534" y="3429017"/>
                </a:lnTo>
                <a:lnTo>
                  <a:pt x="4334533" y="3429017"/>
                </a:lnTo>
                <a:lnTo>
                  <a:pt x="4334533" y="3429016"/>
                </a:lnTo>
                <a:lnTo>
                  <a:pt x="4334533" y="3428999"/>
                </a:lnTo>
                <a:close/>
                <a:moveTo>
                  <a:pt x="4831991" y="3426273"/>
                </a:moveTo>
                <a:lnTo>
                  <a:pt x="4833804" y="3429016"/>
                </a:lnTo>
                <a:lnTo>
                  <a:pt x="4833840" y="3429016"/>
                </a:lnTo>
                <a:lnTo>
                  <a:pt x="5259337" y="4196582"/>
                </a:lnTo>
                <a:lnTo>
                  <a:pt x="5253346" y="4199869"/>
                </a:lnTo>
                <a:lnTo>
                  <a:pt x="4826035" y="3429017"/>
                </a:lnTo>
                <a:lnTo>
                  <a:pt x="4826034" y="3429017"/>
                </a:lnTo>
                <a:lnTo>
                  <a:pt x="4826034" y="3429016"/>
                </a:lnTo>
                <a:lnTo>
                  <a:pt x="4826034" y="3428999"/>
                </a:lnTo>
                <a:close/>
                <a:moveTo>
                  <a:pt x="5323493" y="3426272"/>
                </a:moveTo>
                <a:lnTo>
                  <a:pt x="5325306" y="3429016"/>
                </a:lnTo>
                <a:lnTo>
                  <a:pt x="5325342" y="3429016"/>
                </a:lnTo>
                <a:lnTo>
                  <a:pt x="5750839" y="4196582"/>
                </a:lnTo>
                <a:lnTo>
                  <a:pt x="5744848" y="4199869"/>
                </a:lnTo>
                <a:lnTo>
                  <a:pt x="5317537" y="3429017"/>
                </a:lnTo>
                <a:lnTo>
                  <a:pt x="5317536" y="3429017"/>
                </a:lnTo>
                <a:lnTo>
                  <a:pt x="5317536" y="3429016"/>
                </a:lnTo>
                <a:lnTo>
                  <a:pt x="5317536" y="3428999"/>
                </a:lnTo>
                <a:close/>
                <a:moveTo>
                  <a:pt x="5814995" y="3426271"/>
                </a:moveTo>
                <a:lnTo>
                  <a:pt x="5816807" y="3429016"/>
                </a:lnTo>
                <a:lnTo>
                  <a:pt x="5816843" y="3429016"/>
                </a:lnTo>
                <a:lnTo>
                  <a:pt x="6007100" y="3772254"/>
                </a:lnTo>
                <a:lnTo>
                  <a:pt x="6007100" y="3786342"/>
                </a:lnTo>
                <a:lnTo>
                  <a:pt x="5809038" y="3429017"/>
                </a:lnTo>
                <a:lnTo>
                  <a:pt x="5809038" y="3429016"/>
                </a:lnTo>
                <a:lnTo>
                  <a:pt x="5809038" y="3428999"/>
                </a:lnTo>
                <a:close/>
                <a:moveTo>
                  <a:pt x="584100" y="2983003"/>
                </a:moveTo>
                <a:lnTo>
                  <a:pt x="590091" y="2986324"/>
                </a:lnTo>
                <a:lnTo>
                  <a:pt x="402556" y="3324658"/>
                </a:lnTo>
                <a:lnTo>
                  <a:pt x="402556" y="3324730"/>
                </a:lnTo>
                <a:lnTo>
                  <a:pt x="344392" y="3429017"/>
                </a:lnTo>
                <a:lnTo>
                  <a:pt x="344357" y="3429017"/>
                </a:lnTo>
                <a:lnTo>
                  <a:pt x="162779" y="3756569"/>
                </a:lnTo>
                <a:lnTo>
                  <a:pt x="156788" y="3753249"/>
                </a:lnTo>
                <a:lnTo>
                  <a:pt x="336518" y="3429016"/>
                </a:lnTo>
                <a:lnTo>
                  <a:pt x="336552" y="3429016"/>
                </a:lnTo>
                <a:lnTo>
                  <a:pt x="402556" y="3310591"/>
                </a:lnTo>
                <a:lnTo>
                  <a:pt x="402556" y="3310521"/>
                </a:lnTo>
                <a:close/>
                <a:moveTo>
                  <a:pt x="92599" y="2983003"/>
                </a:moveTo>
                <a:lnTo>
                  <a:pt x="98590" y="2986325"/>
                </a:lnTo>
                <a:lnTo>
                  <a:pt x="0" y="3164220"/>
                </a:lnTo>
                <a:lnTo>
                  <a:pt x="0" y="3150101"/>
                </a:lnTo>
                <a:close/>
                <a:moveTo>
                  <a:pt x="1075601" y="2983000"/>
                </a:moveTo>
                <a:lnTo>
                  <a:pt x="1081592" y="2986321"/>
                </a:lnTo>
                <a:lnTo>
                  <a:pt x="894057" y="3324658"/>
                </a:lnTo>
                <a:lnTo>
                  <a:pt x="894057" y="3324727"/>
                </a:lnTo>
                <a:lnTo>
                  <a:pt x="835893" y="3429017"/>
                </a:lnTo>
                <a:lnTo>
                  <a:pt x="835858" y="3429017"/>
                </a:lnTo>
                <a:lnTo>
                  <a:pt x="654280" y="3756569"/>
                </a:lnTo>
                <a:lnTo>
                  <a:pt x="648289" y="3753249"/>
                </a:lnTo>
                <a:lnTo>
                  <a:pt x="828019" y="3429016"/>
                </a:lnTo>
                <a:lnTo>
                  <a:pt x="828053" y="3429016"/>
                </a:lnTo>
                <a:lnTo>
                  <a:pt x="894057" y="3310590"/>
                </a:lnTo>
                <a:lnTo>
                  <a:pt x="894057" y="3310519"/>
                </a:lnTo>
                <a:close/>
                <a:moveTo>
                  <a:pt x="1567103" y="2982999"/>
                </a:moveTo>
                <a:lnTo>
                  <a:pt x="1573094" y="2986320"/>
                </a:lnTo>
                <a:lnTo>
                  <a:pt x="1385525" y="3324654"/>
                </a:lnTo>
                <a:lnTo>
                  <a:pt x="1385525" y="3324726"/>
                </a:lnTo>
                <a:lnTo>
                  <a:pt x="1327395" y="3429017"/>
                </a:lnTo>
                <a:lnTo>
                  <a:pt x="1327360" y="3429017"/>
                </a:lnTo>
                <a:lnTo>
                  <a:pt x="1145782" y="3756569"/>
                </a:lnTo>
                <a:lnTo>
                  <a:pt x="1139791" y="3753249"/>
                </a:lnTo>
                <a:lnTo>
                  <a:pt x="1319521" y="3429016"/>
                </a:lnTo>
                <a:lnTo>
                  <a:pt x="1319555" y="3429016"/>
                </a:lnTo>
                <a:lnTo>
                  <a:pt x="1385524" y="3310590"/>
                </a:lnTo>
                <a:lnTo>
                  <a:pt x="1385524" y="3310518"/>
                </a:lnTo>
                <a:close/>
                <a:moveTo>
                  <a:pt x="2058605" y="2982997"/>
                </a:moveTo>
                <a:lnTo>
                  <a:pt x="2064596" y="2986318"/>
                </a:lnTo>
                <a:lnTo>
                  <a:pt x="1877027" y="3324652"/>
                </a:lnTo>
                <a:lnTo>
                  <a:pt x="1877027" y="3324724"/>
                </a:lnTo>
                <a:lnTo>
                  <a:pt x="1818897" y="3429017"/>
                </a:lnTo>
                <a:lnTo>
                  <a:pt x="1818826" y="3429017"/>
                </a:lnTo>
                <a:lnTo>
                  <a:pt x="1637283" y="3756569"/>
                </a:lnTo>
                <a:lnTo>
                  <a:pt x="1631292" y="3753249"/>
                </a:lnTo>
                <a:lnTo>
                  <a:pt x="1811022" y="3429016"/>
                </a:lnTo>
                <a:lnTo>
                  <a:pt x="1811057" y="3429016"/>
                </a:lnTo>
                <a:lnTo>
                  <a:pt x="1877026" y="3310589"/>
                </a:lnTo>
                <a:lnTo>
                  <a:pt x="1877026" y="3310517"/>
                </a:lnTo>
                <a:close/>
                <a:moveTo>
                  <a:pt x="2550106" y="2982972"/>
                </a:moveTo>
                <a:lnTo>
                  <a:pt x="2556097" y="2986293"/>
                </a:lnTo>
                <a:lnTo>
                  <a:pt x="2368527" y="3324629"/>
                </a:lnTo>
                <a:lnTo>
                  <a:pt x="2368527" y="3324723"/>
                </a:lnTo>
                <a:lnTo>
                  <a:pt x="2310363" y="3429017"/>
                </a:lnTo>
                <a:lnTo>
                  <a:pt x="2310329" y="3429017"/>
                </a:lnTo>
                <a:lnTo>
                  <a:pt x="2128785" y="3756569"/>
                </a:lnTo>
                <a:lnTo>
                  <a:pt x="2122794" y="3753249"/>
                </a:lnTo>
                <a:lnTo>
                  <a:pt x="2302524" y="3429016"/>
                </a:lnTo>
                <a:lnTo>
                  <a:pt x="2302558" y="3429016"/>
                </a:lnTo>
                <a:lnTo>
                  <a:pt x="2368527" y="3310585"/>
                </a:lnTo>
                <a:lnTo>
                  <a:pt x="2368527" y="3310491"/>
                </a:lnTo>
                <a:close/>
                <a:moveTo>
                  <a:pt x="3041608" y="2982970"/>
                </a:moveTo>
                <a:lnTo>
                  <a:pt x="3047599" y="2986292"/>
                </a:lnTo>
                <a:lnTo>
                  <a:pt x="2860029" y="3324627"/>
                </a:lnTo>
                <a:lnTo>
                  <a:pt x="2860029" y="3324698"/>
                </a:lnTo>
                <a:lnTo>
                  <a:pt x="2801865" y="3429017"/>
                </a:lnTo>
                <a:lnTo>
                  <a:pt x="2801830" y="3429017"/>
                </a:lnTo>
                <a:lnTo>
                  <a:pt x="2620286" y="3756569"/>
                </a:lnTo>
                <a:lnTo>
                  <a:pt x="2614295" y="3753249"/>
                </a:lnTo>
                <a:lnTo>
                  <a:pt x="2794025" y="3429016"/>
                </a:lnTo>
                <a:lnTo>
                  <a:pt x="2794059" y="3429016"/>
                </a:lnTo>
                <a:lnTo>
                  <a:pt x="2860029" y="3310559"/>
                </a:lnTo>
                <a:lnTo>
                  <a:pt x="2860029" y="3310490"/>
                </a:lnTo>
                <a:close/>
                <a:moveTo>
                  <a:pt x="3533109" y="2982969"/>
                </a:moveTo>
                <a:lnTo>
                  <a:pt x="3539065" y="2986289"/>
                </a:lnTo>
                <a:lnTo>
                  <a:pt x="3351531" y="3324625"/>
                </a:lnTo>
                <a:lnTo>
                  <a:pt x="3351531" y="3324697"/>
                </a:lnTo>
                <a:lnTo>
                  <a:pt x="3293367" y="3429017"/>
                </a:lnTo>
                <a:lnTo>
                  <a:pt x="3293331" y="3429017"/>
                </a:lnTo>
                <a:lnTo>
                  <a:pt x="3111787" y="3756569"/>
                </a:lnTo>
                <a:lnTo>
                  <a:pt x="3105796" y="3753249"/>
                </a:lnTo>
                <a:lnTo>
                  <a:pt x="3285526" y="3429016"/>
                </a:lnTo>
                <a:lnTo>
                  <a:pt x="3285562" y="3429016"/>
                </a:lnTo>
                <a:lnTo>
                  <a:pt x="3351530" y="3310559"/>
                </a:lnTo>
                <a:lnTo>
                  <a:pt x="3351530" y="3310487"/>
                </a:lnTo>
                <a:close/>
                <a:moveTo>
                  <a:pt x="4024576" y="2982967"/>
                </a:moveTo>
                <a:lnTo>
                  <a:pt x="4030567" y="2986288"/>
                </a:lnTo>
                <a:lnTo>
                  <a:pt x="3843032" y="3324625"/>
                </a:lnTo>
                <a:lnTo>
                  <a:pt x="3843032" y="3324694"/>
                </a:lnTo>
                <a:lnTo>
                  <a:pt x="3784868" y="3429017"/>
                </a:lnTo>
                <a:lnTo>
                  <a:pt x="3784832" y="3429017"/>
                </a:lnTo>
                <a:lnTo>
                  <a:pt x="3603289" y="3756569"/>
                </a:lnTo>
                <a:lnTo>
                  <a:pt x="3597298" y="3753249"/>
                </a:lnTo>
                <a:lnTo>
                  <a:pt x="3776994" y="3429016"/>
                </a:lnTo>
                <a:lnTo>
                  <a:pt x="3777063" y="3429016"/>
                </a:lnTo>
                <a:lnTo>
                  <a:pt x="3843032" y="3310556"/>
                </a:lnTo>
                <a:lnTo>
                  <a:pt x="3843032" y="3310486"/>
                </a:lnTo>
                <a:close/>
                <a:moveTo>
                  <a:pt x="4516077" y="2982965"/>
                </a:moveTo>
                <a:lnTo>
                  <a:pt x="4522068" y="2986286"/>
                </a:lnTo>
                <a:lnTo>
                  <a:pt x="4334533" y="3324622"/>
                </a:lnTo>
                <a:lnTo>
                  <a:pt x="4334533" y="3324693"/>
                </a:lnTo>
                <a:lnTo>
                  <a:pt x="4276369" y="3429017"/>
                </a:lnTo>
                <a:lnTo>
                  <a:pt x="4276333" y="3429017"/>
                </a:lnTo>
                <a:lnTo>
                  <a:pt x="4094757" y="3756569"/>
                </a:lnTo>
                <a:lnTo>
                  <a:pt x="4088799" y="3753249"/>
                </a:lnTo>
                <a:lnTo>
                  <a:pt x="4268495" y="3429016"/>
                </a:lnTo>
                <a:lnTo>
                  <a:pt x="4268530" y="3429016"/>
                </a:lnTo>
                <a:lnTo>
                  <a:pt x="4334533" y="3310556"/>
                </a:lnTo>
                <a:lnTo>
                  <a:pt x="4334533" y="3310485"/>
                </a:lnTo>
                <a:close/>
                <a:moveTo>
                  <a:pt x="5007578" y="2982940"/>
                </a:moveTo>
                <a:lnTo>
                  <a:pt x="5013569" y="2986261"/>
                </a:lnTo>
                <a:lnTo>
                  <a:pt x="4826034" y="3324597"/>
                </a:lnTo>
                <a:lnTo>
                  <a:pt x="4826034" y="3324691"/>
                </a:lnTo>
                <a:lnTo>
                  <a:pt x="4767870" y="3429017"/>
                </a:lnTo>
                <a:lnTo>
                  <a:pt x="4767836" y="3429017"/>
                </a:lnTo>
                <a:lnTo>
                  <a:pt x="4586257" y="3756569"/>
                </a:lnTo>
                <a:lnTo>
                  <a:pt x="4580266" y="3753249"/>
                </a:lnTo>
                <a:lnTo>
                  <a:pt x="4759996" y="3429016"/>
                </a:lnTo>
                <a:lnTo>
                  <a:pt x="4760031" y="3429016"/>
                </a:lnTo>
                <a:lnTo>
                  <a:pt x="4826034" y="3310553"/>
                </a:lnTo>
                <a:lnTo>
                  <a:pt x="4826034" y="3310459"/>
                </a:lnTo>
                <a:close/>
                <a:moveTo>
                  <a:pt x="5990582" y="2982938"/>
                </a:moveTo>
                <a:lnTo>
                  <a:pt x="5996573" y="2986259"/>
                </a:lnTo>
                <a:lnTo>
                  <a:pt x="5809038" y="3324594"/>
                </a:lnTo>
                <a:lnTo>
                  <a:pt x="5809038" y="3324665"/>
                </a:lnTo>
                <a:lnTo>
                  <a:pt x="5750873" y="3429017"/>
                </a:lnTo>
                <a:lnTo>
                  <a:pt x="5750839" y="3429017"/>
                </a:lnTo>
                <a:lnTo>
                  <a:pt x="5569261" y="3756569"/>
                </a:lnTo>
                <a:lnTo>
                  <a:pt x="5563270" y="3753249"/>
                </a:lnTo>
                <a:lnTo>
                  <a:pt x="5743000" y="3429016"/>
                </a:lnTo>
                <a:lnTo>
                  <a:pt x="5743034" y="3429016"/>
                </a:lnTo>
                <a:lnTo>
                  <a:pt x="5809038" y="3310526"/>
                </a:lnTo>
                <a:lnTo>
                  <a:pt x="5809038" y="3310457"/>
                </a:lnTo>
                <a:close/>
                <a:moveTo>
                  <a:pt x="5499080" y="2982938"/>
                </a:moveTo>
                <a:lnTo>
                  <a:pt x="5505071" y="2986260"/>
                </a:lnTo>
                <a:lnTo>
                  <a:pt x="5317536" y="3324595"/>
                </a:lnTo>
                <a:lnTo>
                  <a:pt x="5317536" y="3324666"/>
                </a:lnTo>
                <a:lnTo>
                  <a:pt x="5259372" y="3429017"/>
                </a:lnTo>
                <a:lnTo>
                  <a:pt x="5259338" y="3429017"/>
                </a:lnTo>
                <a:lnTo>
                  <a:pt x="5077759" y="3756569"/>
                </a:lnTo>
                <a:lnTo>
                  <a:pt x="5071768" y="3753249"/>
                </a:lnTo>
                <a:lnTo>
                  <a:pt x="5251498" y="3429016"/>
                </a:lnTo>
                <a:lnTo>
                  <a:pt x="5251533" y="3429016"/>
                </a:lnTo>
                <a:lnTo>
                  <a:pt x="5317536" y="3310529"/>
                </a:lnTo>
                <a:lnTo>
                  <a:pt x="5317536" y="3310458"/>
                </a:lnTo>
                <a:close/>
                <a:moveTo>
                  <a:pt x="0" y="2689326"/>
                </a:moveTo>
                <a:lnTo>
                  <a:pt x="344358" y="3310523"/>
                </a:lnTo>
                <a:lnTo>
                  <a:pt x="338367" y="3313843"/>
                </a:lnTo>
                <a:lnTo>
                  <a:pt x="0" y="2703353"/>
                </a:lnTo>
                <a:close/>
                <a:moveTo>
                  <a:pt x="408513" y="2539642"/>
                </a:moveTo>
                <a:lnTo>
                  <a:pt x="410322" y="2542954"/>
                </a:lnTo>
                <a:lnTo>
                  <a:pt x="410361" y="2542954"/>
                </a:lnTo>
                <a:lnTo>
                  <a:pt x="835824" y="3310520"/>
                </a:lnTo>
                <a:lnTo>
                  <a:pt x="829833" y="3313841"/>
                </a:lnTo>
                <a:lnTo>
                  <a:pt x="402560" y="2542962"/>
                </a:lnTo>
                <a:lnTo>
                  <a:pt x="402556" y="2542962"/>
                </a:lnTo>
                <a:lnTo>
                  <a:pt x="402559" y="2542960"/>
                </a:lnTo>
                <a:lnTo>
                  <a:pt x="402556" y="2542954"/>
                </a:lnTo>
                <a:lnTo>
                  <a:pt x="402569" y="2542954"/>
                </a:lnTo>
                <a:close/>
                <a:moveTo>
                  <a:pt x="900014" y="2539639"/>
                </a:moveTo>
                <a:lnTo>
                  <a:pt x="901824" y="2542953"/>
                </a:lnTo>
                <a:lnTo>
                  <a:pt x="901863" y="2542953"/>
                </a:lnTo>
                <a:lnTo>
                  <a:pt x="1327326" y="3310519"/>
                </a:lnTo>
                <a:lnTo>
                  <a:pt x="1321335" y="3313840"/>
                </a:lnTo>
                <a:lnTo>
                  <a:pt x="894061" y="2542960"/>
                </a:lnTo>
                <a:lnTo>
                  <a:pt x="894057" y="2542960"/>
                </a:lnTo>
                <a:lnTo>
                  <a:pt x="894060" y="2542959"/>
                </a:lnTo>
                <a:lnTo>
                  <a:pt x="894057" y="2542953"/>
                </a:lnTo>
                <a:lnTo>
                  <a:pt x="894070" y="2542953"/>
                </a:lnTo>
                <a:close/>
                <a:moveTo>
                  <a:pt x="1391481" y="2539638"/>
                </a:moveTo>
                <a:lnTo>
                  <a:pt x="1393326" y="2542952"/>
                </a:lnTo>
                <a:lnTo>
                  <a:pt x="1393364" y="2542952"/>
                </a:lnTo>
                <a:lnTo>
                  <a:pt x="1818827" y="3310517"/>
                </a:lnTo>
                <a:lnTo>
                  <a:pt x="1812836" y="3313839"/>
                </a:lnTo>
                <a:lnTo>
                  <a:pt x="1385528" y="2542959"/>
                </a:lnTo>
                <a:lnTo>
                  <a:pt x="1385524" y="2542959"/>
                </a:lnTo>
                <a:lnTo>
                  <a:pt x="1385527" y="2542958"/>
                </a:lnTo>
                <a:lnTo>
                  <a:pt x="1385524" y="2542952"/>
                </a:lnTo>
                <a:lnTo>
                  <a:pt x="1385537" y="2542952"/>
                </a:lnTo>
                <a:close/>
                <a:moveTo>
                  <a:pt x="1882983" y="2539636"/>
                </a:moveTo>
                <a:lnTo>
                  <a:pt x="1884828" y="2542949"/>
                </a:lnTo>
                <a:lnTo>
                  <a:pt x="1884866" y="2542949"/>
                </a:lnTo>
                <a:lnTo>
                  <a:pt x="2310329" y="3310516"/>
                </a:lnTo>
                <a:lnTo>
                  <a:pt x="2304338" y="3313836"/>
                </a:lnTo>
                <a:lnTo>
                  <a:pt x="1877030" y="2542958"/>
                </a:lnTo>
                <a:lnTo>
                  <a:pt x="1877026" y="2542958"/>
                </a:lnTo>
                <a:lnTo>
                  <a:pt x="1877029" y="2542955"/>
                </a:lnTo>
                <a:lnTo>
                  <a:pt x="1877026" y="2542949"/>
                </a:lnTo>
                <a:lnTo>
                  <a:pt x="1877039" y="2542949"/>
                </a:lnTo>
                <a:close/>
                <a:moveTo>
                  <a:pt x="2374485" y="2539611"/>
                </a:moveTo>
                <a:lnTo>
                  <a:pt x="2376329" y="2542925"/>
                </a:lnTo>
                <a:lnTo>
                  <a:pt x="2376367" y="2542925"/>
                </a:lnTo>
                <a:lnTo>
                  <a:pt x="2801830" y="3310491"/>
                </a:lnTo>
                <a:lnTo>
                  <a:pt x="2795839" y="3313812"/>
                </a:lnTo>
                <a:lnTo>
                  <a:pt x="2368531" y="2542932"/>
                </a:lnTo>
                <a:lnTo>
                  <a:pt x="2368527" y="2542932"/>
                </a:lnTo>
                <a:lnTo>
                  <a:pt x="2368530" y="2542931"/>
                </a:lnTo>
                <a:lnTo>
                  <a:pt x="2368527" y="2542925"/>
                </a:lnTo>
                <a:lnTo>
                  <a:pt x="2368541" y="2542925"/>
                </a:lnTo>
                <a:close/>
                <a:moveTo>
                  <a:pt x="2865986" y="2539610"/>
                </a:moveTo>
                <a:lnTo>
                  <a:pt x="2867831" y="2542922"/>
                </a:lnTo>
                <a:lnTo>
                  <a:pt x="2867869" y="2542922"/>
                </a:lnTo>
                <a:lnTo>
                  <a:pt x="3293332" y="3310488"/>
                </a:lnTo>
                <a:lnTo>
                  <a:pt x="3287341" y="3313809"/>
                </a:lnTo>
                <a:lnTo>
                  <a:pt x="2860033" y="2542931"/>
                </a:lnTo>
                <a:lnTo>
                  <a:pt x="2860029" y="2542931"/>
                </a:lnTo>
                <a:lnTo>
                  <a:pt x="2860032" y="2542929"/>
                </a:lnTo>
                <a:lnTo>
                  <a:pt x="2860029" y="2542922"/>
                </a:lnTo>
                <a:lnTo>
                  <a:pt x="2860043" y="2542922"/>
                </a:lnTo>
                <a:close/>
                <a:moveTo>
                  <a:pt x="3357487" y="2539607"/>
                </a:moveTo>
                <a:lnTo>
                  <a:pt x="3359332" y="2542921"/>
                </a:lnTo>
                <a:lnTo>
                  <a:pt x="3359370" y="2542921"/>
                </a:lnTo>
                <a:lnTo>
                  <a:pt x="3784833" y="3310487"/>
                </a:lnTo>
                <a:lnTo>
                  <a:pt x="3778842" y="3313808"/>
                </a:lnTo>
                <a:lnTo>
                  <a:pt x="3351534" y="2542929"/>
                </a:lnTo>
                <a:lnTo>
                  <a:pt x="3351530" y="2542929"/>
                </a:lnTo>
                <a:lnTo>
                  <a:pt x="3351533" y="2542927"/>
                </a:lnTo>
                <a:lnTo>
                  <a:pt x="3351530" y="2542921"/>
                </a:lnTo>
                <a:lnTo>
                  <a:pt x="3351544" y="2542921"/>
                </a:lnTo>
                <a:close/>
                <a:moveTo>
                  <a:pt x="3848989" y="2539606"/>
                </a:moveTo>
                <a:lnTo>
                  <a:pt x="3850834" y="2542919"/>
                </a:lnTo>
                <a:lnTo>
                  <a:pt x="3850871" y="2542919"/>
                </a:lnTo>
                <a:lnTo>
                  <a:pt x="4276335" y="3310485"/>
                </a:lnTo>
                <a:lnTo>
                  <a:pt x="4270344" y="3313807"/>
                </a:lnTo>
                <a:lnTo>
                  <a:pt x="3843036" y="2542927"/>
                </a:lnTo>
                <a:lnTo>
                  <a:pt x="3843032" y="2542927"/>
                </a:lnTo>
                <a:lnTo>
                  <a:pt x="3843035" y="2542926"/>
                </a:lnTo>
                <a:lnTo>
                  <a:pt x="3843032" y="2542919"/>
                </a:lnTo>
                <a:lnTo>
                  <a:pt x="3843046" y="2542919"/>
                </a:lnTo>
                <a:close/>
                <a:moveTo>
                  <a:pt x="4340490" y="2539604"/>
                </a:moveTo>
                <a:lnTo>
                  <a:pt x="4342300" y="2542919"/>
                </a:lnTo>
                <a:lnTo>
                  <a:pt x="4342373" y="2542919"/>
                </a:lnTo>
                <a:lnTo>
                  <a:pt x="4767836" y="3310485"/>
                </a:lnTo>
                <a:lnTo>
                  <a:pt x="4761845" y="3313806"/>
                </a:lnTo>
                <a:lnTo>
                  <a:pt x="4334537" y="2542926"/>
                </a:lnTo>
                <a:lnTo>
                  <a:pt x="4334533" y="2542926"/>
                </a:lnTo>
                <a:lnTo>
                  <a:pt x="4334536" y="2542925"/>
                </a:lnTo>
                <a:lnTo>
                  <a:pt x="4334533" y="2542919"/>
                </a:lnTo>
                <a:lnTo>
                  <a:pt x="4334547" y="2542919"/>
                </a:lnTo>
                <a:close/>
                <a:moveTo>
                  <a:pt x="4831991" y="2539579"/>
                </a:moveTo>
                <a:lnTo>
                  <a:pt x="4833801" y="2542893"/>
                </a:lnTo>
                <a:lnTo>
                  <a:pt x="4833840" y="2542893"/>
                </a:lnTo>
                <a:lnTo>
                  <a:pt x="5259337" y="3310459"/>
                </a:lnTo>
                <a:lnTo>
                  <a:pt x="5253346" y="3313780"/>
                </a:lnTo>
                <a:lnTo>
                  <a:pt x="4826038" y="2542900"/>
                </a:lnTo>
                <a:lnTo>
                  <a:pt x="4826037" y="2542900"/>
                </a:lnTo>
                <a:lnTo>
                  <a:pt x="4826034" y="2542893"/>
                </a:lnTo>
                <a:lnTo>
                  <a:pt x="4826048" y="2542893"/>
                </a:lnTo>
                <a:close/>
                <a:moveTo>
                  <a:pt x="5323493" y="2539578"/>
                </a:moveTo>
                <a:lnTo>
                  <a:pt x="5325303" y="2542892"/>
                </a:lnTo>
                <a:lnTo>
                  <a:pt x="5325342" y="2542892"/>
                </a:lnTo>
                <a:lnTo>
                  <a:pt x="5750839" y="3310458"/>
                </a:lnTo>
                <a:lnTo>
                  <a:pt x="5744848" y="3313779"/>
                </a:lnTo>
                <a:lnTo>
                  <a:pt x="5317540" y="2542900"/>
                </a:lnTo>
                <a:lnTo>
                  <a:pt x="5317536" y="2542900"/>
                </a:lnTo>
                <a:lnTo>
                  <a:pt x="5317539" y="2542897"/>
                </a:lnTo>
                <a:lnTo>
                  <a:pt x="5317536" y="2542892"/>
                </a:lnTo>
                <a:lnTo>
                  <a:pt x="5317550" y="2542892"/>
                </a:lnTo>
                <a:close/>
                <a:moveTo>
                  <a:pt x="5814995" y="2539577"/>
                </a:moveTo>
                <a:lnTo>
                  <a:pt x="5816804" y="2542889"/>
                </a:lnTo>
                <a:lnTo>
                  <a:pt x="5816843" y="2542889"/>
                </a:lnTo>
                <a:lnTo>
                  <a:pt x="6007100" y="2886127"/>
                </a:lnTo>
                <a:lnTo>
                  <a:pt x="6007100" y="2900231"/>
                </a:lnTo>
                <a:lnTo>
                  <a:pt x="5809042" y="2542897"/>
                </a:lnTo>
                <a:lnTo>
                  <a:pt x="5809038" y="2542897"/>
                </a:lnTo>
                <a:lnTo>
                  <a:pt x="5809041" y="2542895"/>
                </a:lnTo>
                <a:lnTo>
                  <a:pt x="5809038" y="2542889"/>
                </a:lnTo>
                <a:lnTo>
                  <a:pt x="5809052" y="2542889"/>
                </a:lnTo>
                <a:close/>
                <a:moveTo>
                  <a:pt x="92599" y="2096309"/>
                </a:moveTo>
                <a:lnTo>
                  <a:pt x="98590" y="2099631"/>
                </a:lnTo>
                <a:lnTo>
                  <a:pt x="0" y="2277528"/>
                </a:lnTo>
                <a:lnTo>
                  <a:pt x="0" y="2263424"/>
                </a:lnTo>
                <a:close/>
                <a:moveTo>
                  <a:pt x="584100" y="2096308"/>
                </a:moveTo>
                <a:lnTo>
                  <a:pt x="590091" y="2099630"/>
                </a:lnTo>
                <a:lnTo>
                  <a:pt x="402556" y="2437965"/>
                </a:lnTo>
                <a:lnTo>
                  <a:pt x="402556" y="2438036"/>
                </a:lnTo>
                <a:lnTo>
                  <a:pt x="344392" y="2542965"/>
                </a:lnTo>
                <a:lnTo>
                  <a:pt x="344354" y="2542965"/>
                </a:lnTo>
                <a:lnTo>
                  <a:pt x="162779" y="2870511"/>
                </a:lnTo>
                <a:lnTo>
                  <a:pt x="156788" y="2867190"/>
                </a:lnTo>
                <a:lnTo>
                  <a:pt x="336518" y="2542958"/>
                </a:lnTo>
                <a:lnTo>
                  <a:pt x="336556" y="2542958"/>
                </a:lnTo>
                <a:lnTo>
                  <a:pt x="402556" y="2423931"/>
                </a:lnTo>
                <a:lnTo>
                  <a:pt x="402556" y="2423862"/>
                </a:lnTo>
                <a:close/>
                <a:moveTo>
                  <a:pt x="1075601" y="2096306"/>
                </a:moveTo>
                <a:lnTo>
                  <a:pt x="1081592" y="2099627"/>
                </a:lnTo>
                <a:lnTo>
                  <a:pt x="894057" y="2437964"/>
                </a:lnTo>
                <a:lnTo>
                  <a:pt x="894057" y="2438033"/>
                </a:lnTo>
                <a:lnTo>
                  <a:pt x="835893" y="2542962"/>
                </a:lnTo>
                <a:lnTo>
                  <a:pt x="835855" y="2542962"/>
                </a:lnTo>
                <a:lnTo>
                  <a:pt x="654280" y="2870508"/>
                </a:lnTo>
                <a:lnTo>
                  <a:pt x="648289" y="2867189"/>
                </a:lnTo>
                <a:lnTo>
                  <a:pt x="828019" y="2542955"/>
                </a:lnTo>
                <a:lnTo>
                  <a:pt x="828057" y="2542955"/>
                </a:lnTo>
                <a:lnTo>
                  <a:pt x="894057" y="2423929"/>
                </a:lnTo>
                <a:lnTo>
                  <a:pt x="894057" y="2423859"/>
                </a:lnTo>
                <a:close/>
                <a:moveTo>
                  <a:pt x="1567103" y="2096305"/>
                </a:moveTo>
                <a:lnTo>
                  <a:pt x="1573094" y="2099626"/>
                </a:lnTo>
                <a:lnTo>
                  <a:pt x="1385525" y="2437960"/>
                </a:lnTo>
                <a:lnTo>
                  <a:pt x="1385525" y="2438032"/>
                </a:lnTo>
                <a:lnTo>
                  <a:pt x="1327395" y="2542961"/>
                </a:lnTo>
                <a:lnTo>
                  <a:pt x="1327357" y="2542961"/>
                </a:lnTo>
                <a:lnTo>
                  <a:pt x="1145782" y="2870507"/>
                </a:lnTo>
                <a:lnTo>
                  <a:pt x="1139791" y="2867186"/>
                </a:lnTo>
                <a:lnTo>
                  <a:pt x="1319521" y="2542954"/>
                </a:lnTo>
                <a:lnTo>
                  <a:pt x="1319559" y="2542954"/>
                </a:lnTo>
                <a:lnTo>
                  <a:pt x="1385524" y="2423929"/>
                </a:lnTo>
                <a:lnTo>
                  <a:pt x="1385524" y="2423858"/>
                </a:lnTo>
                <a:close/>
                <a:moveTo>
                  <a:pt x="2058605" y="2096303"/>
                </a:moveTo>
                <a:lnTo>
                  <a:pt x="2064596" y="2099625"/>
                </a:lnTo>
                <a:lnTo>
                  <a:pt x="1877027" y="2437958"/>
                </a:lnTo>
                <a:lnTo>
                  <a:pt x="1877027" y="2438030"/>
                </a:lnTo>
                <a:lnTo>
                  <a:pt x="1818897" y="2542959"/>
                </a:lnTo>
                <a:lnTo>
                  <a:pt x="1818823" y="2542959"/>
                </a:lnTo>
                <a:lnTo>
                  <a:pt x="1637283" y="2870505"/>
                </a:lnTo>
                <a:lnTo>
                  <a:pt x="1631292" y="2867185"/>
                </a:lnTo>
                <a:lnTo>
                  <a:pt x="1811022" y="2542952"/>
                </a:lnTo>
                <a:lnTo>
                  <a:pt x="1811061" y="2542952"/>
                </a:lnTo>
                <a:lnTo>
                  <a:pt x="1877026" y="2423928"/>
                </a:lnTo>
                <a:lnTo>
                  <a:pt x="1877026" y="2423856"/>
                </a:lnTo>
                <a:close/>
                <a:moveTo>
                  <a:pt x="2550106" y="2096278"/>
                </a:moveTo>
                <a:lnTo>
                  <a:pt x="2556097" y="2099599"/>
                </a:lnTo>
                <a:lnTo>
                  <a:pt x="2368527" y="2437935"/>
                </a:lnTo>
                <a:lnTo>
                  <a:pt x="2368527" y="2438030"/>
                </a:lnTo>
                <a:lnTo>
                  <a:pt x="2310363" y="2542958"/>
                </a:lnTo>
                <a:lnTo>
                  <a:pt x="2310325" y="2542958"/>
                </a:lnTo>
                <a:lnTo>
                  <a:pt x="2128785" y="2870504"/>
                </a:lnTo>
                <a:lnTo>
                  <a:pt x="2122794" y="2867183"/>
                </a:lnTo>
                <a:lnTo>
                  <a:pt x="2302524" y="2542952"/>
                </a:lnTo>
                <a:lnTo>
                  <a:pt x="2302562" y="2542952"/>
                </a:lnTo>
                <a:lnTo>
                  <a:pt x="2368527" y="2423924"/>
                </a:lnTo>
                <a:lnTo>
                  <a:pt x="2368527" y="2423831"/>
                </a:lnTo>
                <a:close/>
                <a:moveTo>
                  <a:pt x="3041608" y="2096276"/>
                </a:moveTo>
                <a:lnTo>
                  <a:pt x="3047599" y="2099598"/>
                </a:lnTo>
                <a:lnTo>
                  <a:pt x="2860029" y="2437933"/>
                </a:lnTo>
                <a:lnTo>
                  <a:pt x="2860029" y="2438004"/>
                </a:lnTo>
                <a:lnTo>
                  <a:pt x="2801865" y="2542932"/>
                </a:lnTo>
                <a:lnTo>
                  <a:pt x="2801826" y="2542932"/>
                </a:lnTo>
                <a:lnTo>
                  <a:pt x="2620286" y="2870479"/>
                </a:lnTo>
                <a:lnTo>
                  <a:pt x="2614295" y="2867158"/>
                </a:lnTo>
                <a:lnTo>
                  <a:pt x="2794025" y="2542926"/>
                </a:lnTo>
                <a:lnTo>
                  <a:pt x="2794063" y="2542926"/>
                </a:lnTo>
                <a:lnTo>
                  <a:pt x="2860029" y="2423900"/>
                </a:lnTo>
                <a:lnTo>
                  <a:pt x="2860029" y="2423830"/>
                </a:lnTo>
                <a:close/>
                <a:moveTo>
                  <a:pt x="3533109" y="2096275"/>
                </a:moveTo>
                <a:lnTo>
                  <a:pt x="3539065" y="2099595"/>
                </a:lnTo>
                <a:lnTo>
                  <a:pt x="3351531" y="2437929"/>
                </a:lnTo>
                <a:lnTo>
                  <a:pt x="3351531" y="2438003"/>
                </a:lnTo>
                <a:lnTo>
                  <a:pt x="3293367" y="2542932"/>
                </a:lnTo>
                <a:lnTo>
                  <a:pt x="3293327" y="2542932"/>
                </a:lnTo>
                <a:lnTo>
                  <a:pt x="3111787" y="2870476"/>
                </a:lnTo>
                <a:lnTo>
                  <a:pt x="3105796" y="2867157"/>
                </a:lnTo>
                <a:lnTo>
                  <a:pt x="3285526" y="2542923"/>
                </a:lnTo>
                <a:lnTo>
                  <a:pt x="3285565" y="2542923"/>
                </a:lnTo>
                <a:lnTo>
                  <a:pt x="3351530" y="2423901"/>
                </a:lnTo>
                <a:lnTo>
                  <a:pt x="3351530" y="2423827"/>
                </a:lnTo>
                <a:close/>
                <a:moveTo>
                  <a:pt x="4024576" y="2096273"/>
                </a:moveTo>
                <a:lnTo>
                  <a:pt x="4030567" y="2099594"/>
                </a:lnTo>
                <a:lnTo>
                  <a:pt x="3843032" y="2437931"/>
                </a:lnTo>
                <a:lnTo>
                  <a:pt x="3843032" y="2438000"/>
                </a:lnTo>
                <a:lnTo>
                  <a:pt x="3784868" y="2542929"/>
                </a:lnTo>
                <a:lnTo>
                  <a:pt x="3784829" y="2542929"/>
                </a:lnTo>
                <a:lnTo>
                  <a:pt x="3603289" y="2870475"/>
                </a:lnTo>
                <a:lnTo>
                  <a:pt x="3597298" y="2867156"/>
                </a:lnTo>
                <a:lnTo>
                  <a:pt x="3776994" y="2542922"/>
                </a:lnTo>
                <a:lnTo>
                  <a:pt x="3777066" y="2542922"/>
                </a:lnTo>
                <a:lnTo>
                  <a:pt x="3843032" y="2423896"/>
                </a:lnTo>
                <a:lnTo>
                  <a:pt x="3843032" y="2423826"/>
                </a:lnTo>
                <a:close/>
                <a:moveTo>
                  <a:pt x="4516077" y="2096271"/>
                </a:moveTo>
                <a:lnTo>
                  <a:pt x="4522068" y="2099592"/>
                </a:lnTo>
                <a:lnTo>
                  <a:pt x="4334533" y="2437928"/>
                </a:lnTo>
                <a:lnTo>
                  <a:pt x="4334533" y="2437999"/>
                </a:lnTo>
                <a:lnTo>
                  <a:pt x="4276369" y="2542928"/>
                </a:lnTo>
                <a:lnTo>
                  <a:pt x="4276330" y="2542928"/>
                </a:lnTo>
                <a:lnTo>
                  <a:pt x="4094757" y="2870473"/>
                </a:lnTo>
                <a:lnTo>
                  <a:pt x="4088799" y="2867153"/>
                </a:lnTo>
                <a:lnTo>
                  <a:pt x="4268495" y="2542920"/>
                </a:lnTo>
                <a:lnTo>
                  <a:pt x="4268533" y="2542920"/>
                </a:lnTo>
                <a:lnTo>
                  <a:pt x="4334533" y="2423895"/>
                </a:lnTo>
                <a:lnTo>
                  <a:pt x="4334533" y="2423824"/>
                </a:lnTo>
                <a:close/>
                <a:moveTo>
                  <a:pt x="5007578" y="2096246"/>
                </a:moveTo>
                <a:lnTo>
                  <a:pt x="5013569" y="2099567"/>
                </a:lnTo>
                <a:lnTo>
                  <a:pt x="4826034" y="2437903"/>
                </a:lnTo>
                <a:lnTo>
                  <a:pt x="4826034" y="2437997"/>
                </a:lnTo>
                <a:lnTo>
                  <a:pt x="4767870" y="2542926"/>
                </a:lnTo>
                <a:lnTo>
                  <a:pt x="4767832" y="2542926"/>
                </a:lnTo>
                <a:lnTo>
                  <a:pt x="4586257" y="2870473"/>
                </a:lnTo>
                <a:lnTo>
                  <a:pt x="4580266" y="2867152"/>
                </a:lnTo>
                <a:lnTo>
                  <a:pt x="4759996" y="2542919"/>
                </a:lnTo>
                <a:lnTo>
                  <a:pt x="4760034" y="2542919"/>
                </a:lnTo>
                <a:lnTo>
                  <a:pt x="4826034" y="2423894"/>
                </a:lnTo>
                <a:lnTo>
                  <a:pt x="4826034" y="2423799"/>
                </a:lnTo>
                <a:close/>
                <a:moveTo>
                  <a:pt x="5499080" y="2096244"/>
                </a:moveTo>
                <a:lnTo>
                  <a:pt x="5505071" y="2099566"/>
                </a:lnTo>
                <a:lnTo>
                  <a:pt x="5317536" y="2437901"/>
                </a:lnTo>
                <a:lnTo>
                  <a:pt x="5317536" y="2437972"/>
                </a:lnTo>
                <a:lnTo>
                  <a:pt x="5259372" y="2542901"/>
                </a:lnTo>
                <a:lnTo>
                  <a:pt x="5259334" y="2542901"/>
                </a:lnTo>
                <a:lnTo>
                  <a:pt x="5077759" y="2870447"/>
                </a:lnTo>
                <a:lnTo>
                  <a:pt x="5071768" y="2867126"/>
                </a:lnTo>
                <a:lnTo>
                  <a:pt x="5251498" y="2542893"/>
                </a:lnTo>
                <a:lnTo>
                  <a:pt x="5251536" y="2542893"/>
                </a:lnTo>
                <a:lnTo>
                  <a:pt x="5317536" y="2423869"/>
                </a:lnTo>
                <a:lnTo>
                  <a:pt x="5317536" y="2423797"/>
                </a:lnTo>
                <a:close/>
                <a:moveTo>
                  <a:pt x="5990582" y="2096243"/>
                </a:moveTo>
                <a:lnTo>
                  <a:pt x="5996573" y="2099565"/>
                </a:lnTo>
                <a:lnTo>
                  <a:pt x="5809038" y="2437900"/>
                </a:lnTo>
                <a:lnTo>
                  <a:pt x="5809038" y="2437971"/>
                </a:lnTo>
                <a:lnTo>
                  <a:pt x="5750873" y="2542900"/>
                </a:lnTo>
                <a:lnTo>
                  <a:pt x="5750836" y="2542900"/>
                </a:lnTo>
                <a:lnTo>
                  <a:pt x="5569261" y="2870446"/>
                </a:lnTo>
                <a:lnTo>
                  <a:pt x="5563270" y="2867125"/>
                </a:lnTo>
                <a:lnTo>
                  <a:pt x="5743000" y="2542893"/>
                </a:lnTo>
                <a:lnTo>
                  <a:pt x="5743038" y="2542893"/>
                </a:lnTo>
                <a:lnTo>
                  <a:pt x="5809038" y="2423866"/>
                </a:lnTo>
                <a:lnTo>
                  <a:pt x="5809038" y="2423797"/>
                </a:lnTo>
                <a:close/>
                <a:moveTo>
                  <a:pt x="0" y="1802632"/>
                </a:moveTo>
                <a:lnTo>
                  <a:pt x="344358" y="2423829"/>
                </a:lnTo>
                <a:lnTo>
                  <a:pt x="338367" y="2427149"/>
                </a:lnTo>
                <a:lnTo>
                  <a:pt x="0" y="1816659"/>
                </a:lnTo>
                <a:close/>
                <a:moveTo>
                  <a:pt x="408513" y="1652948"/>
                </a:moveTo>
                <a:lnTo>
                  <a:pt x="410322" y="1656260"/>
                </a:lnTo>
                <a:lnTo>
                  <a:pt x="410361" y="1656260"/>
                </a:lnTo>
                <a:lnTo>
                  <a:pt x="835824" y="2423826"/>
                </a:lnTo>
                <a:lnTo>
                  <a:pt x="829833" y="2427147"/>
                </a:lnTo>
                <a:lnTo>
                  <a:pt x="402560" y="1656268"/>
                </a:lnTo>
                <a:lnTo>
                  <a:pt x="402556" y="1656268"/>
                </a:lnTo>
                <a:lnTo>
                  <a:pt x="402559" y="1656266"/>
                </a:lnTo>
                <a:lnTo>
                  <a:pt x="402556" y="1656260"/>
                </a:lnTo>
                <a:lnTo>
                  <a:pt x="402569" y="1656260"/>
                </a:lnTo>
                <a:close/>
                <a:moveTo>
                  <a:pt x="900014" y="1652945"/>
                </a:moveTo>
                <a:lnTo>
                  <a:pt x="901824" y="1656259"/>
                </a:lnTo>
                <a:lnTo>
                  <a:pt x="901863" y="1656259"/>
                </a:lnTo>
                <a:lnTo>
                  <a:pt x="1327326" y="2423825"/>
                </a:lnTo>
                <a:lnTo>
                  <a:pt x="1321335" y="2427146"/>
                </a:lnTo>
                <a:lnTo>
                  <a:pt x="894061" y="1656266"/>
                </a:lnTo>
                <a:lnTo>
                  <a:pt x="894057" y="1656266"/>
                </a:lnTo>
                <a:lnTo>
                  <a:pt x="894060" y="1656264"/>
                </a:lnTo>
                <a:lnTo>
                  <a:pt x="894057" y="1656259"/>
                </a:lnTo>
                <a:lnTo>
                  <a:pt x="894070" y="1656259"/>
                </a:lnTo>
                <a:close/>
                <a:moveTo>
                  <a:pt x="1391481" y="1652944"/>
                </a:moveTo>
                <a:lnTo>
                  <a:pt x="1393326" y="1656257"/>
                </a:lnTo>
                <a:lnTo>
                  <a:pt x="1393364" y="1656257"/>
                </a:lnTo>
                <a:lnTo>
                  <a:pt x="1818827" y="2423823"/>
                </a:lnTo>
                <a:lnTo>
                  <a:pt x="1812836" y="2427145"/>
                </a:lnTo>
                <a:lnTo>
                  <a:pt x="1385528" y="1656265"/>
                </a:lnTo>
                <a:lnTo>
                  <a:pt x="1385524" y="1656265"/>
                </a:lnTo>
                <a:lnTo>
                  <a:pt x="1385527" y="1656263"/>
                </a:lnTo>
                <a:lnTo>
                  <a:pt x="1385524" y="1656257"/>
                </a:lnTo>
                <a:lnTo>
                  <a:pt x="1385537" y="1656257"/>
                </a:lnTo>
                <a:close/>
                <a:moveTo>
                  <a:pt x="1882983" y="1652942"/>
                </a:moveTo>
                <a:lnTo>
                  <a:pt x="1884828" y="1656257"/>
                </a:lnTo>
                <a:lnTo>
                  <a:pt x="1884866" y="1656257"/>
                </a:lnTo>
                <a:lnTo>
                  <a:pt x="2310329" y="2423823"/>
                </a:lnTo>
                <a:lnTo>
                  <a:pt x="2304338" y="2427142"/>
                </a:lnTo>
                <a:lnTo>
                  <a:pt x="1877030" y="1656263"/>
                </a:lnTo>
                <a:lnTo>
                  <a:pt x="1877026" y="1656263"/>
                </a:lnTo>
                <a:lnTo>
                  <a:pt x="1877029" y="1656261"/>
                </a:lnTo>
                <a:lnTo>
                  <a:pt x="1877026" y="1656257"/>
                </a:lnTo>
                <a:lnTo>
                  <a:pt x="1877039" y="1656257"/>
                </a:lnTo>
                <a:close/>
                <a:moveTo>
                  <a:pt x="2374485" y="1652917"/>
                </a:moveTo>
                <a:lnTo>
                  <a:pt x="2376329" y="1656231"/>
                </a:lnTo>
                <a:lnTo>
                  <a:pt x="2376367" y="1656231"/>
                </a:lnTo>
                <a:lnTo>
                  <a:pt x="2801830" y="2423797"/>
                </a:lnTo>
                <a:lnTo>
                  <a:pt x="2795839" y="2427118"/>
                </a:lnTo>
                <a:lnTo>
                  <a:pt x="2368531" y="1656238"/>
                </a:lnTo>
                <a:lnTo>
                  <a:pt x="2368527" y="1656238"/>
                </a:lnTo>
                <a:lnTo>
                  <a:pt x="2368530" y="1656237"/>
                </a:lnTo>
                <a:lnTo>
                  <a:pt x="2368527" y="1656231"/>
                </a:lnTo>
                <a:lnTo>
                  <a:pt x="2368541" y="1656231"/>
                </a:lnTo>
                <a:close/>
                <a:moveTo>
                  <a:pt x="3357487" y="1652915"/>
                </a:moveTo>
                <a:lnTo>
                  <a:pt x="3359332" y="1656227"/>
                </a:lnTo>
                <a:lnTo>
                  <a:pt x="3359370" y="1656227"/>
                </a:lnTo>
                <a:lnTo>
                  <a:pt x="3784833" y="2423793"/>
                </a:lnTo>
                <a:lnTo>
                  <a:pt x="3778842" y="2427114"/>
                </a:lnTo>
                <a:lnTo>
                  <a:pt x="3351534" y="1656235"/>
                </a:lnTo>
                <a:lnTo>
                  <a:pt x="3351530" y="1656235"/>
                </a:lnTo>
                <a:lnTo>
                  <a:pt x="3351533" y="1656233"/>
                </a:lnTo>
                <a:lnTo>
                  <a:pt x="3351530" y="1656227"/>
                </a:lnTo>
                <a:lnTo>
                  <a:pt x="3351544" y="1656227"/>
                </a:lnTo>
                <a:close/>
                <a:moveTo>
                  <a:pt x="2865986" y="1652915"/>
                </a:moveTo>
                <a:lnTo>
                  <a:pt x="2867831" y="1656229"/>
                </a:lnTo>
                <a:lnTo>
                  <a:pt x="2867869" y="1656229"/>
                </a:lnTo>
                <a:lnTo>
                  <a:pt x="3293332" y="2423794"/>
                </a:lnTo>
                <a:lnTo>
                  <a:pt x="3287341" y="2427116"/>
                </a:lnTo>
                <a:lnTo>
                  <a:pt x="2860033" y="1656237"/>
                </a:lnTo>
                <a:lnTo>
                  <a:pt x="2860029" y="1656237"/>
                </a:lnTo>
                <a:lnTo>
                  <a:pt x="2860032" y="1656234"/>
                </a:lnTo>
                <a:lnTo>
                  <a:pt x="2860029" y="1656229"/>
                </a:lnTo>
                <a:lnTo>
                  <a:pt x="2860043" y="1656229"/>
                </a:lnTo>
                <a:close/>
                <a:moveTo>
                  <a:pt x="3848989" y="1652912"/>
                </a:moveTo>
                <a:lnTo>
                  <a:pt x="3850834" y="1656225"/>
                </a:lnTo>
                <a:lnTo>
                  <a:pt x="3850871" y="1656225"/>
                </a:lnTo>
                <a:lnTo>
                  <a:pt x="4276335" y="2423791"/>
                </a:lnTo>
                <a:lnTo>
                  <a:pt x="4270344" y="2427113"/>
                </a:lnTo>
                <a:lnTo>
                  <a:pt x="3843036" y="1656233"/>
                </a:lnTo>
                <a:lnTo>
                  <a:pt x="3843032" y="1656233"/>
                </a:lnTo>
                <a:lnTo>
                  <a:pt x="3843035" y="1656231"/>
                </a:lnTo>
                <a:lnTo>
                  <a:pt x="3843032" y="1656225"/>
                </a:lnTo>
                <a:lnTo>
                  <a:pt x="3843046" y="1656225"/>
                </a:lnTo>
                <a:close/>
                <a:moveTo>
                  <a:pt x="4340490" y="1652910"/>
                </a:moveTo>
                <a:lnTo>
                  <a:pt x="4342300" y="1656224"/>
                </a:lnTo>
                <a:lnTo>
                  <a:pt x="4342373" y="1656224"/>
                </a:lnTo>
                <a:lnTo>
                  <a:pt x="4767836" y="2423791"/>
                </a:lnTo>
                <a:lnTo>
                  <a:pt x="4761845" y="2427112"/>
                </a:lnTo>
                <a:lnTo>
                  <a:pt x="4334537" y="1656232"/>
                </a:lnTo>
                <a:lnTo>
                  <a:pt x="4334533" y="1656232"/>
                </a:lnTo>
                <a:lnTo>
                  <a:pt x="4334536" y="1656231"/>
                </a:lnTo>
                <a:lnTo>
                  <a:pt x="4334533" y="1656224"/>
                </a:lnTo>
                <a:lnTo>
                  <a:pt x="4334547" y="1656224"/>
                </a:lnTo>
                <a:close/>
                <a:moveTo>
                  <a:pt x="4831991" y="1652885"/>
                </a:moveTo>
                <a:lnTo>
                  <a:pt x="4833801" y="1656199"/>
                </a:lnTo>
                <a:lnTo>
                  <a:pt x="4833840" y="1656199"/>
                </a:lnTo>
                <a:lnTo>
                  <a:pt x="5259337" y="2423765"/>
                </a:lnTo>
                <a:lnTo>
                  <a:pt x="5253346" y="2427087"/>
                </a:lnTo>
                <a:lnTo>
                  <a:pt x="4826038" y="1656206"/>
                </a:lnTo>
                <a:lnTo>
                  <a:pt x="4826034" y="1656206"/>
                </a:lnTo>
                <a:lnTo>
                  <a:pt x="4826037" y="1656205"/>
                </a:lnTo>
                <a:lnTo>
                  <a:pt x="4826034" y="1656199"/>
                </a:lnTo>
                <a:lnTo>
                  <a:pt x="4826048" y="1656199"/>
                </a:lnTo>
                <a:close/>
                <a:moveTo>
                  <a:pt x="5323493" y="1652884"/>
                </a:moveTo>
                <a:lnTo>
                  <a:pt x="5325303" y="1656198"/>
                </a:lnTo>
                <a:lnTo>
                  <a:pt x="5325342" y="1656198"/>
                </a:lnTo>
                <a:lnTo>
                  <a:pt x="5750839" y="2423764"/>
                </a:lnTo>
                <a:lnTo>
                  <a:pt x="5744848" y="2427084"/>
                </a:lnTo>
                <a:lnTo>
                  <a:pt x="5317540" y="1656205"/>
                </a:lnTo>
                <a:lnTo>
                  <a:pt x="5317536" y="1656205"/>
                </a:lnTo>
                <a:lnTo>
                  <a:pt x="5317539" y="1656203"/>
                </a:lnTo>
                <a:lnTo>
                  <a:pt x="5317536" y="1656198"/>
                </a:lnTo>
                <a:lnTo>
                  <a:pt x="5317550" y="1656198"/>
                </a:lnTo>
                <a:close/>
                <a:moveTo>
                  <a:pt x="5814995" y="1652883"/>
                </a:moveTo>
                <a:lnTo>
                  <a:pt x="5816804" y="1656195"/>
                </a:lnTo>
                <a:lnTo>
                  <a:pt x="5816843" y="1656195"/>
                </a:lnTo>
                <a:lnTo>
                  <a:pt x="6007100" y="1999433"/>
                </a:lnTo>
                <a:lnTo>
                  <a:pt x="6007100" y="2013537"/>
                </a:lnTo>
                <a:lnTo>
                  <a:pt x="5809042" y="1656203"/>
                </a:lnTo>
                <a:lnTo>
                  <a:pt x="5809038" y="1656203"/>
                </a:lnTo>
                <a:lnTo>
                  <a:pt x="5809041" y="1656201"/>
                </a:lnTo>
                <a:lnTo>
                  <a:pt x="5809038" y="1656195"/>
                </a:lnTo>
                <a:lnTo>
                  <a:pt x="5809052" y="1656195"/>
                </a:lnTo>
                <a:close/>
                <a:moveTo>
                  <a:pt x="92599" y="1209616"/>
                </a:moveTo>
                <a:lnTo>
                  <a:pt x="98590" y="1212937"/>
                </a:lnTo>
                <a:lnTo>
                  <a:pt x="0" y="1390837"/>
                </a:lnTo>
                <a:lnTo>
                  <a:pt x="0" y="1376731"/>
                </a:lnTo>
                <a:close/>
                <a:moveTo>
                  <a:pt x="584100" y="1209615"/>
                </a:moveTo>
                <a:lnTo>
                  <a:pt x="590091" y="1212936"/>
                </a:lnTo>
                <a:lnTo>
                  <a:pt x="402556" y="1551272"/>
                </a:lnTo>
                <a:lnTo>
                  <a:pt x="402556" y="1551341"/>
                </a:lnTo>
                <a:lnTo>
                  <a:pt x="344392" y="1656270"/>
                </a:lnTo>
                <a:lnTo>
                  <a:pt x="344354" y="1656270"/>
                </a:lnTo>
                <a:lnTo>
                  <a:pt x="162779" y="1983817"/>
                </a:lnTo>
                <a:lnTo>
                  <a:pt x="156788" y="1980496"/>
                </a:lnTo>
                <a:lnTo>
                  <a:pt x="336518" y="1656263"/>
                </a:lnTo>
                <a:lnTo>
                  <a:pt x="336556" y="1656263"/>
                </a:lnTo>
                <a:lnTo>
                  <a:pt x="402556" y="1537237"/>
                </a:lnTo>
                <a:lnTo>
                  <a:pt x="402556" y="1537168"/>
                </a:lnTo>
                <a:close/>
                <a:moveTo>
                  <a:pt x="1075601" y="1209614"/>
                </a:moveTo>
                <a:lnTo>
                  <a:pt x="1081592" y="1212934"/>
                </a:lnTo>
                <a:lnTo>
                  <a:pt x="894057" y="1551270"/>
                </a:lnTo>
                <a:lnTo>
                  <a:pt x="894057" y="1551341"/>
                </a:lnTo>
                <a:lnTo>
                  <a:pt x="835893" y="1656270"/>
                </a:lnTo>
                <a:lnTo>
                  <a:pt x="835855" y="1656270"/>
                </a:lnTo>
                <a:lnTo>
                  <a:pt x="654280" y="1983814"/>
                </a:lnTo>
                <a:lnTo>
                  <a:pt x="648289" y="1980495"/>
                </a:lnTo>
                <a:lnTo>
                  <a:pt x="828019" y="1656261"/>
                </a:lnTo>
                <a:lnTo>
                  <a:pt x="828057" y="1656261"/>
                </a:lnTo>
                <a:lnTo>
                  <a:pt x="894057" y="1537235"/>
                </a:lnTo>
                <a:lnTo>
                  <a:pt x="894057" y="1537167"/>
                </a:lnTo>
                <a:close/>
                <a:moveTo>
                  <a:pt x="1567103" y="1209612"/>
                </a:moveTo>
                <a:lnTo>
                  <a:pt x="1573094" y="1212933"/>
                </a:lnTo>
                <a:lnTo>
                  <a:pt x="1385525" y="1551267"/>
                </a:lnTo>
                <a:lnTo>
                  <a:pt x="1385525" y="1551338"/>
                </a:lnTo>
                <a:lnTo>
                  <a:pt x="1327395" y="1656267"/>
                </a:lnTo>
                <a:lnTo>
                  <a:pt x="1327357" y="1656267"/>
                </a:lnTo>
                <a:lnTo>
                  <a:pt x="1145782" y="1983812"/>
                </a:lnTo>
                <a:lnTo>
                  <a:pt x="1139791" y="1980493"/>
                </a:lnTo>
                <a:lnTo>
                  <a:pt x="1319521" y="1656260"/>
                </a:lnTo>
                <a:lnTo>
                  <a:pt x="1319559" y="1656260"/>
                </a:lnTo>
                <a:lnTo>
                  <a:pt x="1385524" y="1537235"/>
                </a:lnTo>
                <a:lnTo>
                  <a:pt x="1385524" y="1537165"/>
                </a:lnTo>
                <a:close/>
                <a:moveTo>
                  <a:pt x="2058605" y="1209610"/>
                </a:moveTo>
                <a:lnTo>
                  <a:pt x="2064596" y="1212931"/>
                </a:lnTo>
                <a:lnTo>
                  <a:pt x="1877027" y="1551265"/>
                </a:lnTo>
                <a:lnTo>
                  <a:pt x="1877027" y="1551336"/>
                </a:lnTo>
                <a:lnTo>
                  <a:pt x="1818897" y="1656265"/>
                </a:lnTo>
                <a:lnTo>
                  <a:pt x="1818823" y="1656265"/>
                </a:lnTo>
                <a:lnTo>
                  <a:pt x="1637283" y="1983811"/>
                </a:lnTo>
                <a:lnTo>
                  <a:pt x="1631292" y="1980491"/>
                </a:lnTo>
                <a:lnTo>
                  <a:pt x="1811022" y="1656258"/>
                </a:lnTo>
                <a:lnTo>
                  <a:pt x="1811061" y="1656258"/>
                </a:lnTo>
                <a:lnTo>
                  <a:pt x="1877026" y="1537234"/>
                </a:lnTo>
                <a:lnTo>
                  <a:pt x="1877026" y="1537163"/>
                </a:lnTo>
                <a:close/>
                <a:moveTo>
                  <a:pt x="2550106" y="1209585"/>
                </a:moveTo>
                <a:lnTo>
                  <a:pt x="2556097" y="1212906"/>
                </a:lnTo>
                <a:lnTo>
                  <a:pt x="2368527" y="1551243"/>
                </a:lnTo>
                <a:lnTo>
                  <a:pt x="2368527" y="1551335"/>
                </a:lnTo>
                <a:lnTo>
                  <a:pt x="2310363" y="1656264"/>
                </a:lnTo>
                <a:lnTo>
                  <a:pt x="2310325" y="1656264"/>
                </a:lnTo>
                <a:lnTo>
                  <a:pt x="2128785" y="1983810"/>
                </a:lnTo>
                <a:lnTo>
                  <a:pt x="2122794" y="1980490"/>
                </a:lnTo>
                <a:lnTo>
                  <a:pt x="2302524" y="1656257"/>
                </a:lnTo>
                <a:lnTo>
                  <a:pt x="2302562" y="1656257"/>
                </a:lnTo>
                <a:lnTo>
                  <a:pt x="2368527" y="1537231"/>
                </a:lnTo>
                <a:lnTo>
                  <a:pt x="2368527" y="1537138"/>
                </a:lnTo>
                <a:close/>
                <a:moveTo>
                  <a:pt x="3041608" y="1209583"/>
                </a:moveTo>
                <a:lnTo>
                  <a:pt x="3047599" y="1212904"/>
                </a:lnTo>
                <a:lnTo>
                  <a:pt x="2860029" y="1551240"/>
                </a:lnTo>
                <a:lnTo>
                  <a:pt x="2860029" y="1551309"/>
                </a:lnTo>
                <a:lnTo>
                  <a:pt x="2801865" y="1656238"/>
                </a:lnTo>
                <a:lnTo>
                  <a:pt x="2801826" y="1656238"/>
                </a:lnTo>
                <a:lnTo>
                  <a:pt x="2620286" y="1983784"/>
                </a:lnTo>
                <a:lnTo>
                  <a:pt x="2614295" y="1980464"/>
                </a:lnTo>
                <a:lnTo>
                  <a:pt x="2794025" y="1656231"/>
                </a:lnTo>
                <a:lnTo>
                  <a:pt x="2794063" y="1656231"/>
                </a:lnTo>
                <a:lnTo>
                  <a:pt x="2860029" y="1537205"/>
                </a:lnTo>
                <a:lnTo>
                  <a:pt x="2860029" y="1537136"/>
                </a:lnTo>
                <a:close/>
                <a:moveTo>
                  <a:pt x="3533109" y="1209582"/>
                </a:moveTo>
                <a:lnTo>
                  <a:pt x="3539065" y="1212903"/>
                </a:lnTo>
                <a:lnTo>
                  <a:pt x="3351531" y="1551237"/>
                </a:lnTo>
                <a:lnTo>
                  <a:pt x="3351531" y="1551308"/>
                </a:lnTo>
                <a:lnTo>
                  <a:pt x="3293367" y="1656237"/>
                </a:lnTo>
                <a:lnTo>
                  <a:pt x="3293327" y="1656237"/>
                </a:lnTo>
                <a:lnTo>
                  <a:pt x="3111787" y="1983782"/>
                </a:lnTo>
                <a:lnTo>
                  <a:pt x="3105796" y="1980463"/>
                </a:lnTo>
                <a:lnTo>
                  <a:pt x="3285526" y="1656231"/>
                </a:lnTo>
                <a:lnTo>
                  <a:pt x="3285565" y="1656231"/>
                </a:lnTo>
                <a:lnTo>
                  <a:pt x="3351530" y="1537206"/>
                </a:lnTo>
                <a:lnTo>
                  <a:pt x="3351530" y="1537135"/>
                </a:lnTo>
                <a:close/>
                <a:moveTo>
                  <a:pt x="4024576" y="1209580"/>
                </a:moveTo>
                <a:lnTo>
                  <a:pt x="4030567" y="1212901"/>
                </a:lnTo>
                <a:lnTo>
                  <a:pt x="3843032" y="1551237"/>
                </a:lnTo>
                <a:lnTo>
                  <a:pt x="3843032" y="1551306"/>
                </a:lnTo>
                <a:lnTo>
                  <a:pt x="3784868" y="1656235"/>
                </a:lnTo>
                <a:lnTo>
                  <a:pt x="3784829" y="1656235"/>
                </a:lnTo>
                <a:lnTo>
                  <a:pt x="3603289" y="1983781"/>
                </a:lnTo>
                <a:lnTo>
                  <a:pt x="3597298" y="1980462"/>
                </a:lnTo>
                <a:lnTo>
                  <a:pt x="3776994" y="1656228"/>
                </a:lnTo>
                <a:lnTo>
                  <a:pt x="3777066" y="1656228"/>
                </a:lnTo>
                <a:lnTo>
                  <a:pt x="3843032" y="1537202"/>
                </a:lnTo>
                <a:lnTo>
                  <a:pt x="3843032" y="1537133"/>
                </a:lnTo>
                <a:close/>
                <a:moveTo>
                  <a:pt x="4516077" y="1209578"/>
                </a:moveTo>
                <a:lnTo>
                  <a:pt x="4522068" y="1212899"/>
                </a:lnTo>
                <a:lnTo>
                  <a:pt x="4334533" y="1551235"/>
                </a:lnTo>
                <a:lnTo>
                  <a:pt x="4334533" y="1551305"/>
                </a:lnTo>
                <a:lnTo>
                  <a:pt x="4276369" y="1656234"/>
                </a:lnTo>
                <a:lnTo>
                  <a:pt x="4276330" y="1656234"/>
                </a:lnTo>
                <a:lnTo>
                  <a:pt x="4094757" y="1983779"/>
                </a:lnTo>
                <a:lnTo>
                  <a:pt x="4088799" y="1980459"/>
                </a:lnTo>
                <a:lnTo>
                  <a:pt x="4268495" y="1656226"/>
                </a:lnTo>
                <a:lnTo>
                  <a:pt x="4268533" y="1656226"/>
                </a:lnTo>
                <a:lnTo>
                  <a:pt x="4334533" y="1537201"/>
                </a:lnTo>
                <a:lnTo>
                  <a:pt x="4334533" y="1537131"/>
                </a:lnTo>
                <a:close/>
                <a:moveTo>
                  <a:pt x="5007578" y="1209553"/>
                </a:moveTo>
                <a:lnTo>
                  <a:pt x="5013569" y="1212874"/>
                </a:lnTo>
                <a:lnTo>
                  <a:pt x="4826034" y="1551211"/>
                </a:lnTo>
                <a:lnTo>
                  <a:pt x="4826034" y="1551303"/>
                </a:lnTo>
                <a:lnTo>
                  <a:pt x="4767870" y="1656232"/>
                </a:lnTo>
                <a:lnTo>
                  <a:pt x="4767832" y="1656232"/>
                </a:lnTo>
                <a:lnTo>
                  <a:pt x="4586257" y="1983778"/>
                </a:lnTo>
                <a:lnTo>
                  <a:pt x="4580266" y="1980458"/>
                </a:lnTo>
                <a:lnTo>
                  <a:pt x="4759996" y="1656225"/>
                </a:lnTo>
                <a:lnTo>
                  <a:pt x="4760034" y="1656225"/>
                </a:lnTo>
                <a:lnTo>
                  <a:pt x="4826034" y="1537200"/>
                </a:lnTo>
                <a:lnTo>
                  <a:pt x="4826034" y="1537106"/>
                </a:lnTo>
                <a:close/>
                <a:moveTo>
                  <a:pt x="5499080" y="1209551"/>
                </a:moveTo>
                <a:lnTo>
                  <a:pt x="5505071" y="1212872"/>
                </a:lnTo>
                <a:lnTo>
                  <a:pt x="5317536" y="1551208"/>
                </a:lnTo>
                <a:lnTo>
                  <a:pt x="5317536" y="1551278"/>
                </a:lnTo>
                <a:lnTo>
                  <a:pt x="5259372" y="1656207"/>
                </a:lnTo>
                <a:lnTo>
                  <a:pt x="5259334" y="1656207"/>
                </a:lnTo>
                <a:lnTo>
                  <a:pt x="5077759" y="1983752"/>
                </a:lnTo>
                <a:lnTo>
                  <a:pt x="5071768" y="1980432"/>
                </a:lnTo>
                <a:lnTo>
                  <a:pt x="5251498" y="1656199"/>
                </a:lnTo>
                <a:lnTo>
                  <a:pt x="5251536" y="1656199"/>
                </a:lnTo>
                <a:lnTo>
                  <a:pt x="5317536" y="1537174"/>
                </a:lnTo>
                <a:lnTo>
                  <a:pt x="5317536" y="1537104"/>
                </a:lnTo>
                <a:close/>
                <a:moveTo>
                  <a:pt x="5990582" y="1209550"/>
                </a:moveTo>
                <a:lnTo>
                  <a:pt x="5996573" y="1212871"/>
                </a:lnTo>
                <a:lnTo>
                  <a:pt x="5809038" y="1551207"/>
                </a:lnTo>
                <a:lnTo>
                  <a:pt x="5809038" y="1551276"/>
                </a:lnTo>
                <a:lnTo>
                  <a:pt x="5750873" y="1656205"/>
                </a:lnTo>
                <a:lnTo>
                  <a:pt x="5750836" y="1656205"/>
                </a:lnTo>
                <a:lnTo>
                  <a:pt x="5569261" y="1983751"/>
                </a:lnTo>
                <a:lnTo>
                  <a:pt x="5563270" y="1980431"/>
                </a:lnTo>
                <a:lnTo>
                  <a:pt x="5743000" y="1656198"/>
                </a:lnTo>
                <a:lnTo>
                  <a:pt x="5743038" y="1656198"/>
                </a:lnTo>
                <a:lnTo>
                  <a:pt x="5809038" y="1537172"/>
                </a:lnTo>
                <a:lnTo>
                  <a:pt x="5809038" y="1537103"/>
                </a:lnTo>
                <a:close/>
                <a:moveTo>
                  <a:pt x="0" y="915965"/>
                </a:moveTo>
                <a:lnTo>
                  <a:pt x="344358" y="1537135"/>
                </a:lnTo>
                <a:lnTo>
                  <a:pt x="338367" y="1540455"/>
                </a:lnTo>
                <a:lnTo>
                  <a:pt x="0" y="929991"/>
                </a:lnTo>
                <a:close/>
                <a:moveTo>
                  <a:pt x="336518" y="769603"/>
                </a:moveTo>
                <a:lnTo>
                  <a:pt x="344358" y="769603"/>
                </a:lnTo>
                <a:lnTo>
                  <a:pt x="162779" y="1097123"/>
                </a:lnTo>
                <a:lnTo>
                  <a:pt x="156788" y="1093836"/>
                </a:lnTo>
                <a:close/>
                <a:moveTo>
                  <a:pt x="828019" y="769601"/>
                </a:moveTo>
                <a:lnTo>
                  <a:pt x="835859" y="769601"/>
                </a:lnTo>
                <a:lnTo>
                  <a:pt x="654280" y="1097120"/>
                </a:lnTo>
                <a:lnTo>
                  <a:pt x="648289" y="1093834"/>
                </a:lnTo>
                <a:close/>
                <a:moveTo>
                  <a:pt x="1319521" y="769600"/>
                </a:moveTo>
                <a:lnTo>
                  <a:pt x="1327361" y="769600"/>
                </a:lnTo>
                <a:lnTo>
                  <a:pt x="1145782" y="1097118"/>
                </a:lnTo>
                <a:lnTo>
                  <a:pt x="1139791" y="1093833"/>
                </a:lnTo>
                <a:close/>
                <a:moveTo>
                  <a:pt x="402556" y="769600"/>
                </a:moveTo>
                <a:lnTo>
                  <a:pt x="410361" y="769600"/>
                </a:lnTo>
                <a:lnTo>
                  <a:pt x="835824" y="1537132"/>
                </a:lnTo>
                <a:lnTo>
                  <a:pt x="829833" y="1540453"/>
                </a:lnTo>
                <a:close/>
                <a:moveTo>
                  <a:pt x="894057" y="769599"/>
                </a:moveTo>
                <a:lnTo>
                  <a:pt x="901863" y="769599"/>
                </a:lnTo>
                <a:lnTo>
                  <a:pt x="1327326" y="1537130"/>
                </a:lnTo>
                <a:lnTo>
                  <a:pt x="1321335" y="1540451"/>
                </a:lnTo>
                <a:close/>
                <a:moveTo>
                  <a:pt x="1811022" y="769598"/>
                </a:moveTo>
                <a:lnTo>
                  <a:pt x="1818827" y="769598"/>
                </a:lnTo>
                <a:lnTo>
                  <a:pt x="1637283" y="1097117"/>
                </a:lnTo>
                <a:lnTo>
                  <a:pt x="1631292" y="1093831"/>
                </a:lnTo>
                <a:close/>
                <a:moveTo>
                  <a:pt x="1385524" y="769597"/>
                </a:moveTo>
                <a:lnTo>
                  <a:pt x="1393364" y="769597"/>
                </a:lnTo>
                <a:lnTo>
                  <a:pt x="1818827" y="1537129"/>
                </a:lnTo>
                <a:lnTo>
                  <a:pt x="1812836" y="1540450"/>
                </a:lnTo>
                <a:close/>
                <a:moveTo>
                  <a:pt x="2302524" y="769596"/>
                </a:moveTo>
                <a:lnTo>
                  <a:pt x="2310329" y="769596"/>
                </a:lnTo>
                <a:lnTo>
                  <a:pt x="2128785" y="1097116"/>
                </a:lnTo>
                <a:lnTo>
                  <a:pt x="2122794" y="1093829"/>
                </a:lnTo>
                <a:close/>
                <a:moveTo>
                  <a:pt x="1877026" y="769596"/>
                </a:moveTo>
                <a:lnTo>
                  <a:pt x="1884866" y="769596"/>
                </a:lnTo>
                <a:lnTo>
                  <a:pt x="2310329" y="1537128"/>
                </a:lnTo>
                <a:lnTo>
                  <a:pt x="2304338" y="1540448"/>
                </a:lnTo>
                <a:close/>
                <a:moveTo>
                  <a:pt x="2794025" y="769571"/>
                </a:moveTo>
                <a:lnTo>
                  <a:pt x="2801830" y="769571"/>
                </a:lnTo>
                <a:lnTo>
                  <a:pt x="2620286" y="1097090"/>
                </a:lnTo>
                <a:lnTo>
                  <a:pt x="2614295" y="1093804"/>
                </a:lnTo>
                <a:close/>
                <a:moveTo>
                  <a:pt x="3285526" y="769570"/>
                </a:moveTo>
                <a:lnTo>
                  <a:pt x="3293331" y="769570"/>
                </a:lnTo>
                <a:lnTo>
                  <a:pt x="3111787" y="1097088"/>
                </a:lnTo>
                <a:lnTo>
                  <a:pt x="3105796" y="1093802"/>
                </a:lnTo>
                <a:close/>
                <a:moveTo>
                  <a:pt x="2368527" y="769570"/>
                </a:moveTo>
                <a:lnTo>
                  <a:pt x="2376367" y="769570"/>
                </a:lnTo>
                <a:lnTo>
                  <a:pt x="2801830" y="1537102"/>
                </a:lnTo>
                <a:lnTo>
                  <a:pt x="2795839" y="1540424"/>
                </a:lnTo>
                <a:close/>
                <a:moveTo>
                  <a:pt x="2860029" y="769569"/>
                </a:moveTo>
                <a:lnTo>
                  <a:pt x="2867869" y="769569"/>
                </a:lnTo>
                <a:lnTo>
                  <a:pt x="3293332" y="1537100"/>
                </a:lnTo>
                <a:lnTo>
                  <a:pt x="3287341" y="1540421"/>
                </a:lnTo>
                <a:close/>
                <a:moveTo>
                  <a:pt x="3776994" y="769568"/>
                </a:moveTo>
                <a:lnTo>
                  <a:pt x="3784833" y="769568"/>
                </a:lnTo>
                <a:lnTo>
                  <a:pt x="3603289" y="1097087"/>
                </a:lnTo>
                <a:lnTo>
                  <a:pt x="3597298" y="1093801"/>
                </a:lnTo>
                <a:close/>
                <a:moveTo>
                  <a:pt x="3351530" y="769567"/>
                </a:moveTo>
                <a:lnTo>
                  <a:pt x="3359370" y="769567"/>
                </a:lnTo>
                <a:lnTo>
                  <a:pt x="3784833" y="1537099"/>
                </a:lnTo>
                <a:lnTo>
                  <a:pt x="3778842" y="1540420"/>
                </a:lnTo>
                <a:close/>
                <a:moveTo>
                  <a:pt x="4268495" y="769566"/>
                </a:moveTo>
                <a:lnTo>
                  <a:pt x="4276334" y="769566"/>
                </a:lnTo>
                <a:lnTo>
                  <a:pt x="4094757" y="1097085"/>
                </a:lnTo>
                <a:lnTo>
                  <a:pt x="4088799" y="1093799"/>
                </a:lnTo>
                <a:close/>
                <a:moveTo>
                  <a:pt x="4759996" y="769565"/>
                </a:moveTo>
                <a:lnTo>
                  <a:pt x="4767836" y="769565"/>
                </a:lnTo>
                <a:lnTo>
                  <a:pt x="4586257" y="1097084"/>
                </a:lnTo>
                <a:lnTo>
                  <a:pt x="4580266" y="1093798"/>
                </a:lnTo>
                <a:close/>
                <a:moveTo>
                  <a:pt x="3843032" y="769565"/>
                </a:moveTo>
                <a:lnTo>
                  <a:pt x="3850871" y="769565"/>
                </a:lnTo>
                <a:lnTo>
                  <a:pt x="4276335" y="1537097"/>
                </a:lnTo>
                <a:lnTo>
                  <a:pt x="4270344" y="1540418"/>
                </a:lnTo>
                <a:close/>
                <a:moveTo>
                  <a:pt x="4334533" y="769564"/>
                </a:moveTo>
                <a:lnTo>
                  <a:pt x="4342373" y="769564"/>
                </a:lnTo>
                <a:lnTo>
                  <a:pt x="4767836" y="1537096"/>
                </a:lnTo>
                <a:lnTo>
                  <a:pt x="4761845" y="1540418"/>
                </a:lnTo>
                <a:close/>
                <a:moveTo>
                  <a:pt x="5251498" y="769539"/>
                </a:moveTo>
                <a:lnTo>
                  <a:pt x="5259338" y="769539"/>
                </a:lnTo>
                <a:lnTo>
                  <a:pt x="5077759" y="1097058"/>
                </a:lnTo>
                <a:lnTo>
                  <a:pt x="5071768" y="1093772"/>
                </a:lnTo>
                <a:close/>
                <a:moveTo>
                  <a:pt x="5743000" y="769538"/>
                </a:moveTo>
                <a:lnTo>
                  <a:pt x="5750840" y="769538"/>
                </a:lnTo>
                <a:lnTo>
                  <a:pt x="5569261" y="1097058"/>
                </a:lnTo>
                <a:lnTo>
                  <a:pt x="5563270" y="1093771"/>
                </a:lnTo>
                <a:close/>
                <a:moveTo>
                  <a:pt x="4826034" y="769538"/>
                </a:moveTo>
                <a:lnTo>
                  <a:pt x="4833840" y="769538"/>
                </a:lnTo>
                <a:lnTo>
                  <a:pt x="5259337" y="1537070"/>
                </a:lnTo>
                <a:lnTo>
                  <a:pt x="5253346" y="1540391"/>
                </a:lnTo>
                <a:close/>
                <a:moveTo>
                  <a:pt x="5317536" y="769537"/>
                </a:moveTo>
                <a:lnTo>
                  <a:pt x="5325342" y="769537"/>
                </a:lnTo>
                <a:lnTo>
                  <a:pt x="5750839" y="1537069"/>
                </a:lnTo>
                <a:lnTo>
                  <a:pt x="5744848" y="1540390"/>
                </a:lnTo>
                <a:close/>
                <a:moveTo>
                  <a:pt x="5809038" y="769535"/>
                </a:moveTo>
                <a:lnTo>
                  <a:pt x="5816843" y="769535"/>
                </a:lnTo>
                <a:lnTo>
                  <a:pt x="6007100" y="1112758"/>
                </a:lnTo>
                <a:lnTo>
                  <a:pt x="6007100" y="1126860"/>
                </a:lnTo>
                <a:close/>
                <a:moveTo>
                  <a:pt x="408513" y="766288"/>
                </a:moveTo>
                <a:lnTo>
                  <a:pt x="410326" y="769574"/>
                </a:lnTo>
                <a:lnTo>
                  <a:pt x="402556" y="769574"/>
                </a:lnTo>
                <a:close/>
                <a:moveTo>
                  <a:pt x="900014" y="766286"/>
                </a:moveTo>
                <a:lnTo>
                  <a:pt x="901828" y="769572"/>
                </a:lnTo>
                <a:lnTo>
                  <a:pt x="894057" y="769572"/>
                </a:lnTo>
                <a:close/>
                <a:moveTo>
                  <a:pt x="1391481" y="766285"/>
                </a:moveTo>
                <a:lnTo>
                  <a:pt x="1393330" y="769570"/>
                </a:lnTo>
                <a:lnTo>
                  <a:pt x="1385524" y="769570"/>
                </a:lnTo>
                <a:close/>
                <a:moveTo>
                  <a:pt x="1882983" y="766283"/>
                </a:moveTo>
                <a:lnTo>
                  <a:pt x="1884832" y="769569"/>
                </a:lnTo>
                <a:lnTo>
                  <a:pt x="1877026" y="769569"/>
                </a:lnTo>
                <a:close/>
                <a:moveTo>
                  <a:pt x="2374485" y="766258"/>
                </a:moveTo>
                <a:lnTo>
                  <a:pt x="2376333" y="769544"/>
                </a:lnTo>
                <a:lnTo>
                  <a:pt x="2368527" y="769544"/>
                </a:lnTo>
                <a:close/>
                <a:moveTo>
                  <a:pt x="2865986" y="766256"/>
                </a:moveTo>
                <a:lnTo>
                  <a:pt x="2867835" y="769542"/>
                </a:lnTo>
                <a:lnTo>
                  <a:pt x="2860029" y="769542"/>
                </a:lnTo>
                <a:close/>
                <a:moveTo>
                  <a:pt x="3357487" y="766255"/>
                </a:moveTo>
                <a:lnTo>
                  <a:pt x="3359336" y="769540"/>
                </a:lnTo>
                <a:lnTo>
                  <a:pt x="3351530" y="769540"/>
                </a:lnTo>
                <a:close/>
                <a:moveTo>
                  <a:pt x="3848989" y="766253"/>
                </a:moveTo>
                <a:lnTo>
                  <a:pt x="3850838" y="769539"/>
                </a:lnTo>
                <a:lnTo>
                  <a:pt x="3843032" y="769539"/>
                </a:lnTo>
                <a:close/>
                <a:moveTo>
                  <a:pt x="4340490" y="766251"/>
                </a:moveTo>
                <a:lnTo>
                  <a:pt x="4342304" y="769537"/>
                </a:lnTo>
                <a:lnTo>
                  <a:pt x="4334533" y="769537"/>
                </a:lnTo>
                <a:close/>
                <a:moveTo>
                  <a:pt x="4831991" y="766226"/>
                </a:moveTo>
                <a:lnTo>
                  <a:pt x="4833805" y="769512"/>
                </a:lnTo>
                <a:lnTo>
                  <a:pt x="4826034" y="769512"/>
                </a:lnTo>
                <a:close/>
                <a:moveTo>
                  <a:pt x="5323493" y="766224"/>
                </a:moveTo>
                <a:lnTo>
                  <a:pt x="5325307" y="769510"/>
                </a:lnTo>
                <a:lnTo>
                  <a:pt x="5317536" y="769510"/>
                </a:lnTo>
                <a:close/>
                <a:moveTo>
                  <a:pt x="5814995" y="766223"/>
                </a:moveTo>
                <a:lnTo>
                  <a:pt x="5816808" y="769509"/>
                </a:lnTo>
                <a:lnTo>
                  <a:pt x="5809038" y="769509"/>
                </a:lnTo>
                <a:close/>
                <a:moveTo>
                  <a:pt x="92599" y="322956"/>
                </a:moveTo>
                <a:lnTo>
                  <a:pt x="98590" y="326242"/>
                </a:lnTo>
                <a:lnTo>
                  <a:pt x="0" y="504163"/>
                </a:lnTo>
                <a:lnTo>
                  <a:pt x="0" y="490053"/>
                </a:lnTo>
                <a:close/>
                <a:moveTo>
                  <a:pt x="584100" y="322955"/>
                </a:moveTo>
                <a:lnTo>
                  <a:pt x="590091" y="326241"/>
                </a:lnTo>
                <a:lnTo>
                  <a:pt x="402556" y="664612"/>
                </a:lnTo>
                <a:lnTo>
                  <a:pt x="402556" y="664682"/>
                </a:lnTo>
                <a:lnTo>
                  <a:pt x="344392" y="769577"/>
                </a:lnTo>
                <a:lnTo>
                  <a:pt x="336552" y="769577"/>
                </a:lnTo>
                <a:lnTo>
                  <a:pt x="402556" y="650544"/>
                </a:lnTo>
                <a:lnTo>
                  <a:pt x="402556" y="650474"/>
                </a:lnTo>
                <a:close/>
                <a:moveTo>
                  <a:pt x="1075601" y="322953"/>
                </a:moveTo>
                <a:lnTo>
                  <a:pt x="1081592" y="326239"/>
                </a:lnTo>
                <a:lnTo>
                  <a:pt x="894057" y="664610"/>
                </a:lnTo>
                <a:lnTo>
                  <a:pt x="894057" y="664681"/>
                </a:lnTo>
                <a:lnTo>
                  <a:pt x="835893" y="769575"/>
                </a:lnTo>
                <a:lnTo>
                  <a:pt x="828053" y="769575"/>
                </a:lnTo>
                <a:lnTo>
                  <a:pt x="894057" y="650542"/>
                </a:lnTo>
                <a:lnTo>
                  <a:pt x="894057" y="650472"/>
                </a:lnTo>
                <a:close/>
                <a:moveTo>
                  <a:pt x="1567103" y="322952"/>
                </a:moveTo>
                <a:lnTo>
                  <a:pt x="1573094" y="326237"/>
                </a:lnTo>
                <a:lnTo>
                  <a:pt x="1385525" y="664607"/>
                </a:lnTo>
                <a:lnTo>
                  <a:pt x="1385525" y="664679"/>
                </a:lnTo>
                <a:lnTo>
                  <a:pt x="1327395" y="769574"/>
                </a:lnTo>
                <a:lnTo>
                  <a:pt x="1319555" y="769574"/>
                </a:lnTo>
                <a:lnTo>
                  <a:pt x="1385524" y="650542"/>
                </a:lnTo>
                <a:lnTo>
                  <a:pt x="1385524" y="650471"/>
                </a:lnTo>
                <a:close/>
                <a:moveTo>
                  <a:pt x="2058605" y="322950"/>
                </a:moveTo>
                <a:lnTo>
                  <a:pt x="2064596" y="326236"/>
                </a:lnTo>
                <a:lnTo>
                  <a:pt x="1877027" y="664605"/>
                </a:lnTo>
                <a:lnTo>
                  <a:pt x="1877027" y="664677"/>
                </a:lnTo>
                <a:lnTo>
                  <a:pt x="1818897" y="769572"/>
                </a:lnTo>
                <a:lnTo>
                  <a:pt x="1811057" y="769572"/>
                </a:lnTo>
                <a:lnTo>
                  <a:pt x="1877026" y="650541"/>
                </a:lnTo>
                <a:lnTo>
                  <a:pt x="1877026" y="650469"/>
                </a:lnTo>
                <a:close/>
                <a:moveTo>
                  <a:pt x="2550106" y="322925"/>
                </a:moveTo>
                <a:lnTo>
                  <a:pt x="2556097" y="326210"/>
                </a:lnTo>
                <a:lnTo>
                  <a:pt x="2368527" y="664582"/>
                </a:lnTo>
                <a:lnTo>
                  <a:pt x="2368527" y="664676"/>
                </a:lnTo>
                <a:lnTo>
                  <a:pt x="2310363" y="769570"/>
                </a:lnTo>
                <a:lnTo>
                  <a:pt x="2302558" y="769570"/>
                </a:lnTo>
                <a:lnTo>
                  <a:pt x="2368527" y="650538"/>
                </a:lnTo>
                <a:lnTo>
                  <a:pt x="2368527" y="650444"/>
                </a:lnTo>
                <a:close/>
                <a:moveTo>
                  <a:pt x="3041608" y="322923"/>
                </a:moveTo>
                <a:lnTo>
                  <a:pt x="3047599" y="326209"/>
                </a:lnTo>
                <a:lnTo>
                  <a:pt x="2860029" y="664580"/>
                </a:lnTo>
                <a:lnTo>
                  <a:pt x="2860029" y="664650"/>
                </a:lnTo>
                <a:lnTo>
                  <a:pt x="2801865" y="769545"/>
                </a:lnTo>
                <a:lnTo>
                  <a:pt x="2794059" y="769545"/>
                </a:lnTo>
                <a:lnTo>
                  <a:pt x="2860029" y="650512"/>
                </a:lnTo>
                <a:lnTo>
                  <a:pt x="2860029" y="650442"/>
                </a:lnTo>
                <a:close/>
                <a:moveTo>
                  <a:pt x="3533109" y="322921"/>
                </a:moveTo>
                <a:lnTo>
                  <a:pt x="3539065" y="326207"/>
                </a:lnTo>
                <a:lnTo>
                  <a:pt x="3351531" y="664577"/>
                </a:lnTo>
                <a:lnTo>
                  <a:pt x="3351531" y="664649"/>
                </a:lnTo>
                <a:lnTo>
                  <a:pt x="3293367" y="769544"/>
                </a:lnTo>
                <a:lnTo>
                  <a:pt x="3285561" y="769544"/>
                </a:lnTo>
                <a:lnTo>
                  <a:pt x="3351530" y="650512"/>
                </a:lnTo>
                <a:lnTo>
                  <a:pt x="3351530" y="650441"/>
                </a:lnTo>
                <a:close/>
                <a:moveTo>
                  <a:pt x="4024576" y="322920"/>
                </a:moveTo>
                <a:lnTo>
                  <a:pt x="4030567" y="326206"/>
                </a:lnTo>
                <a:lnTo>
                  <a:pt x="3843032" y="664577"/>
                </a:lnTo>
                <a:lnTo>
                  <a:pt x="3843032" y="664647"/>
                </a:lnTo>
                <a:lnTo>
                  <a:pt x="3784868" y="769542"/>
                </a:lnTo>
                <a:lnTo>
                  <a:pt x="3777062" y="769542"/>
                </a:lnTo>
                <a:lnTo>
                  <a:pt x="3843032" y="650509"/>
                </a:lnTo>
                <a:lnTo>
                  <a:pt x="3843032" y="650439"/>
                </a:lnTo>
                <a:close/>
                <a:moveTo>
                  <a:pt x="4516077" y="322918"/>
                </a:moveTo>
                <a:lnTo>
                  <a:pt x="4522068" y="326204"/>
                </a:lnTo>
                <a:lnTo>
                  <a:pt x="4334533" y="664575"/>
                </a:lnTo>
                <a:lnTo>
                  <a:pt x="4334533" y="664646"/>
                </a:lnTo>
                <a:lnTo>
                  <a:pt x="4276369" y="769540"/>
                </a:lnTo>
                <a:lnTo>
                  <a:pt x="4268529" y="769540"/>
                </a:lnTo>
                <a:lnTo>
                  <a:pt x="4334533" y="650507"/>
                </a:lnTo>
                <a:lnTo>
                  <a:pt x="4334533" y="650437"/>
                </a:lnTo>
                <a:close/>
                <a:moveTo>
                  <a:pt x="5007578" y="322893"/>
                </a:moveTo>
                <a:lnTo>
                  <a:pt x="5013569" y="326179"/>
                </a:lnTo>
                <a:lnTo>
                  <a:pt x="4826034" y="664550"/>
                </a:lnTo>
                <a:lnTo>
                  <a:pt x="4826034" y="664644"/>
                </a:lnTo>
                <a:lnTo>
                  <a:pt x="4767870" y="769539"/>
                </a:lnTo>
                <a:lnTo>
                  <a:pt x="4760030" y="769539"/>
                </a:lnTo>
                <a:lnTo>
                  <a:pt x="4826034" y="650506"/>
                </a:lnTo>
                <a:lnTo>
                  <a:pt x="4826034" y="650412"/>
                </a:lnTo>
                <a:close/>
                <a:moveTo>
                  <a:pt x="5499080" y="322891"/>
                </a:moveTo>
                <a:lnTo>
                  <a:pt x="5505071" y="326177"/>
                </a:lnTo>
                <a:lnTo>
                  <a:pt x="5317536" y="664548"/>
                </a:lnTo>
                <a:lnTo>
                  <a:pt x="5317536" y="664619"/>
                </a:lnTo>
                <a:lnTo>
                  <a:pt x="5259372" y="769513"/>
                </a:lnTo>
                <a:lnTo>
                  <a:pt x="5251532" y="769513"/>
                </a:lnTo>
                <a:lnTo>
                  <a:pt x="5317536" y="650481"/>
                </a:lnTo>
                <a:lnTo>
                  <a:pt x="5317536" y="650410"/>
                </a:lnTo>
                <a:close/>
                <a:moveTo>
                  <a:pt x="5990582" y="322890"/>
                </a:moveTo>
                <a:lnTo>
                  <a:pt x="5996573" y="326176"/>
                </a:lnTo>
                <a:lnTo>
                  <a:pt x="5809038" y="664547"/>
                </a:lnTo>
                <a:lnTo>
                  <a:pt x="5809038" y="664617"/>
                </a:lnTo>
                <a:lnTo>
                  <a:pt x="5750873" y="769512"/>
                </a:lnTo>
                <a:lnTo>
                  <a:pt x="5743034" y="769512"/>
                </a:lnTo>
                <a:lnTo>
                  <a:pt x="5809038" y="650479"/>
                </a:lnTo>
                <a:lnTo>
                  <a:pt x="5809038" y="650409"/>
                </a:lnTo>
                <a:close/>
                <a:moveTo>
                  <a:pt x="0" y="29278"/>
                </a:moveTo>
                <a:lnTo>
                  <a:pt x="344358" y="650476"/>
                </a:lnTo>
                <a:lnTo>
                  <a:pt x="338367" y="653797"/>
                </a:lnTo>
                <a:lnTo>
                  <a:pt x="0" y="43369"/>
                </a:lnTo>
                <a:close/>
                <a:moveTo>
                  <a:pt x="5873974" y="0"/>
                </a:moveTo>
                <a:lnTo>
                  <a:pt x="5881783" y="0"/>
                </a:lnTo>
                <a:lnTo>
                  <a:pt x="6007100" y="226081"/>
                </a:lnTo>
                <a:lnTo>
                  <a:pt x="6007100" y="240184"/>
                </a:lnTo>
                <a:close/>
                <a:moveTo>
                  <a:pt x="5678059" y="0"/>
                </a:moveTo>
                <a:lnTo>
                  <a:pt x="5685896" y="0"/>
                </a:lnTo>
                <a:lnTo>
                  <a:pt x="5569261" y="210399"/>
                </a:lnTo>
                <a:lnTo>
                  <a:pt x="5563270" y="207079"/>
                </a:lnTo>
                <a:close/>
                <a:moveTo>
                  <a:pt x="5382477" y="0"/>
                </a:moveTo>
                <a:lnTo>
                  <a:pt x="5390286" y="0"/>
                </a:lnTo>
                <a:lnTo>
                  <a:pt x="5750839" y="650411"/>
                </a:lnTo>
                <a:lnTo>
                  <a:pt x="5744848" y="653732"/>
                </a:lnTo>
                <a:close/>
                <a:moveTo>
                  <a:pt x="5186557" y="0"/>
                </a:moveTo>
                <a:lnTo>
                  <a:pt x="5194394" y="0"/>
                </a:lnTo>
                <a:lnTo>
                  <a:pt x="5077759" y="210400"/>
                </a:lnTo>
                <a:lnTo>
                  <a:pt x="5071768" y="207080"/>
                </a:lnTo>
                <a:close/>
                <a:moveTo>
                  <a:pt x="4890973" y="0"/>
                </a:moveTo>
                <a:lnTo>
                  <a:pt x="4898784" y="0"/>
                </a:lnTo>
                <a:lnTo>
                  <a:pt x="5259337" y="650412"/>
                </a:lnTo>
                <a:lnTo>
                  <a:pt x="5253346" y="653733"/>
                </a:lnTo>
                <a:close/>
                <a:moveTo>
                  <a:pt x="4695070" y="0"/>
                </a:moveTo>
                <a:lnTo>
                  <a:pt x="4702907" y="0"/>
                </a:lnTo>
                <a:lnTo>
                  <a:pt x="4586257" y="210426"/>
                </a:lnTo>
                <a:lnTo>
                  <a:pt x="4580266" y="207106"/>
                </a:lnTo>
                <a:close/>
                <a:moveTo>
                  <a:pt x="4399458" y="0"/>
                </a:moveTo>
                <a:lnTo>
                  <a:pt x="4407297" y="0"/>
                </a:lnTo>
                <a:lnTo>
                  <a:pt x="4767836" y="650438"/>
                </a:lnTo>
                <a:lnTo>
                  <a:pt x="4761845" y="653759"/>
                </a:lnTo>
                <a:close/>
                <a:moveTo>
                  <a:pt x="4203582" y="0"/>
                </a:moveTo>
                <a:lnTo>
                  <a:pt x="4211406" y="0"/>
                </a:lnTo>
                <a:lnTo>
                  <a:pt x="4094757" y="210427"/>
                </a:lnTo>
                <a:lnTo>
                  <a:pt x="4088799" y="207107"/>
                </a:lnTo>
                <a:close/>
                <a:moveTo>
                  <a:pt x="3907957" y="0"/>
                </a:moveTo>
                <a:lnTo>
                  <a:pt x="3915795" y="0"/>
                </a:lnTo>
                <a:lnTo>
                  <a:pt x="4276335" y="650439"/>
                </a:lnTo>
                <a:lnTo>
                  <a:pt x="4270344" y="653760"/>
                </a:lnTo>
                <a:close/>
                <a:moveTo>
                  <a:pt x="3712082" y="0"/>
                </a:moveTo>
                <a:lnTo>
                  <a:pt x="3719918" y="0"/>
                </a:lnTo>
                <a:lnTo>
                  <a:pt x="3603289" y="210429"/>
                </a:lnTo>
                <a:lnTo>
                  <a:pt x="3597298" y="207109"/>
                </a:lnTo>
                <a:close/>
                <a:moveTo>
                  <a:pt x="3416454" y="0"/>
                </a:moveTo>
                <a:lnTo>
                  <a:pt x="3424293" y="0"/>
                </a:lnTo>
                <a:lnTo>
                  <a:pt x="3784833" y="650441"/>
                </a:lnTo>
                <a:lnTo>
                  <a:pt x="3778842" y="653762"/>
                </a:lnTo>
                <a:close/>
                <a:moveTo>
                  <a:pt x="3220602" y="0"/>
                </a:moveTo>
                <a:lnTo>
                  <a:pt x="3228416" y="0"/>
                </a:lnTo>
                <a:lnTo>
                  <a:pt x="3111787" y="210430"/>
                </a:lnTo>
                <a:lnTo>
                  <a:pt x="3105796" y="207110"/>
                </a:lnTo>
                <a:close/>
                <a:moveTo>
                  <a:pt x="2924952" y="0"/>
                </a:moveTo>
                <a:lnTo>
                  <a:pt x="2932791" y="0"/>
                </a:lnTo>
                <a:lnTo>
                  <a:pt x="3293332" y="650442"/>
                </a:lnTo>
                <a:lnTo>
                  <a:pt x="3287341" y="653764"/>
                </a:lnTo>
                <a:close/>
                <a:moveTo>
                  <a:pt x="2729102" y="0"/>
                </a:moveTo>
                <a:lnTo>
                  <a:pt x="2736916" y="0"/>
                </a:lnTo>
                <a:lnTo>
                  <a:pt x="2620286" y="210432"/>
                </a:lnTo>
                <a:lnTo>
                  <a:pt x="2614295" y="207112"/>
                </a:lnTo>
                <a:close/>
                <a:moveTo>
                  <a:pt x="2433449" y="0"/>
                </a:moveTo>
                <a:lnTo>
                  <a:pt x="2441288" y="0"/>
                </a:lnTo>
                <a:lnTo>
                  <a:pt x="2801830" y="650444"/>
                </a:lnTo>
                <a:lnTo>
                  <a:pt x="2795839" y="653765"/>
                </a:lnTo>
                <a:close/>
                <a:moveTo>
                  <a:pt x="2237615" y="0"/>
                </a:moveTo>
                <a:lnTo>
                  <a:pt x="2245429" y="0"/>
                </a:lnTo>
                <a:lnTo>
                  <a:pt x="2128785" y="210457"/>
                </a:lnTo>
                <a:lnTo>
                  <a:pt x="2122794" y="207137"/>
                </a:lnTo>
                <a:close/>
                <a:moveTo>
                  <a:pt x="1941934" y="0"/>
                </a:moveTo>
                <a:lnTo>
                  <a:pt x="1949773" y="0"/>
                </a:lnTo>
                <a:lnTo>
                  <a:pt x="2310329" y="650469"/>
                </a:lnTo>
                <a:lnTo>
                  <a:pt x="2304338" y="653790"/>
                </a:lnTo>
                <a:close/>
                <a:moveTo>
                  <a:pt x="1746114" y="0"/>
                </a:moveTo>
                <a:lnTo>
                  <a:pt x="1753929" y="0"/>
                </a:lnTo>
                <a:lnTo>
                  <a:pt x="1637283" y="210459"/>
                </a:lnTo>
                <a:lnTo>
                  <a:pt x="1631292" y="207139"/>
                </a:lnTo>
                <a:close/>
                <a:moveTo>
                  <a:pt x="1450431" y="0"/>
                </a:moveTo>
                <a:lnTo>
                  <a:pt x="1458270" y="0"/>
                </a:lnTo>
                <a:lnTo>
                  <a:pt x="1818827" y="650471"/>
                </a:lnTo>
                <a:lnTo>
                  <a:pt x="1812836" y="653792"/>
                </a:lnTo>
                <a:close/>
                <a:moveTo>
                  <a:pt x="1254614" y="0"/>
                </a:moveTo>
                <a:lnTo>
                  <a:pt x="1262451" y="0"/>
                </a:lnTo>
                <a:lnTo>
                  <a:pt x="1145782" y="210461"/>
                </a:lnTo>
                <a:lnTo>
                  <a:pt x="1139791" y="207140"/>
                </a:lnTo>
                <a:close/>
                <a:moveTo>
                  <a:pt x="958958" y="0"/>
                </a:moveTo>
                <a:lnTo>
                  <a:pt x="966768" y="0"/>
                </a:lnTo>
                <a:lnTo>
                  <a:pt x="1327326" y="650473"/>
                </a:lnTo>
                <a:lnTo>
                  <a:pt x="1321335" y="653794"/>
                </a:lnTo>
                <a:close/>
                <a:moveTo>
                  <a:pt x="763113" y="0"/>
                </a:moveTo>
                <a:lnTo>
                  <a:pt x="770950" y="0"/>
                </a:lnTo>
                <a:lnTo>
                  <a:pt x="654280" y="210462"/>
                </a:lnTo>
                <a:lnTo>
                  <a:pt x="648289" y="207142"/>
                </a:lnTo>
                <a:close/>
                <a:moveTo>
                  <a:pt x="467456" y="0"/>
                </a:moveTo>
                <a:lnTo>
                  <a:pt x="475266" y="0"/>
                </a:lnTo>
                <a:lnTo>
                  <a:pt x="835824" y="650474"/>
                </a:lnTo>
                <a:lnTo>
                  <a:pt x="829833" y="653795"/>
                </a:lnTo>
                <a:close/>
                <a:moveTo>
                  <a:pt x="271613" y="0"/>
                </a:moveTo>
                <a:lnTo>
                  <a:pt x="279450" y="0"/>
                </a:lnTo>
                <a:lnTo>
                  <a:pt x="162779" y="210464"/>
                </a:lnTo>
                <a:lnTo>
                  <a:pt x="156788" y="207144"/>
                </a:lnTo>
                <a:close/>
              </a:path>
            </a:pathLst>
          </a:cu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 Placeholder 14">
            <a:extLst>
              <a:ext uri="{FF2B5EF4-FFF2-40B4-BE49-F238E27FC236}">
                <a16:creationId xmlns:a16="http://schemas.microsoft.com/office/drawing/2014/main" id="{D4198939-52AD-AC8D-05A8-C0D35240B85C}"/>
              </a:ext>
            </a:extLst>
          </p:cNvPr>
          <p:cNvSpPr>
            <a:spLocks noGrp="1"/>
          </p:cNvSpPr>
          <p:nvPr>
            <p:ph type="body" sz="quarter" idx="15" hasCustomPrompt="1"/>
          </p:nvPr>
        </p:nvSpPr>
        <p:spPr>
          <a:xfrm>
            <a:off x="492124" y="1016388"/>
            <a:ext cx="5508625"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9" name="Rectangle 8">
            <a:extLst>
              <a:ext uri="{FF2B5EF4-FFF2-40B4-BE49-F238E27FC236}">
                <a16:creationId xmlns:a16="http://schemas.microsoft.com/office/drawing/2014/main" id="{B5316840-E9CE-ABC8-D885-64658693DC09}"/>
              </a:ext>
            </a:extLst>
          </p:cNvPr>
          <p:cNvSpPr/>
          <p:nvPr userDrawn="1"/>
        </p:nvSpPr>
        <p:spPr>
          <a:xfrm>
            <a:off x="6565900" y="347404"/>
            <a:ext cx="5270500" cy="2865600"/>
          </a:xfrm>
          <a:prstGeom prst="rect">
            <a:avLst/>
          </a:prstGeom>
          <a:solidFill>
            <a:schemeClr val="bg1"/>
          </a:solidFill>
        </p:spPr>
        <p:txBody>
          <a:bodyPr vert="horz" lIns="0" tIns="0" rIns="0" bIns="0" rtlCol="0">
            <a:norm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10" name="Rectangle 9">
            <a:extLst>
              <a:ext uri="{FF2B5EF4-FFF2-40B4-BE49-F238E27FC236}">
                <a16:creationId xmlns:a16="http://schemas.microsoft.com/office/drawing/2014/main" id="{B54B709E-A0DC-3D07-136E-54073528DA0A}"/>
              </a:ext>
            </a:extLst>
          </p:cNvPr>
          <p:cNvSpPr/>
          <p:nvPr userDrawn="1"/>
        </p:nvSpPr>
        <p:spPr>
          <a:xfrm>
            <a:off x="6565900" y="3395949"/>
            <a:ext cx="5270500" cy="2865600"/>
          </a:xfrm>
          <a:prstGeom prst="rect">
            <a:avLst/>
          </a:prstGeom>
          <a:solidFill>
            <a:schemeClr val="bg1"/>
          </a:solidFill>
        </p:spPr>
        <p:txBody>
          <a:bodyPr vert="horz" lIns="0" tIns="0" rIns="0" bIns="0" rtlCol="0">
            <a:norm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14" name="Espace réservé du contenu 25">
            <a:extLst>
              <a:ext uri="{FF2B5EF4-FFF2-40B4-BE49-F238E27FC236}">
                <a16:creationId xmlns:a16="http://schemas.microsoft.com/office/drawing/2014/main" id="{F9D43E8C-88D7-4771-7D8F-3C901C0A8021}"/>
              </a:ext>
            </a:extLst>
          </p:cNvPr>
          <p:cNvSpPr>
            <a:spLocks noGrp="1"/>
          </p:cNvSpPr>
          <p:nvPr>
            <p:ph sz="quarter" idx="29"/>
          </p:nvPr>
        </p:nvSpPr>
        <p:spPr>
          <a:xfrm>
            <a:off x="6729327" y="529591"/>
            <a:ext cx="4943646" cy="250122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2" name="Espace réservé du contenu 25">
            <a:extLst>
              <a:ext uri="{FF2B5EF4-FFF2-40B4-BE49-F238E27FC236}">
                <a16:creationId xmlns:a16="http://schemas.microsoft.com/office/drawing/2014/main" id="{11C6DBE5-03A5-EACA-61E5-6B5F0789479E}"/>
              </a:ext>
            </a:extLst>
          </p:cNvPr>
          <p:cNvSpPr>
            <a:spLocks noGrp="1"/>
          </p:cNvSpPr>
          <p:nvPr>
            <p:ph sz="quarter" idx="30"/>
          </p:nvPr>
        </p:nvSpPr>
        <p:spPr>
          <a:xfrm>
            <a:off x="6729327" y="3578136"/>
            <a:ext cx="4943646" cy="250122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5" name="Titre 24">
            <a:extLst>
              <a:ext uri="{FF2B5EF4-FFF2-40B4-BE49-F238E27FC236}">
                <a16:creationId xmlns:a16="http://schemas.microsoft.com/office/drawing/2014/main" id="{8F97B179-26E7-ECB8-30FE-EF08F3440E6E}"/>
              </a:ext>
            </a:extLst>
          </p:cNvPr>
          <p:cNvSpPr>
            <a:spLocks noGrp="1"/>
          </p:cNvSpPr>
          <p:nvPr>
            <p:ph type="title" hasCustomPrompt="1"/>
          </p:nvPr>
        </p:nvSpPr>
        <p:spPr>
          <a:xfrm>
            <a:off x="492125" y="1268569"/>
            <a:ext cx="5514974" cy="276999"/>
          </a:xfrm>
        </p:spPr>
        <p:txBody>
          <a:bodyPr/>
          <a:lstStyle/>
          <a:p>
            <a:r>
              <a:rPr lang="en-US"/>
              <a:t>Click to edit Master text styles</a:t>
            </a:r>
          </a:p>
        </p:txBody>
      </p:sp>
      <p:sp>
        <p:nvSpPr>
          <p:cNvPr id="26" name="Espace réservé de la date 25">
            <a:extLst>
              <a:ext uri="{FF2B5EF4-FFF2-40B4-BE49-F238E27FC236}">
                <a16:creationId xmlns:a16="http://schemas.microsoft.com/office/drawing/2014/main" id="{79A753E7-91BA-B312-FFD7-DA69A2A873F0}"/>
              </a:ext>
            </a:extLst>
          </p:cNvPr>
          <p:cNvSpPr>
            <a:spLocks noGrp="1"/>
          </p:cNvSpPr>
          <p:nvPr>
            <p:ph type="dt" sz="half" idx="31"/>
          </p:nvPr>
        </p:nvSpPr>
        <p:spPr/>
        <p:txBody>
          <a:bodyPr/>
          <a:lstStyle>
            <a:lvl1pPr>
              <a:defRPr>
                <a:solidFill>
                  <a:schemeClr val="bg1"/>
                </a:solidFill>
              </a:defRPr>
            </a:lvl1pPr>
          </a:lstStyle>
          <a:p>
            <a:fld id="{4DF7495C-FE3C-4388-8F77-B04B5A51DA8B}" type="datetime1">
              <a:rPr lang="en-US" smtClean="0"/>
              <a:t>4/1/2026</a:t>
            </a:fld>
            <a:endParaRPr lang="en-US"/>
          </a:p>
        </p:txBody>
      </p:sp>
      <p:sp>
        <p:nvSpPr>
          <p:cNvPr id="27" name="Espace réservé du pied de page 26">
            <a:extLst>
              <a:ext uri="{FF2B5EF4-FFF2-40B4-BE49-F238E27FC236}">
                <a16:creationId xmlns:a16="http://schemas.microsoft.com/office/drawing/2014/main" id="{80AE8F76-5DCD-1F3F-52AE-97178BDE9773}"/>
              </a:ext>
            </a:extLst>
          </p:cNvPr>
          <p:cNvSpPr>
            <a:spLocks noGrp="1"/>
          </p:cNvSpPr>
          <p:nvPr>
            <p:ph type="ftr" sz="quarter" idx="32"/>
          </p:nvPr>
        </p:nvSpPr>
        <p:spPr/>
        <p:txBody>
          <a:bodyPr/>
          <a:lstStyle/>
          <a:p>
            <a:endParaRPr lang="en-US"/>
          </a:p>
        </p:txBody>
      </p:sp>
      <p:sp>
        <p:nvSpPr>
          <p:cNvPr id="28" name="Espace réservé du numéro de diapositive 27">
            <a:extLst>
              <a:ext uri="{FF2B5EF4-FFF2-40B4-BE49-F238E27FC236}">
                <a16:creationId xmlns:a16="http://schemas.microsoft.com/office/drawing/2014/main" id="{0788B1E9-EE2A-FBA7-8E01-7990B89FE3C9}"/>
              </a:ext>
            </a:extLst>
          </p:cNvPr>
          <p:cNvSpPr>
            <a:spLocks noGrp="1"/>
          </p:cNvSpPr>
          <p:nvPr>
            <p:ph type="sldNum" sz="quarter" idx="33"/>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29" name="Espace réservé du contenu 25">
            <a:extLst>
              <a:ext uri="{FF2B5EF4-FFF2-40B4-BE49-F238E27FC236}">
                <a16:creationId xmlns:a16="http://schemas.microsoft.com/office/drawing/2014/main" id="{20BB7113-F82A-7A9C-EBD4-580FC18B1943}"/>
              </a:ext>
            </a:extLst>
          </p:cNvPr>
          <p:cNvSpPr>
            <a:spLocks noGrp="1"/>
          </p:cNvSpPr>
          <p:nvPr>
            <p:ph sz="quarter" idx="25"/>
          </p:nvPr>
        </p:nvSpPr>
        <p:spPr>
          <a:xfrm>
            <a:off x="492125" y="2025454"/>
            <a:ext cx="5514974"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pic>
        <p:nvPicPr>
          <p:cNvPr id="15" name="Image 14">
            <a:extLst>
              <a:ext uri="{FF2B5EF4-FFF2-40B4-BE49-F238E27FC236}">
                <a16:creationId xmlns:a16="http://schemas.microsoft.com/office/drawing/2014/main" id="{10261952-E43E-C14B-8D91-1AF9BACE6803}"/>
              </a:ext>
            </a:extLst>
          </p:cNvPr>
          <p:cNvPicPr>
            <a:picLocks noChangeAspect="1"/>
          </p:cNvPicPr>
          <p:nvPr userDrawn="1"/>
        </p:nvPicPr>
        <p:blipFill>
          <a:blip r:embed="rId2"/>
          <a:stretch>
            <a:fillRect/>
          </a:stretch>
        </p:blipFill>
        <p:spPr>
          <a:xfrm>
            <a:off x="492124" y="404813"/>
            <a:ext cx="1195200" cy="438240"/>
          </a:xfrm>
          <a:prstGeom prst="rect">
            <a:avLst/>
          </a:prstGeom>
        </p:spPr>
      </p:pic>
    </p:spTree>
    <p:extLst>
      <p:ext uri="{BB962C8B-B14F-4D97-AF65-F5344CB8AC3E}">
        <p14:creationId xmlns:p14="http://schemas.microsoft.com/office/powerpoint/2010/main" val="1284273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ext + 6 bloc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15F0966-0C74-6A57-566E-E333773E0B26}"/>
              </a:ext>
            </a:extLst>
          </p:cNvPr>
          <p:cNvSpPr/>
          <p:nvPr userDrawn="1"/>
        </p:nvSpPr>
        <p:spPr>
          <a:xfrm>
            <a:off x="5051425" y="0"/>
            <a:ext cx="71405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space réservé de la date 4">
            <a:extLst>
              <a:ext uri="{FF2B5EF4-FFF2-40B4-BE49-F238E27FC236}">
                <a16:creationId xmlns:a16="http://schemas.microsoft.com/office/drawing/2014/main" id="{2BB14B3C-055E-18CB-44EC-F97D19C04476}"/>
              </a:ext>
            </a:extLst>
          </p:cNvPr>
          <p:cNvSpPr>
            <a:spLocks noGrp="1"/>
          </p:cNvSpPr>
          <p:nvPr>
            <p:ph type="dt" sz="half" idx="26"/>
          </p:nvPr>
        </p:nvSpPr>
        <p:spPr/>
        <p:txBody>
          <a:bodyPr/>
          <a:lstStyle>
            <a:lvl1pPr>
              <a:defRPr>
                <a:solidFill>
                  <a:schemeClr val="bg1"/>
                </a:solidFill>
              </a:defRPr>
            </a:lvl1pPr>
          </a:lstStyle>
          <a:p>
            <a:fld id="{C6A6502F-2496-4B63-AA2A-CA4F1961C57B}" type="datetime1">
              <a:rPr lang="en-US" smtClean="0"/>
              <a:t>4/1/2026</a:t>
            </a:fld>
            <a:endParaRPr lang="en-US"/>
          </a:p>
        </p:txBody>
      </p:sp>
      <p:sp>
        <p:nvSpPr>
          <p:cNvPr id="6" name="Espace réservé du pied de page 5">
            <a:extLst>
              <a:ext uri="{FF2B5EF4-FFF2-40B4-BE49-F238E27FC236}">
                <a16:creationId xmlns:a16="http://schemas.microsoft.com/office/drawing/2014/main" id="{EF4A0BDC-B587-8FD3-127A-5E8A728F158B}"/>
              </a:ext>
            </a:extLst>
          </p:cNvPr>
          <p:cNvSpPr>
            <a:spLocks noGrp="1"/>
          </p:cNvSpPr>
          <p:nvPr>
            <p:ph type="ftr" sz="quarter" idx="27"/>
          </p:nvPr>
        </p:nvSpPr>
        <p:spPr/>
        <p:txBody>
          <a:bodyPr/>
          <a:lstStyle/>
          <a:p>
            <a:endParaRPr lang="en-US"/>
          </a:p>
        </p:txBody>
      </p:sp>
      <p:sp>
        <p:nvSpPr>
          <p:cNvPr id="7" name="Espace réservé du numéro de diapositive 6">
            <a:extLst>
              <a:ext uri="{FF2B5EF4-FFF2-40B4-BE49-F238E27FC236}">
                <a16:creationId xmlns:a16="http://schemas.microsoft.com/office/drawing/2014/main" id="{2FDC8DD5-F07A-80D8-EE2A-4924E600D46C}"/>
              </a:ext>
            </a:extLst>
          </p:cNvPr>
          <p:cNvSpPr>
            <a:spLocks noGrp="1"/>
          </p:cNvSpPr>
          <p:nvPr>
            <p:ph type="sldNum" sz="quarter" idx="28"/>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8" name="Text Placeholder 14">
            <a:extLst>
              <a:ext uri="{FF2B5EF4-FFF2-40B4-BE49-F238E27FC236}">
                <a16:creationId xmlns:a16="http://schemas.microsoft.com/office/drawing/2014/main" id="{11E49FB5-8076-17F2-BCB9-99722AF5DDA4}"/>
              </a:ext>
            </a:extLst>
          </p:cNvPr>
          <p:cNvSpPr>
            <a:spLocks noGrp="1"/>
          </p:cNvSpPr>
          <p:nvPr>
            <p:ph type="body" sz="quarter" idx="15" hasCustomPrompt="1"/>
          </p:nvPr>
        </p:nvSpPr>
        <p:spPr>
          <a:xfrm>
            <a:off x="492124" y="1016388"/>
            <a:ext cx="3605819"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9" name="Espace réservé du contenu 25">
            <a:extLst>
              <a:ext uri="{FF2B5EF4-FFF2-40B4-BE49-F238E27FC236}">
                <a16:creationId xmlns:a16="http://schemas.microsoft.com/office/drawing/2014/main" id="{D7C85BF7-A7ED-F641-3A9C-5AE111FBDFA8}"/>
              </a:ext>
            </a:extLst>
          </p:cNvPr>
          <p:cNvSpPr>
            <a:spLocks noGrp="1"/>
          </p:cNvSpPr>
          <p:nvPr>
            <p:ph sz="quarter" idx="25"/>
          </p:nvPr>
        </p:nvSpPr>
        <p:spPr>
          <a:xfrm>
            <a:off x="492125" y="2025454"/>
            <a:ext cx="3609975"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2" name="Titre 27">
            <a:extLst>
              <a:ext uri="{FF2B5EF4-FFF2-40B4-BE49-F238E27FC236}">
                <a16:creationId xmlns:a16="http://schemas.microsoft.com/office/drawing/2014/main" id="{71AB0A33-770F-37B2-6FCF-DC6F9F0153DA}"/>
              </a:ext>
            </a:extLst>
          </p:cNvPr>
          <p:cNvSpPr>
            <a:spLocks noGrp="1"/>
          </p:cNvSpPr>
          <p:nvPr>
            <p:ph type="title" hasCustomPrompt="1"/>
          </p:nvPr>
        </p:nvSpPr>
        <p:spPr>
          <a:xfrm>
            <a:off x="492125" y="1268569"/>
            <a:ext cx="3609975" cy="276999"/>
          </a:xfrm>
        </p:spPr>
        <p:txBody>
          <a:bodyPr/>
          <a:lstStyle/>
          <a:p>
            <a:r>
              <a:rPr lang="en-US"/>
              <a:t>Click to edit Master text styles</a:t>
            </a:r>
          </a:p>
        </p:txBody>
      </p:sp>
      <p:sp>
        <p:nvSpPr>
          <p:cNvPr id="20" name="Espace réservé du contenu 25">
            <a:extLst>
              <a:ext uri="{FF2B5EF4-FFF2-40B4-BE49-F238E27FC236}">
                <a16:creationId xmlns:a16="http://schemas.microsoft.com/office/drawing/2014/main" id="{2982E920-51C0-B832-4678-B08AAFF289BD}"/>
              </a:ext>
            </a:extLst>
          </p:cNvPr>
          <p:cNvSpPr>
            <a:spLocks noGrp="1"/>
          </p:cNvSpPr>
          <p:nvPr>
            <p:ph sz="quarter" idx="35"/>
          </p:nvPr>
        </p:nvSpPr>
        <p:spPr>
          <a:xfrm>
            <a:off x="8578775" y="765614"/>
            <a:ext cx="3114752"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1" name="Espace réservé du contenu 25">
            <a:extLst>
              <a:ext uri="{FF2B5EF4-FFF2-40B4-BE49-F238E27FC236}">
                <a16:creationId xmlns:a16="http://schemas.microsoft.com/office/drawing/2014/main" id="{F21E153C-1DF6-DC9B-4A9D-881C9046B6EE}"/>
              </a:ext>
            </a:extLst>
          </p:cNvPr>
          <p:cNvSpPr>
            <a:spLocks noGrp="1"/>
          </p:cNvSpPr>
          <p:nvPr>
            <p:ph sz="quarter" idx="36"/>
          </p:nvPr>
        </p:nvSpPr>
        <p:spPr>
          <a:xfrm>
            <a:off x="5238750" y="765614"/>
            <a:ext cx="3114752"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2" name="Espace réservé du contenu 25">
            <a:extLst>
              <a:ext uri="{FF2B5EF4-FFF2-40B4-BE49-F238E27FC236}">
                <a16:creationId xmlns:a16="http://schemas.microsoft.com/office/drawing/2014/main" id="{39F9BF4F-59E2-B8A4-A835-7F9FD5A1DDF8}"/>
              </a:ext>
            </a:extLst>
          </p:cNvPr>
          <p:cNvSpPr>
            <a:spLocks noGrp="1"/>
          </p:cNvSpPr>
          <p:nvPr>
            <p:ph sz="quarter" idx="37"/>
          </p:nvPr>
        </p:nvSpPr>
        <p:spPr>
          <a:xfrm>
            <a:off x="8578774" y="4526182"/>
            <a:ext cx="3114751"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3" name="Espace réservé du contenu 25">
            <a:extLst>
              <a:ext uri="{FF2B5EF4-FFF2-40B4-BE49-F238E27FC236}">
                <a16:creationId xmlns:a16="http://schemas.microsoft.com/office/drawing/2014/main" id="{69D2BF9C-E51B-6E0C-B0FB-3B08963B2924}"/>
              </a:ext>
            </a:extLst>
          </p:cNvPr>
          <p:cNvSpPr>
            <a:spLocks noGrp="1"/>
          </p:cNvSpPr>
          <p:nvPr>
            <p:ph sz="quarter" idx="38"/>
          </p:nvPr>
        </p:nvSpPr>
        <p:spPr>
          <a:xfrm>
            <a:off x="5238750" y="4526182"/>
            <a:ext cx="3114752"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4" name="Espace réservé du contenu 25">
            <a:extLst>
              <a:ext uri="{FF2B5EF4-FFF2-40B4-BE49-F238E27FC236}">
                <a16:creationId xmlns:a16="http://schemas.microsoft.com/office/drawing/2014/main" id="{67A06607-FD01-BA6C-F3B6-7DDAB723448A}"/>
              </a:ext>
            </a:extLst>
          </p:cNvPr>
          <p:cNvSpPr>
            <a:spLocks noGrp="1"/>
          </p:cNvSpPr>
          <p:nvPr>
            <p:ph sz="quarter" idx="39"/>
          </p:nvPr>
        </p:nvSpPr>
        <p:spPr>
          <a:xfrm>
            <a:off x="8578775" y="2645898"/>
            <a:ext cx="3114752"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5" name="Espace réservé du contenu 25">
            <a:extLst>
              <a:ext uri="{FF2B5EF4-FFF2-40B4-BE49-F238E27FC236}">
                <a16:creationId xmlns:a16="http://schemas.microsoft.com/office/drawing/2014/main" id="{2C6097C9-E233-445D-41DE-DBAD6AF434F7}"/>
              </a:ext>
            </a:extLst>
          </p:cNvPr>
          <p:cNvSpPr>
            <a:spLocks noGrp="1"/>
          </p:cNvSpPr>
          <p:nvPr>
            <p:ph sz="quarter" idx="40"/>
          </p:nvPr>
        </p:nvSpPr>
        <p:spPr>
          <a:xfrm>
            <a:off x="5238750" y="2645898"/>
            <a:ext cx="3114752" cy="1712744"/>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3" name="Espace réservé du texte 2">
            <a:extLst>
              <a:ext uri="{FF2B5EF4-FFF2-40B4-BE49-F238E27FC236}">
                <a16:creationId xmlns:a16="http://schemas.microsoft.com/office/drawing/2014/main" id="{DA744AEB-3326-0B69-E2CE-043A06052901}"/>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EXPERIENCE DESIGN</a:t>
            </a:r>
          </a:p>
        </p:txBody>
      </p:sp>
      <p:pic>
        <p:nvPicPr>
          <p:cNvPr id="18" name="Image 17">
            <a:extLst>
              <a:ext uri="{FF2B5EF4-FFF2-40B4-BE49-F238E27FC236}">
                <a16:creationId xmlns:a16="http://schemas.microsoft.com/office/drawing/2014/main" id="{F95FD5A5-440B-4148-8776-837DDBA6524E}"/>
              </a:ext>
            </a:extLst>
          </p:cNvPr>
          <p:cNvPicPr>
            <a:picLocks noChangeAspect="1"/>
          </p:cNvPicPr>
          <p:nvPr userDrawn="1"/>
        </p:nvPicPr>
        <p:blipFill>
          <a:blip r:embed="rId2"/>
          <a:stretch>
            <a:fillRect/>
          </a:stretch>
        </p:blipFill>
        <p:spPr>
          <a:xfrm>
            <a:off x="492124" y="404813"/>
            <a:ext cx="1195200" cy="438240"/>
          </a:xfrm>
          <a:prstGeom prst="rect">
            <a:avLst/>
          </a:prstGeom>
        </p:spPr>
      </p:pic>
    </p:spTree>
    <p:extLst>
      <p:ext uri="{BB962C8B-B14F-4D97-AF65-F5344CB8AC3E}">
        <p14:creationId xmlns:p14="http://schemas.microsoft.com/office/powerpoint/2010/main" val="2500636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bloc + image backgrou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DC6A3C3-1DF3-7C85-3C5F-41D2741B857E}"/>
              </a:ext>
            </a:extLst>
          </p:cNvPr>
          <p:cNvSpPr/>
          <p:nvPr userDrawn="1"/>
        </p:nvSpPr>
        <p:spPr>
          <a:xfrm>
            <a:off x="0" y="0"/>
            <a:ext cx="12192000" cy="6858000"/>
          </a:xfrm>
          <a:prstGeom prst="rect">
            <a:avLst/>
          </a:prstGeom>
          <a:gradFill>
            <a:gsLst>
              <a:gs pos="100000">
                <a:schemeClr val="tx1">
                  <a:alpha val="25000"/>
                </a:schemeClr>
              </a:gs>
              <a:gs pos="0">
                <a:schemeClr val="tx1">
                  <a:alpha val="35000"/>
                </a:schemeClr>
              </a:gs>
            </a:gsLst>
            <a:lin ang="0" scaled="0"/>
          </a:gradFill>
        </p:spPr>
        <p:txBody>
          <a:bodyPr vert="horz" wrap="square" lIns="0" tIns="0" rIns="0" bIns="0" rtlCol="0">
            <a:no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8" name="Text Placeholder 14">
            <a:extLst>
              <a:ext uri="{FF2B5EF4-FFF2-40B4-BE49-F238E27FC236}">
                <a16:creationId xmlns:a16="http://schemas.microsoft.com/office/drawing/2014/main" id="{A181C890-2E2F-D80E-497C-9655743AEC2D}"/>
              </a:ext>
            </a:extLst>
          </p:cNvPr>
          <p:cNvSpPr>
            <a:spLocks noGrp="1"/>
          </p:cNvSpPr>
          <p:nvPr>
            <p:ph type="body" sz="quarter" idx="15" hasCustomPrompt="1"/>
          </p:nvPr>
        </p:nvSpPr>
        <p:spPr>
          <a:xfrm>
            <a:off x="492125" y="1016389"/>
            <a:ext cx="11206163" cy="184666"/>
          </a:xfrm>
        </p:spPr>
        <p:txBody>
          <a:bodyPr wrap="square">
            <a:spAutoFit/>
          </a:bodyPr>
          <a:lstStyle>
            <a:lvl1pPr>
              <a:lnSpc>
                <a:spcPct val="100000"/>
              </a:lnSpc>
              <a:spcBef>
                <a:spcPts val="0"/>
              </a:spcBef>
              <a:spcAft>
                <a:spcPts val="0"/>
              </a:spcAft>
              <a:buFontTx/>
              <a:buNone/>
              <a:defRPr sz="1200" i="0" cap="all" baseline="0">
                <a:solidFill>
                  <a:schemeClr val="bg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16" name="Espace réservé du contenu 25">
            <a:extLst>
              <a:ext uri="{FF2B5EF4-FFF2-40B4-BE49-F238E27FC236}">
                <a16:creationId xmlns:a16="http://schemas.microsoft.com/office/drawing/2014/main" id="{57AADFE4-3FAC-916B-7FF3-0D0008569D9E}"/>
              </a:ext>
            </a:extLst>
          </p:cNvPr>
          <p:cNvSpPr>
            <a:spLocks noGrp="1"/>
          </p:cNvSpPr>
          <p:nvPr>
            <p:ph sz="quarter" idx="25"/>
          </p:nvPr>
        </p:nvSpPr>
        <p:spPr>
          <a:xfrm>
            <a:off x="492125" y="2025454"/>
            <a:ext cx="3609975" cy="446424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a:p>
            <a:pPr lvl="5"/>
            <a:r>
              <a:rPr lang="en-US"/>
              <a:t>6</a:t>
            </a:r>
          </a:p>
          <a:p>
            <a:pPr lvl="6"/>
            <a:r>
              <a:rPr lang="en-US"/>
              <a:t>7</a:t>
            </a:r>
          </a:p>
          <a:p>
            <a:pPr lvl="6"/>
            <a:r>
              <a:rPr lang="en-US"/>
              <a:t>8</a:t>
            </a:r>
          </a:p>
          <a:p>
            <a:pPr lvl="7"/>
            <a:r>
              <a:rPr lang="en-US"/>
              <a:t>9</a:t>
            </a:r>
          </a:p>
          <a:p>
            <a:pPr lvl="8"/>
            <a:r>
              <a:rPr lang="en-US"/>
              <a:t>10</a:t>
            </a:r>
          </a:p>
        </p:txBody>
      </p:sp>
      <p:sp>
        <p:nvSpPr>
          <p:cNvPr id="22" name="Espace réservé de la date 21">
            <a:extLst>
              <a:ext uri="{FF2B5EF4-FFF2-40B4-BE49-F238E27FC236}">
                <a16:creationId xmlns:a16="http://schemas.microsoft.com/office/drawing/2014/main" id="{0202F1FB-E640-7041-844F-DD23C829BC70}"/>
              </a:ext>
            </a:extLst>
          </p:cNvPr>
          <p:cNvSpPr>
            <a:spLocks noGrp="1"/>
          </p:cNvSpPr>
          <p:nvPr>
            <p:ph type="dt" sz="half" idx="26"/>
          </p:nvPr>
        </p:nvSpPr>
        <p:spPr/>
        <p:txBody>
          <a:bodyPr/>
          <a:lstStyle>
            <a:lvl1pPr>
              <a:defRPr>
                <a:solidFill>
                  <a:schemeClr val="bg1"/>
                </a:solidFill>
              </a:defRPr>
            </a:lvl1pPr>
          </a:lstStyle>
          <a:p>
            <a:fld id="{B03C0D4B-91E7-4102-8CF4-BB498DF89ED0}" type="datetime1">
              <a:rPr lang="en-US" smtClean="0"/>
              <a:t>4/1/2026</a:t>
            </a:fld>
            <a:endParaRPr lang="en-US"/>
          </a:p>
        </p:txBody>
      </p:sp>
      <p:sp>
        <p:nvSpPr>
          <p:cNvPr id="23" name="Espace réservé du pied de page 22">
            <a:extLst>
              <a:ext uri="{FF2B5EF4-FFF2-40B4-BE49-F238E27FC236}">
                <a16:creationId xmlns:a16="http://schemas.microsoft.com/office/drawing/2014/main" id="{874E2C55-F053-F082-2BCF-4F4B87C0334F}"/>
              </a:ext>
            </a:extLst>
          </p:cNvPr>
          <p:cNvSpPr>
            <a:spLocks noGrp="1"/>
          </p:cNvSpPr>
          <p:nvPr>
            <p:ph type="ftr" sz="quarter" idx="27"/>
          </p:nvPr>
        </p:nvSpPr>
        <p:spPr/>
        <p:txBody>
          <a:bodyPr/>
          <a:lstStyle>
            <a:lvl1pPr>
              <a:defRPr>
                <a:solidFill>
                  <a:schemeClr val="bg1"/>
                </a:solidFill>
              </a:defRPr>
            </a:lvl1pPr>
          </a:lstStyle>
          <a:p>
            <a:endParaRPr lang="en-US"/>
          </a:p>
        </p:txBody>
      </p:sp>
      <p:sp>
        <p:nvSpPr>
          <p:cNvPr id="24" name="Espace réservé du numéro de diapositive 23">
            <a:extLst>
              <a:ext uri="{FF2B5EF4-FFF2-40B4-BE49-F238E27FC236}">
                <a16:creationId xmlns:a16="http://schemas.microsoft.com/office/drawing/2014/main" id="{ABF3FE5A-1E70-8767-09EE-5C25F80E6B87}"/>
              </a:ext>
            </a:extLst>
          </p:cNvPr>
          <p:cNvSpPr>
            <a:spLocks noGrp="1"/>
          </p:cNvSpPr>
          <p:nvPr>
            <p:ph type="sldNum" sz="quarter" idx="28"/>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25" name="Titre 24">
            <a:extLst>
              <a:ext uri="{FF2B5EF4-FFF2-40B4-BE49-F238E27FC236}">
                <a16:creationId xmlns:a16="http://schemas.microsoft.com/office/drawing/2014/main" id="{BECB824F-9578-3513-D519-870AE18560F6}"/>
              </a:ext>
            </a:extLst>
          </p:cNvPr>
          <p:cNvSpPr>
            <a:spLocks noGrp="1"/>
          </p:cNvSpPr>
          <p:nvPr>
            <p:ph type="title" hasCustomPrompt="1"/>
          </p:nvPr>
        </p:nvSpPr>
        <p:spPr>
          <a:xfrm>
            <a:off x="492125" y="1268569"/>
            <a:ext cx="11206164" cy="276999"/>
          </a:xfrm>
        </p:spPr>
        <p:txBody>
          <a:bodyPr/>
          <a:lstStyle>
            <a:lvl1pPr>
              <a:defRPr>
                <a:solidFill>
                  <a:schemeClr val="bg1"/>
                </a:solidFill>
              </a:defRPr>
            </a:lvl1pPr>
          </a:lstStyle>
          <a:p>
            <a:r>
              <a:rPr lang="en-US"/>
              <a:t>Click to edit Master text styles</a:t>
            </a:r>
          </a:p>
        </p:txBody>
      </p:sp>
      <p:pic>
        <p:nvPicPr>
          <p:cNvPr id="13" name="Image 12">
            <a:extLst>
              <a:ext uri="{FF2B5EF4-FFF2-40B4-BE49-F238E27FC236}">
                <a16:creationId xmlns:a16="http://schemas.microsoft.com/office/drawing/2014/main" id="{E662C93A-2F32-2D41-9E2F-4F9C28C8227C}"/>
              </a:ext>
            </a:extLst>
          </p:cNvPr>
          <p:cNvPicPr>
            <a:picLocks noChangeAspect="1"/>
          </p:cNvPicPr>
          <p:nvPr userDrawn="1"/>
        </p:nvPicPr>
        <p:blipFill>
          <a:blip r:embed="rId2"/>
          <a:stretch>
            <a:fillRect/>
          </a:stretch>
        </p:blipFill>
        <p:spPr>
          <a:xfrm>
            <a:off x="492125" y="401884"/>
            <a:ext cx="1195200" cy="438240"/>
          </a:xfrm>
          <a:prstGeom prst="rect">
            <a:avLst/>
          </a:prstGeom>
        </p:spPr>
      </p:pic>
      <p:sp>
        <p:nvSpPr>
          <p:cNvPr id="10" name="Espace réservé du texte 2">
            <a:extLst>
              <a:ext uri="{FF2B5EF4-FFF2-40B4-BE49-F238E27FC236}">
                <a16:creationId xmlns:a16="http://schemas.microsoft.com/office/drawing/2014/main" id="{B74DEA2D-E053-624D-B5B2-E26736D8D233}"/>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34380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6 blocs + image backgrou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DC6A3C3-1DF3-7C85-3C5F-41D2741B857E}"/>
              </a:ext>
            </a:extLst>
          </p:cNvPr>
          <p:cNvSpPr/>
          <p:nvPr userDrawn="1"/>
        </p:nvSpPr>
        <p:spPr>
          <a:xfrm>
            <a:off x="0" y="0"/>
            <a:ext cx="12192000" cy="6858000"/>
          </a:xfrm>
          <a:prstGeom prst="rect">
            <a:avLst/>
          </a:prstGeom>
          <a:gradFill>
            <a:gsLst>
              <a:gs pos="100000">
                <a:schemeClr val="tx1">
                  <a:alpha val="25000"/>
                </a:schemeClr>
              </a:gs>
              <a:gs pos="0">
                <a:schemeClr val="tx1">
                  <a:alpha val="35000"/>
                </a:schemeClr>
              </a:gs>
            </a:gsLst>
            <a:lin ang="0" scaled="0"/>
          </a:gradFill>
        </p:spPr>
        <p:txBody>
          <a:bodyPr vert="horz" wrap="square" lIns="0" tIns="0" rIns="0" bIns="0" rtlCol="0">
            <a:no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8" name="Text Placeholder 14">
            <a:extLst>
              <a:ext uri="{FF2B5EF4-FFF2-40B4-BE49-F238E27FC236}">
                <a16:creationId xmlns:a16="http://schemas.microsoft.com/office/drawing/2014/main" id="{A181C890-2E2F-D80E-497C-9655743AEC2D}"/>
              </a:ext>
            </a:extLst>
          </p:cNvPr>
          <p:cNvSpPr>
            <a:spLocks noGrp="1"/>
          </p:cNvSpPr>
          <p:nvPr>
            <p:ph type="body" sz="quarter" idx="15" hasCustomPrompt="1"/>
          </p:nvPr>
        </p:nvSpPr>
        <p:spPr>
          <a:xfrm>
            <a:off x="492124" y="1016388"/>
            <a:ext cx="11206163" cy="184666"/>
          </a:xfrm>
        </p:spPr>
        <p:txBody>
          <a:bodyPr wrap="square">
            <a:spAutoFit/>
          </a:bodyPr>
          <a:lstStyle>
            <a:lvl1pPr>
              <a:lnSpc>
                <a:spcPct val="100000"/>
              </a:lnSpc>
              <a:spcBef>
                <a:spcPts val="0"/>
              </a:spcBef>
              <a:spcAft>
                <a:spcPts val="0"/>
              </a:spcAft>
              <a:buFontTx/>
              <a:buNone/>
              <a:defRPr sz="1200" i="0" cap="all" baseline="0">
                <a:solidFill>
                  <a:schemeClr val="bg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24" name="Espace réservé du contenu 25">
            <a:extLst>
              <a:ext uri="{FF2B5EF4-FFF2-40B4-BE49-F238E27FC236}">
                <a16:creationId xmlns:a16="http://schemas.microsoft.com/office/drawing/2014/main" id="{54A8C83B-97F0-5994-1053-FAB0F5A1044E}"/>
              </a:ext>
            </a:extLst>
          </p:cNvPr>
          <p:cNvSpPr>
            <a:spLocks noGrp="1"/>
          </p:cNvSpPr>
          <p:nvPr>
            <p:ph sz="quarter" idx="25"/>
          </p:nvPr>
        </p:nvSpPr>
        <p:spPr>
          <a:xfrm>
            <a:off x="492125" y="2025454"/>
            <a:ext cx="3605213" cy="19880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a:p>
            <a:pPr lvl="5"/>
            <a:r>
              <a:rPr lang="en-US"/>
              <a:t>6</a:t>
            </a:r>
          </a:p>
          <a:p>
            <a:pPr lvl="6"/>
            <a:r>
              <a:rPr lang="en-US"/>
              <a:t>7</a:t>
            </a:r>
          </a:p>
          <a:p>
            <a:pPr lvl="6"/>
            <a:r>
              <a:rPr lang="en-US"/>
              <a:t>8</a:t>
            </a:r>
          </a:p>
          <a:p>
            <a:pPr lvl="7"/>
            <a:r>
              <a:rPr lang="en-US"/>
              <a:t>9</a:t>
            </a:r>
          </a:p>
          <a:p>
            <a:pPr lvl="8"/>
            <a:r>
              <a:rPr lang="en-US"/>
              <a:t>10</a:t>
            </a:r>
          </a:p>
        </p:txBody>
      </p:sp>
      <p:sp>
        <p:nvSpPr>
          <p:cNvPr id="25" name="Espace réservé du contenu 25">
            <a:extLst>
              <a:ext uri="{FF2B5EF4-FFF2-40B4-BE49-F238E27FC236}">
                <a16:creationId xmlns:a16="http://schemas.microsoft.com/office/drawing/2014/main" id="{A2BDC299-F068-DE2D-D5CC-8D955BDA65BF}"/>
              </a:ext>
            </a:extLst>
          </p:cNvPr>
          <p:cNvSpPr>
            <a:spLocks noGrp="1"/>
          </p:cNvSpPr>
          <p:nvPr>
            <p:ph sz="quarter" idx="34"/>
          </p:nvPr>
        </p:nvSpPr>
        <p:spPr>
          <a:xfrm>
            <a:off x="4293394" y="2025454"/>
            <a:ext cx="3605213" cy="1988050"/>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6" name="Espace réservé du contenu 25">
            <a:extLst>
              <a:ext uri="{FF2B5EF4-FFF2-40B4-BE49-F238E27FC236}">
                <a16:creationId xmlns:a16="http://schemas.microsoft.com/office/drawing/2014/main" id="{34D4F17D-3D96-E602-E611-78AF4032ECB4}"/>
              </a:ext>
            </a:extLst>
          </p:cNvPr>
          <p:cNvSpPr>
            <a:spLocks noGrp="1"/>
          </p:cNvSpPr>
          <p:nvPr>
            <p:ph sz="quarter" idx="35"/>
          </p:nvPr>
        </p:nvSpPr>
        <p:spPr>
          <a:xfrm>
            <a:off x="8088313" y="2025454"/>
            <a:ext cx="3605213" cy="1988050"/>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7" name="Espace réservé du contenu 25">
            <a:extLst>
              <a:ext uri="{FF2B5EF4-FFF2-40B4-BE49-F238E27FC236}">
                <a16:creationId xmlns:a16="http://schemas.microsoft.com/office/drawing/2014/main" id="{7E8B4B38-8F00-2171-1D7F-3CBB9E278316}"/>
              </a:ext>
            </a:extLst>
          </p:cNvPr>
          <p:cNvSpPr>
            <a:spLocks noGrp="1"/>
          </p:cNvSpPr>
          <p:nvPr>
            <p:ph sz="quarter" idx="36"/>
          </p:nvPr>
        </p:nvSpPr>
        <p:spPr>
          <a:xfrm>
            <a:off x="492125" y="4206228"/>
            <a:ext cx="3605213" cy="1988050"/>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8" name="Espace réservé du contenu 25">
            <a:extLst>
              <a:ext uri="{FF2B5EF4-FFF2-40B4-BE49-F238E27FC236}">
                <a16:creationId xmlns:a16="http://schemas.microsoft.com/office/drawing/2014/main" id="{44D814F7-A4CF-D827-DB6A-4CD84E594583}"/>
              </a:ext>
            </a:extLst>
          </p:cNvPr>
          <p:cNvSpPr>
            <a:spLocks noGrp="1"/>
          </p:cNvSpPr>
          <p:nvPr>
            <p:ph sz="quarter" idx="37"/>
          </p:nvPr>
        </p:nvSpPr>
        <p:spPr>
          <a:xfrm>
            <a:off x="4293394" y="4206228"/>
            <a:ext cx="3605213" cy="1988050"/>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29" name="Espace réservé du contenu 25">
            <a:extLst>
              <a:ext uri="{FF2B5EF4-FFF2-40B4-BE49-F238E27FC236}">
                <a16:creationId xmlns:a16="http://schemas.microsoft.com/office/drawing/2014/main" id="{E51C2732-E3C3-B10C-66DC-DE9B1381B778}"/>
              </a:ext>
            </a:extLst>
          </p:cNvPr>
          <p:cNvSpPr>
            <a:spLocks noGrp="1"/>
          </p:cNvSpPr>
          <p:nvPr>
            <p:ph sz="quarter" idx="38"/>
          </p:nvPr>
        </p:nvSpPr>
        <p:spPr>
          <a:xfrm>
            <a:off x="8088312" y="4206228"/>
            <a:ext cx="3605213" cy="1988050"/>
          </a:xfrm>
        </p:spPr>
        <p:txBody>
          <a:bodyPr>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a:p>
            <a:pPr lvl="5"/>
            <a:r>
              <a:rPr lang="en-US"/>
              <a:t>6</a:t>
            </a:r>
          </a:p>
          <a:p>
            <a:pPr lvl="6"/>
            <a:r>
              <a:rPr lang="en-US"/>
              <a:t>7</a:t>
            </a:r>
          </a:p>
          <a:p>
            <a:pPr lvl="6"/>
            <a:r>
              <a:rPr lang="en-US"/>
              <a:t>8</a:t>
            </a:r>
          </a:p>
          <a:p>
            <a:pPr lvl="7"/>
            <a:r>
              <a:rPr lang="en-US"/>
              <a:t>9</a:t>
            </a:r>
          </a:p>
          <a:p>
            <a:pPr lvl="8"/>
            <a:r>
              <a:rPr lang="en-US"/>
              <a:t>10</a:t>
            </a:r>
          </a:p>
        </p:txBody>
      </p:sp>
      <p:sp>
        <p:nvSpPr>
          <p:cNvPr id="30" name="Espace réservé de la date 29">
            <a:extLst>
              <a:ext uri="{FF2B5EF4-FFF2-40B4-BE49-F238E27FC236}">
                <a16:creationId xmlns:a16="http://schemas.microsoft.com/office/drawing/2014/main" id="{D9FB1C1E-F3A0-55A7-8CD1-7F33117A117C}"/>
              </a:ext>
            </a:extLst>
          </p:cNvPr>
          <p:cNvSpPr>
            <a:spLocks noGrp="1"/>
          </p:cNvSpPr>
          <p:nvPr>
            <p:ph type="dt" sz="half" idx="39"/>
          </p:nvPr>
        </p:nvSpPr>
        <p:spPr/>
        <p:txBody>
          <a:bodyPr/>
          <a:lstStyle>
            <a:lvl1pPr>
              <a:defRPr>
                <a:solidFill>
                  <a:schemeClr val="bg1"/>
                </a:solidFill>
              </a:defRPr>
            </a:lvl1pPr>
          </a:lstStyle>
          <a:p>
            <a:fld id="{B342EA37-B4A5-4CBB-8940-315F433D1668}" type="datetime1">
              <a:rPr lang="en-US" smtClean="0"/>
              <a:t>4/1/2026</a:t>
            </a:fld>
            <a:endParaRPr lang="en-US"/>
          </a:p>
        </p:txBody>
      </p:sp>
      <p:sp>
        <p:nvSpPr>
          <p:cNvPr id="31" name="Espace réservé du pied de page 30">
            <a:extLst>
              <a:ext uri="{FF2B5EF4-FFF2-40B4-BE49-F238E27FC236}">
                <a16:creationId xmlns:a16="http://schemas.microsoft.com/office/drawing/2014/main" id="{ABFBF4DD-5CA5-CE0D-A156-918D38A026EA}"/>
              </a:ext>
            </a:extLst>
          </p:cNvPr>
          <p:cNvSpPr>
            <a:spLocks noGrp="1"/>
          </p:cNvSpPr>
          <p:nvPr>
            <p:ph type="ftr" sz="quarter" idx="40"/>
          </p:nvPr>
        </p:nvSpPr>
        <p:spPr/>
        <p:txBody>
          <a:bodyPr/>
          <a:lstStyle>
            <a:lvl1pPr>
              <a:defRPr>
                <a:solidFill>
                  <a:schemeClr val="bg1"/>
                </a:solidFill>
              </a:defRPr>
            </a:lvl1pPr>
          </a:lstStyle>
          <a:p>
            <a:endParaRPr lang="en-US"/>
          </a:p>
        </p:txBody>
      </p:sp>
      <p:sp>
        <p:nvSpPr>
          <p:cNvPr id="32" name="Espace réservé du numéro de diapositive 31">
            <a:extLst>
              <a:ext uri="{FF2B5EF4-FFF2-40B4-BE49-F238E27FC236}">
                <a16:creationId xmlns:a16="http://schemas.microsoft.com/office/drawing/2014/main" id="{5B5F607F-C55C-3382-3910-C965E6C9F668}"/>
              </a:ext>
            </a:extLst>
          </p:cNvPr>
          <p:cNvSpPr>
            <a:spLocks noGrp="1"/>
          </p:cNvSpPr>
          <p:nvPr>
            <p:ph type="sldNum" sz="quarter" idx="41"/>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33" name="Titre 32">
            <a:extLst>
              <a:ext uri="{FF2B5EF4-FFF2-40B4-BE49-F238E27FC236}">
                <a16:creationId xmlns:a16="http://schemas.microsoft.com/office/drawing/2014/main" id="{37B611BA-F0B7-66BF-ABE2-2EA2A812161A}"/>
              </a:ext>
            </a:extLst>
          </p:cNvPr>
          <p:cNvSpPr>
            <a:spLocks noGrp="1"/>
          </p:cNvSpPr>
          <p:nvPr>
            <p:ph type="title" hasCustomPrompt="1"/>
          </p:nvPr>
        </p:nvSpPr>
        <p:spPr>
          <a:xfrm>
            <a:off x="492125" y="1268569"/>
            <a:ext cx="11206164" cy="276999"/>
          </a:xfrm>
        </p:spPr>
        <p:txBody>
          <a:bodyPr/>
          <a:lstStyle>
            <a:lvl1pPr>
              <a:defRPr>
                <a:solidFill>
                  <a:schemeClr val="bg1"/>
                </a:solidFill>
              </a:defRPr>
            </a:lvl1pPr>
          </a:lstStyle>
          <a:p>
            <a:r>
              <a:rPr lang="en-US"/>
              <a:t>Click to edit Master text styles</a:t>
            </a:r>
          </a:p>
        </p:txBody>
      </p:sp>
      <p:pic>
        <p:nvPicPr>
          <p:cNvPr id="15" name="Image 14">
            <a:extLst>
              <a:ext uri="{FF2B5EF4-FFF2-40B4-BE49-F238E27FC236}">
                <a16:creationId xmlns:a16="http://schemas.microsoft.com/office/drawing/2014/main" id="{106B0F52-6C24-E442-A0FA-F0EFDAA080B8}"/>
              </a:ext>
            </a:extLst>
          </p:cNvPr>
          <p:cNvPicPr>
            <a:picLocks noChangeAspect="1"/>
          </p:cNvPicPr>
          <p:nvPr userDrawn="1"/>
        </p:nvPicPr>
        <p:blipFill>
          <a:blip r:embed="rId2"/>
          <a:stretch>
            <a:fillRect/>
          </a:stretch>
        </p:blipFill>
        <p:spPr>
          <a:xfrm>
            <a:off x="492125" y="401884"/>
            <a:ext cx="1195200" cy="438240"/>
          </a:xfrm>
          <a:prstGeom prst="rect">
            <a:avLst/>
          </a:prstGeom>
        </p:spPr>
      </p:pic>
      <p:sp>
        <p:nvSpPr>
          <p:cNvPr id="16" name="Espace réservé du texte 2">
            <a:extLst>
              <a:ext uri="{FF2B5EF4-FFF2-40B4-BE49-F238E27FC236}">
                <a16:creationId xmlns:a16="http://schemas.microsoft.com/office/drawing/2014/main" id="{9F5E334F-002E-CB49-B9F8-CAB137BDD3D8}"/>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solidFill>
                  <a:schemeClr val="bg1"/>
                </a:solidFill>
              </a:rPr>
              <a:t>Backend &amp; Traceability</a:t>
            </a:r>
          </a:p>
        </p:txBody>
      </p:sp>
    </p:spTree>
    <p:extLst>
      <p:ext uri="{BB962C8B-B14F-4D97-AF65-F5344CB8AC3E}">
        <p14:creationId xmlns:p14="http://schemas.microsoft.com/office/powerpoint/2010/main" val="93465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bloc +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62432A-C7B6-AE83-ECE1-CBA2171CADF5}"/>
              </a:ext>
            </a:extLst>
          </p:cNvPr>
          <p:cNvSpPr/>
          <p:nvPr userDrawn="1"/>
        </p:nvSpPr>
        <p:spPr>
          <a:xfrm>
            <a:off x="4302125" y="304800"/>
            <a:ext cx="7585075" cy="6248400"/>
          </a:xfrm>
          <a:prstGeom prst="rect">
            <a:avLst/>
          </a:prstGeom>
          <a:solidFill>
            <a:schemeClr val="bg1"/>
          </a:solidFill>
        </p:spPr>
        <p:txBody>
          <a:bodyPr vert="horz" lIns="0" tIns="0" rIns="0" bIns="0" rtlCol="0">
            <a:normAutofit/>
          </a:bodyPr>
          <a:lstStyle/>
          <a:p>
            <a:pPr lvl="0" indent="0">
              <a:lnSpc>
                <a:spcPct val="100000"/>
              </a:lnSpc>
              <a:spcBef>
                <a:spcPts val="0"/>
              </a:spcBef>
              <a:spcAft>
                <a:spcPts val="0"/>
              </a:spcAft>
              <a:buFontTx/>
              <a:buNone/>
            </a:pPr>
            <a:endParaRPr lang="en-US" sz="100">
              <a:solidFill>
                <a:schemeClr val="bg1">
                  <a:alpha val="0"/>
                </a:schemeClr>
              </a:solidFill>
            </a:endParaRPr>
          </a:p>
        </p:txBody>
      </p:sp>
      <p:sp>
        <p:nvSpPr>
          <p:cNvPr id="5" name="Espace réservé de la date 4">
            <a:extLst>
              <a:ext uri="{FF2B5EF4-FFF2-40B4-BE49-F238E27FC236}">
                <a16:creationId xmlns:a16="http://schemas.microsoft.com/office/drawing/2014/main" id="{2BB14B3C-055E-18CB-44EC-F97D19C04476}"/>
              </a:ext>
            </a:extLst>
          </p:cNvPr>
          <p:cNvSpPr>
            <a:spLocks noGrp="1"/>
          </p:cNvSpPr>
          <p:nvPr>
            <p:ph type="dt" sz="half" idx="26"/>
          </p:nvPr>
        </p:nvSpPr>
        <p:spPr/>
        <p:txBody>
          <a:bodyPr/>
          <a:lstStyle/>
          <a:p>
            <a:fld id="{6F5EC665-5BD6-4F4B-9807-97D4046AEFAB}" type="datetime1">
              <a:rPr lang="en-US" smtClean="0"/>
              <a:t>4/1/2026</a:t>
            </a:fld>
            <a:endParaRPr lang="en-US"/>
          </a:p>
        </p:txBody>
      </p:sp>
      <p:sp>
        <p:nvSpPr>
          <p:cNvPr id="6" name="Espace réservé du pied de page 5">
            <a:extLst>
              <a:ext uri="{FF2B5EF4-FFF2-40B4-BE49-F238E27FC236}">
                <a16:creationId xmlns:a16="http://schemas.microsoft.com/office/drawing/2014/main" id="{EF4A0BDC-B587-8FD3-127A-5E8A728F158B}"/>
              </a:ext>
            </a:extLst>
          </p:cNvPr>
          <p:cNvSpPr>
            <a:spLocks noGrp="1"/>
          </p:cNvSpPr>
          <p:nvPr>
            <p:ph type="ftr" sz="quarter" idx="27"/>
          </p:nvPr>
        </p:nvSpPr>
        <p:spPr/>
        <p:txBody>
          <a:bodyPr/>
          <a:lstStyle/>
          <a:p>
            <a:endParaRPr lang="en-US"/>
          </a:p>
        </p:txBody>
      </p:sp>
      <p:sp>
        <p:nvSpPr>
          <p:cNvPr id="7" name="Espace réservé du numéro de diapositive 6">
            <a:extLst>
              <a:ext uri="{FF2B5EF4-FFF2-40B4-BE49-F238E27FC236}">
                <a16:creationId xmlns:a16="http://schemas.microsoft.com/office/drawing/2014/main" id="{2FDC8DD5-F07A-80D8-EE2A-4924E600D46C}"/>
              </a:ext>
            </a:extLst>
          </p:cNvPr>
          <p:cNvSpPr>
            <a:spLocks noGrp="1"/>
          </p:cNvSpPr>
          <p:nvPr>
            <p:ph type="sldNum" sz="quarter" idx="28"/>
          </p:nvPr>
        </p:nvSpPr>
        <p:spPr/>
        <p:txBody>
          <a:bodyPr/>
          <a:lstStyle/>
          <a:p>
            <a:fld id="{A3DC67AC-589B-465F-8375-83B2CE47653E}" type="slidenum">
              <a:rPr lang="en-US" smtClean="0"/>
              <a:pPr/>
              <a:t>‹#›</a:t>
            </a:fld>
            <a:endParaRPr lang="en-US"/>
          </a:p>
        </p:txBody>
      </p:sp>
      <p:sp>
        <p:nvSpPr>
          <p:cNvPr id="8" name="Text Placeholder 14">
            <a:extLst>
              <a:ext uri="{FF2B5EF4-FFF2-40B4-BE49-F238E27FC236}">
                <a16:creationId xmlns:a16="http://schemas.microsoft.com/office/drawing/2014/main" id="{11E49FB5-8076-17F2-BCB9-99722AF5DDA4}"/>
              </a:ext>
            </a:extLst>
          </p:cNvPr>
          <p:cNvSpPr>
            <a:spLocks noGrp="1"/>
          </p:cNvSpPr>
          <p:nvPr>
            <p:ph type="body" sz="quarter" idx="15" hasCustomPrompt="1"/>
          </p:nvPr>
        </p:nvSpPr>
        <p:spPr>
          <a:xfrm>
            <a:off x="492124" y="1016388"/>
            <a:ext cx="3605819"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9" name="Espace réservé du contenu 25">
            <a:extLst>
              <a:ext uri="{FF2B5EF4-FFF2-40B4-BE49-F238E27FC236}">
                <a16:creationId xmlns:a16="http://schemas.microsoft.com/office/drawing/2014/main" id="{D7C85BF7-A7ED-F641-3A9C-5AE111FBDFA8}"/>
              </a:ext>
            </a:extLst>
          </p:cNvPr>
          <p:cNvSpPr>
            <a:spLocks noGrp="1"/>
          </p:cNvSpPr>
          <p:nvPr>
            <p:ph sz="quarter" idx="25"/>
          </p:nvPr>
        </p:nvSpPr>
        <p:spPr>
          <a:xfrm>
            <a:off x="492125" y="2025454"/>
            <a:ext cx="3609975" cy="4464246"/>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2" name="Titre 27">
            <a:extLst>
              <a:ext uri="{FF2B5EF4-FFF2-40B4-BE49-F238E27FC236}">
                <a16:creationId xmlns:a16="http://schemas.microsoft.com/office/drawing/2014/main" id="{71AB0A33-770F-37B2-6FCF-DC6F9F0153DA}"/>
              </a:ext>
            </a:extLst>
          </p:cNvPr>
          <p:cNvSpPr>
            <a:spLocks noGrp="1"/>
          </p:cNvSpPr>
          <p:nvPr>
            <p:ph type="title" hasCustomPrompt="1"/>
          </p:nvPr>
        </p:nvSpPr>
        <p:spPr>
          <a:xfrm>
            <a:off x="492125" y="1268569"/>
            <a:ext cx="3609975" cy="276999"/>
          </a:xfrm>
        </p:spPr>
        <p:txBody>
          <a:bodyPr/>
          <a:lstStyle/>
          <a:p>
            <a:r>
              <a:rPr lang="en-US"/>
              <a:t>Click to edit Master text styles</a:t>
            </a:r>
          </a:p>
        </p:txBody>
      </p:sp>
      <p:sp>
        <p:nvSpPr>
          <p:cNvPr id="10" name="Espace réservé du texte 2">
            <a:extLst>
              <a:ext uri="{FF2B5EF4-FFF2-40B4-BE49-F238E27FC236}">
                <a16:creationId xmlns:a16="http://schemas.microsoft.com/office/drawing/2014/main" id="{9E233C42-22F6-67C4-7C5E-A74DEA0D02BB}"/>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pic>
        <p:nvPicPr>
          <p:cNvPr id="13" name="Image 12">
            <a:extLst>
              <a:ext uri="{FF2B5EF4-FFF2-40B4-BE49-F238E27FC236}">
                <a16:creationId xmlns:a16="http://schemas.microsoft.com/office/drawing/2014/main" id="{93E3ABB3-4562-3B44-9DA7-7B0FD633859A}"/>
              </a:ext>
            </a:extLst>
          </p:cNvPr>
          <p:cNvPicPr>
            <a:picLocks noChangeAspect="1"/>
          </p:cNvPicPr>
          <p:nvPr userDrawn="1"/>
        </p:nvPicPr>
        <p:blipFill>
          <a:blip r:embed="rId2"/>
          <a:stretch>
            <a:fillRect/>
          </a:stretch>
        </p:blipFill>
        <p:spPr>
          <a:xfrm>
            <a:off x="492124" y="404813"/>
            <a:ext cx="1195200" cy="438240"/>
          </a:xfrm>
          <a:prstGeom prst="rect">
            <a:avLst/>
          </a:prstGeom>
        </p:spPr>
      </p:pic>
    </p:spTree>
    <p:extLst>
      <p:ext uri="{BB962C8B-B14F-4D97-AF65-F5344CB8AC3E}">
        <p14:creationId xmlns:p14="http://schemas.microsoft.com/office/powerpoint/2010/main" val="255153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6D47A5EF-D624-5E2B-EC8E-B0DB366BACD0}"/>
              </a:ext>
            </a:extLst>
          </p:cNvPr>
          <p:cNvSpPr>
            <a:spLocks noGrp="1"/>
          </p:cNvSpPr>
          <p:nvPr>
            <p:ph type="pic" sz="quarter" idx="16"/>
          </p:nvPr>
        </p:nvSpPr>
        <p:spPr>
          <a:xfrm>
            <a:off x="8088313" y="0"/>
            <a:ext cx="4103686" cy="6858000"/>
          </a:xfrm>
          <a:noFill/>
        </p:spPr>
        <p:txBody>
          <a:bodyPr anchor="ctr" anchorCtr="0">
            <a:normAutofit/>
          </a:bodyPr>
          <a:lstStyle>
            <a:lvl1pPr algn="ctr">
              <a:defRPr sz="1200">
                <a:solidFill>
                  <a:srgbClr val="171928"/>
                </a:solidFill>
              </a:defRPr>
            </a:lvl1pPr>
          </a:lstStyle>
          <a:p>
            <a:endParaRPr lang="en-US"/>
          </a:p>
        </p:txBody>
      </p:sp>
      <p:sp>
        <p:nvSpPr>
          <p:cNvPr id="5" name="Espace réservé de la date 4">
            <a:extLst>
              <a:ext uri="{FF2B5EF4-FFF2-40B4-BE49-F238E27FC236}">
                <a16:creationId xmlns:a16="http://schemas.microsoft.com/office/drawing/2014/main" id="{2BB14B3C-055E-18CB-44EC-F97D19C04476}"/>
              </a:ext>
            </a:extLst>
          </p:cNvPr>
          <p:cNvSpPr>
            <a:spLocks noGrp="1"/>
          </p:cNvSpPr>
          <p:nvPr>
            <p:ph type="dt" sz="half" idx="26"/>
          </p:nvPr>
        </p:nvSpPr>
        <p:spPr/>
        <p:txBody>
          <a:bodyPr/>
          <a:lstStyle/>
          <a:p>
            <a:fld id="{02C2BE39-4398-40CD-B926-D877610805E7}" type="datetime1">
              <a:rPr lang="en-US" smtClean="0"/>
              <a:t>4/1/2026</a:t>
            </a:fld>
            <a:endParaRPr lang="en-US"/>
          </a:p>
        </p:txBody>
      </p:sp>
      <p:sp>
        <p:nvSpPr>
          <p:cNvPr id="6" name="Espace réservé du pied de page 5">
            <a:extLst>
              <a:ext uri="{FF2B5EF4-FFF2-40B4-BE49-F238E27FC236}">
                <a16:creationId xmlns:a16="http://schemas.microsoft.com/office/drawing/2014/main" id="{EF4A0BDC-B587-8FD3-127A-5E8A728F158B}"/>
              </a:ext>
            </a:extLst>
          </p:cNvPr>
          <p:cNvSpPr>
            <a:spLocks noGrp="1"/>
          </p:cNvSpPr>
          <p:nvPr>
            <p:ph type="ftr" sz="quarter" idx="27"/>
          </p:nvPr>
        </p:nvSpPr>
        <p:spPr/>
        <p:txBody>
          <a:bodyPr/>
          <a:lstStyle/>
          <a:p>
            <a:endParaRPr lang="en-US"/>
          </a:p>
        </p:txBody>
      </p:sp>
      <p:sp>
        <p:nvSpPr>
          <p:cNvPr id="7" name="Espace réservé du numéro de diapositive 6">
            <a:extLst>
              <a:ext uri="{FF2B5EF4-FFF2-40B4-BE49-F238E27FC236}">
                <a16:creationId xmlns:a16="http://schemas.microsoft.com/office/drawing/2014/main" id="{2FDC8DD5-F07A-80D8-EE2A-4924E600D46C}"/>
              </a:ext>
            </a:extLst>
          </p:cNvPr>
          <p:cNvSpPr>
            <a:spLocks noGrp="1"/>
          </p:cNvSpPr>
          <p:nvPr>
            <p:ph type="sldNum" sz="quarter" idx="28"/>
          </p:nvPr>
        </p:nvSpPr>
        <p:spPr/>
        <p:txBody>
          <a:bodyPr/>
          <a:lstStyle>
            <a:lvl1pPr>
              <a:defRPr>
                <a:solidFill>
                  <a:schemeClr val="bg1"/>
                </a:solidFill>
              </a:defRPr>
            </a:lvl1pPr>
          </a:lstStyle>
          <a:p>
            <a:fld id="{A3DC67AC-589B-465F-8375-83B2CE47653E}" type="slidenum">
              <a:rPr lang="en-US" smtClean="0"/>
              <a:pPr/>
              <a:t>‹#›</a:t>
            </a:fld>
            <a:endParaRPr lang="en-US"/>
          </a:p>
        </p:txBody>
      </p:sp>
      <p:sp>
        <p:nvSpPr>
          <p:cNvPr id="8" name="Text Placeholder 14">
            <a:extLst>
              <a:ext uri="{FF2B5EF4-FFF2-40B4-BE49-F238E27FC236}">
                <a16:creationId xmlns:a16="http://schemas.microsoft.com/office/drawing/2014/main" id="{11E49FB5-8076-17F2-BCB9-99722AF5DDA4}"/>
              </a:ext>
            </a:extLst>
          </p:cNvPr>
          <p:cNvSpPr>
            <a:spLocks noGrp="1"/>
          </p:cNvSpPr>
          <p:nvPr>
            <p:ph type="body" sz="quarter" idx="15" hasCustomPrompt="1"/>
          </p:nvPr>
        </p:nvSpPr>
        <p:spPr>
          <a:xfrm>
            <a:off x="492124" y="1016388"/>
            <a:ext cx="3605819"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9" name="Espace réservé du contenu 25">
            <a:extLst>
              <a:ext uri="{FF2B5EF4-FFF2-40B4-BE49-F238E27FC236}">
                <a16:creationId xmlns:a16="http://schemas.microsoft.com/office/drawing/2014/main" id="{D7C85BF7-A7ED-F641-3A9C-5AE111FBDFA8}"/>
              </a:ext>
            </a:extLst>
          </p:cNvPr>
          <p:cNvSpPr>
            <a:spLocks noGrp="1"/>
          </p:cNvSpPr>
          <p:nvPr>
            <p:ph sz="quarter" idx="25"/>
          </p:nvPr>
        </p:nvSpPr>
        <p:spPr>
          <a:xfrm>
            <a:off x="1441450" y="2025454"/>
            <a:ext cx="5510213" cy="4464246"/>
          </a:xfrm>
        </p:spPr>
        <p:txBody>
          <a:bodyPr/>
          <a:lstStyle>
            <a:lvl1pPr>
              <a:defRPr sz="2800" i="1">
                <a:latin typeface="LVMH" panose="02040504000000000004" pitchFamily="18" charset="0"/>
              </a:defRPr>
            </a:lvl1pPr>
            <a:lvl2pPr marL="0" indent="0">
              <a:buNone/>
              <a:defRPr/>
            </a:lvl2pPr>
          </a:lstStyle>
          <a:p>
            <a:pPr lvl="0"/>
            <a:r>
              <a:rPr lang="en-US" err="1"/>
              <a:t>Cliquez</a:t>
            </a:r>
            <a:r>
              <a:rPr lang="en-US"/>
              <a:t> pour modifier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p:txBody>
      </p:sp>
      <p:sp>
        <p:nvSpPr>
          <p:cNvPr id="12" name="Titre 27">
            <a:extLst>
              <a:ext uri="{FF2B5EF4-FFF2-40B4-BE49-F238E27FC236}">
                <a16:creationId xmlns:a16="http://schemas.microsoft.com/office/drawing/2014/main" id="{71AB0A33-770F-37B2-6FCF-DC6F9F0153DA}"/>
              </a:ext>
            </a:extLst>
          </p:cNvPr>
          <p:cNvSpPr>
            <a:spLocks noGrp="1"/>
          </p:cNvSpPr>
          <p:nvPr>
            <p:ph type="title" hasCustomPrompt="1"/>
          </p:nvPr>
        </p:nvSpPr>
        <p:spPr>
          <a:xfrm>
            <a:off x="492125" y="1268569"/>
            <a:ext cx="3609975" cy="276999"/>
          </a:xfrm>
        </p:spPr>
        <p:txBody>
          <a:bodyPr/>
          <a:lstStyle/>
          <a:p>
            <a:r>
              <a:rPr lang="en-US"/>
              <a:t>Click to edit Master text styles</a:t>
            </a:r>
          </a:p>
        </p:txBody>
      </p:sp>
      <p:sp>
        <p:nvSpPr>
          <p:cNvPr id="2" name="Text Placeholder 16">
            <a:extLst>
              <a:ext uri="{FF2B5EF4-FFF2-40B4-BE49-F238E27FC236}">
                <a16:creationId xmlns:a16="http://schemas.microsoft.com/office/drawing/2014/main" id="{154FEF27-12ED-252C-ACE7-48CF75631B58}"/>
              </a:ext>
            </a:extLst>
          </p:cNvPr>
          <p:cNvSpPr>
            <a:spLocks noGrp="1"/>
          </p:cNvSpPr>
          <p:nvPr>
            <p:ph type="body" sz="quarter" idx="29"/>
          </p:nvPr>
        </p:nvSpPr>
        <p:spPr>
          <a:xfrm>
            <a:off x="492125" y="2025454"/>
            <a:ext cx="558872" cy="414821"/>
          </a:xfrm>
          <a:custGeom>
            <a:avLst/>
            <a:gdLst>
              <a:gd name="connsiteX0" fmla="*/ 374535 w 558872"/>
              <a:gd name="connsiteY0" fmla="*/ 0 h 414821"/>
              <a:gd name="connsiteX1" fmla="*/ 558872 w 558872"/>
              <a:gd name="connsiteY1" fmla="*/ 0 h 414821"/>
              <a:gd name="connsiteX2" fmla="*/ 333761 w 558872"/>
              <a:gd name="connsiteY2" fmla="*/ 414821 h 414821"/>
              <a:gd name="connsiteX3" fmla="*/ 272234 w 558872"/>
              <a:gd name="connsiteY3" fmla="*/ 414821 h 414821"/>
              <a:gd name="connsiteX4" fmla="*/ 84478 w 558872"/>
              <a:gd name="connsiteY4" fmla="*/ 0 h 414821"/>
              <a:gd name="connsiteX5" fmla="*/ 265397 w 558872"/>
              <a:gd name="connsiteY5" fmla="*/ 0 h 414821"/>
              <a:gd name="connsiteX6" fmla="*/ 61527 w 558872"/>
              <a:gd name="connsiteY6" fmla="*/ 414821 h 414821"/>
              <a:gd name="connsiteX7" fmla="*/ 0 w 558872"/>
              <a:gd name="connsiteY7" fmla="*/ 414821 h 414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872" h="414821">
                <a:moveTo>
                  <a:pt x="374535" y="0"/>
                </a:moveTo>
                <a:lnTo>
                  <a:pt x="558872" y="0"/>
                </a:lnTo>
                <a:lnTo>
                  <a:pt x="333761" y="414821"/>
                </a:lnTo>
                <a:lnTo>
                  <a:pt x="272234" y="414821"/>
                </a:lnTo>
                <a:close/>
                <a:moveTo>
                  <a:pt x="84478" y="0"/>
                </a:moveTo>
                <a:lnTo>
                  <a:pt x="265397" y="0"/>
                </a:lnTo>
                <a:lnTo>
                  <a:pt x="61527" y="414821"/>
                </a:lnTo>
                <a:lnTo>
                  <a:pt x="0" y="414821"/>
                </a:lnTo>
                <a:close/>
              </a:path>
            </a:pathLst>
          </a:custGeom>
          <a:solidFill>
            <a:schemeClr val="accent1"/>
          </a:solidFill>
        </p:spPr>
        <p:txBody>
          <a:bodyPr wrap="square">
            <a:noAutofit/>
          </a:bodyPr>
          <a:lstStyle>
            <a:lvl1pPr>
              <a:lnSpc>
                <a:spcPct val="100000"/>
              </a:lnSpc>
              <a:spcBef>
                <a:spcPts val="0"/>
              </a:spcBef>
              <a:spcAft>
                <a:spcPts val="0"/>
              </a:spcAft>
              <a:buFontTx/>
              <a:buNone/>
              <a:defRPr sz="100">
                <a:solidFill>
                  <a:schemeClr val="bg1">
                    <a:alpha val="0"/>
                  </a:schemeClr>
                </a:solidFill>
                <a:latin typeface="+mn-lt"/>
              </a:defRPr>
            </a:lvl1pPr>
            <a:lvl2pPr>
              <a:lnSpc>
                <a:spcPct val="100000"/>
              </a:lnSpc>
              <a:spcBef>
                <a:spcPts val="0"/>
              </a:spcBef>
              <a:spcAft>
                <a:spcPts val="0"/>
              </a:spcAft>
              <a:buFontTx/>
              <a:buNone/>
              <a:defRPr sz="100">
                <a:solidFill>
                  <a:schemeClr val="bg1">
                    <a:alpha val="0"/>
                  </a:schemeClr>
                </a:solidFill>
                <a:latin typeface="+mn-lt"/>
              </a:defRPr>
            </a:lvl2pPr>
            <a:lvl3pPr marL="0" indent="0">
              <a:lnSpc>
                <a:spcPct val="100000"/>
              </a:lnSpc>
              <a:spcBef>
                <a:spcPts val="0"/>
              </a:spcBef>
              <a:spcAft>
                <a:spcPts val="0"/>
              </a:spcAft>
              <a:buFontTx/>
              <a:buNone/>
              <a:defRPr sz="100">
                <a:solidFill>
                  <a:schemeClr val="bg1">
                    <a:alpha val="0"/>
                  </a:schemeClr>
                </a:solidFill>
                <a:latin typeface="+mn-lt"/>
              </a:defRPr>
            </a:lvl3pPr>
            <a:lvl4pPr marL="0" indent="0">
              <a:lnSpc>
                <a:spcPct val="100000"/>
              </a:lnSpc>
              <a:spcBef>
                <a:spcPts val="0"/>
              </a:spcBef>
              <a:spcAft>
                <a:spcPts val="0"/>
              </a:spcAft>
              <a:buFontTx/>
              <a:buNone/>
              <a:defRPr sz="100">
                <a:solidFill>
                  <a:schemeClr val="bg1">
                    <a:alpha val="0"/>
                  </a:schemeClr>
                </a:solidFill>
                <a:latin typeface="+mn-lt"/>
              </a:defRPr>
            </a:lvl4pPr>
            <a:lvl5pPr marL="0" indent="0">
              <a:lnSpc>
                <a:spcPct val="100000"/>
              </a:lnSpc>
              <a:spcBef>
                <a:spcPts val="0"/>
              </a:spcBef>
              <a:spcAft>
                <a:spcPts val="0"/>
              </a:spcAft>
              <a:buFontTx/>
              <a:buNone/>
              <a:defRPr sz="100">
                <a:solidFill>
                  <a:schemeClr val="bg1">
                    <a:alpha val="0"/>
                  </a:schemeClr>
                </a:solidFill>
                <a:latin typeface="+mn-lt"/>
              </a:defRPr>
            </a:lvl5pPr>
            <a:lvl6pPr>
              <a:lnSpc>
                <a:spcPct val="100000"/>
              </a:lnSpc>
              <a:spcBef>
                <a:spcPts val="0"/>
              </a:spcBef>
              <a:spcAft>
                <a:spcPts val="0"/>
              </a:spcAft>
              <a:buFontTx/>
              <a:buNone/>
              <a:defRPr sz="100">
                <a:solidFill>
                  <a:schemeClr val="bg1">
                    <a:alpha val="0"/>
                  </a:schemeClr>
                </a:solidFill>
                <a:latin typeface="+mn-lt"/>
              </a:defRPr>
            </a:lvl6pPr>
            <a:lvl7pPr>
              <a:lnSpc>
                <a:spcPct val="100000"/>
              </a:lnSpc>
              <a:spcBef>
                <a:spcPts val="0"/>
              </a:spcBef>
              <a:spcAft>
                <a:spcPts val="0"/>
              </a:spcAft>
              <a:buFontTx/>
              <a:buNone/>
              <a:defRPr sz="100">
                <a:solidFill>
                  <a:schemeClr val="bg1">
                    <a:alpha val="0"/>
                  </a:schemeClr>
                </a:solidFill>
                <a:latin typeface="+mn-lt"/>
              </a:defRPr>
            </a:lvl7pPr>
            <a:lvl8pPr>
              <a:lnSpc>
                <a:spcPct val="100000"/>
              </a:lnSpc>
              <a:spcBef>
                <a:spcPts val="0"/>
              </a:spcBef>
              <a:spcAft>
                <a:spcPts val="0"/>
              </a:spcAft>
              <a:buFontTx/>
              <a:buNone/>
              <a:defRPr sz="100">
                <a:solidFill>
                  <a:schemeClr val="bg1">
                    <a:alpha val="0"/>
                  </a:schemeClr>
                </a:solidFill>
                <a:latin typeface="+mn-lt"/>
              </a:defRPr>
            </a:lvl8pPr>
            <a:lvl9pPr>
              <a:lnSpc>
                <a:spcPct val="100000"/>
              </a:lnSpc>
              <a:spcBef>
                <a:spcPts val="0"/>
              </a:spcBef>
              <a:spcAft>
                <a:spcPts val="0"/>
              </a:spcAft>
              <a:buFontTx/>
              <a:buNone/>
              <a:defRPr sz="100">
                <a:solidFill>
                  <a:schemeClr val="bg1">
                    <a:alpha val="0"/>
                  </a:schemeClr>
                </a:solidFill>
                <a:latin typeface="+mn-lt"/>
              </a:defRPr>
            </a:lvl9pPr>
          </a:lstStyle>
          <a:p>
            <a:pPr lvl="0"/>
            <a:endParaRPr lang="en-US"/>
          </a:p>
        </p:txBody>
      </p:sp>
      <p:pic>
        <p:nvPicPr>
          <p:cNvPr id="13" name="Image 12">
            <a:extLst>
              <a:ext uri="{FF2B5EF4-FFF2-40B4-BE49-F238E27FC236}">
                <a16:creationId xmlns:a16="http://schemas.microsoft.com/office/drawing/2014/main" id="{D4AB8D34-904C-D540-9F39-9390FF195E5C}"/>
              </a:ext>
            </a:extLst>
          </p:cNvPr>
          <p:cNvPicPr>
            <a:picLocks noChangeAspect="1"/>
          </p:cNvPicPr>
          <p:nvPr userDrawn="1"/>
        </p:nvPicPr>
        <p:blipFill>
          <a:blip r:embed="rId2"/>
          <a:stretch>
            <a:fillRect/>
          </a:stretch>
        </p:blipFill>
        <p:spPr>
          <a:xfrm>
            <a:off x="492124" y="404813"/>
            <a:ext cx="1195200" cy="438240"/>
          </a:xfrm>
          <a:prstGeom prst="rect">
            <a:avLst/>
          </a:prstGeom>
        </p:spPr>
      </p:pic>
      <p:sp>
        <p:nvSpPr>
          <p:cNvPr id="15" name="Espace réservé du texte 2">
            <a:extLst>
              <a:ext uri="{FF2B5EF4-FFF2-40B4-BE49-F238E27FC236}">
                <a16:creationId xmlns:a16="http://schemas.microsoft.com/office/drawing/2014/main" id="{D969A6A0-CA35-7247-B55B-9B157211F310}"/>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spTree>
    <p:extLst>
      <p:ext uri="{BB962C8B-B14F-4D97-AF65-F5344CB8AC3E}">
        <p14:creationId xmlns:p14="http://schemas.microsoft.com/office/powerpoint/2010/main" val="399446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DB47B439-3EA2-6350-36EE-51FF73E9C811}"/>
              </a:ext>
            </a:extLst>
          </p:cNvPr>
          <p:cNvSpPr>
            <a:spLocks noGrp="1"/>
          </p:cNvSpPr>
          <p:nvPr>
            <p:ph type="title" hasCustomPrompt="1"/>
          </p:nvPr>
        </p:nvSpPr>
        <p:spPr>
          <a:xfrm>
            <a:off x="492124" y="1268569"/>
            <a:ext cx="11206163" cy="276999"/>
          </a:xfrm>
        </p:spPr>
        <p:txBody>
          <a:bodyPr/>
          <a:lstStyle/>
          <a:p>
            <a:r>
              <a:rPr lang="en-US"/>
              <a:t>Click to edit Master text styles</a:t>
            </a:r>
          </a:p>
        </p:txBody>
      </p:sp>
      <p:sp>
        <p:nvSpPr>
          <p:cNvPr id="7" name="Text Placeholder 14">
            <a:extLst>
              <a:ext uri="{FF2B5EF4-FFF2-40B4-BE49-F238E27FC236}">
                <a16:creationId xmlns:a16="http://schemas.microsoft.com/office/drawing/2014/main" id="{9AB066A2-D370-940F-0B82-6A2851D080A0}"/>
              </a:ext>
            </a:extLst>
          </p:cNvPr>
          <p:cNvSpPr>
            <a:spLocks noGrp="1"/>
          </p:cNvSpPr>
          <p:nvPr>
            <p:ph type="body" sz="quarter" idx="15" hasCustomPrompt="1"/>
          </p:nvPr>
        </p:nvSpPr>
        <p:spPr>
          <a:xfrm>
            <a:off x="492124" y="1016390"/>
            <a:ext cx="11206163" cy="184666"/>
          </a:xfrm>
        </p:spPr>
        <p:txBody>
          <a:bodyPr wrap="square">
            <a:spAutoFit/>
          </a:bodyPr>
          <a:lstStyle>
            <a:lvl1pPr>
              <a:lnSpc>
                <a:spcPct val="100000"/>
              </a:lnSpc>
              <a:spcBef>
                <a:spcPts val="0"/>
              </a:spcBef>
              <a:spcAft>
                <a:spcPts val="0"/>
              </a:spcAft>
              <a:buFontTx/>
              <a:buNone/>
              <a:defRPr sz="1200" i="0" cap="all" baseline="0">
                <a:solidFill>
                  <a:schemeClr val="accent1"/>
                </a:solidFill>
                <a:latin typeface="+mn-lt"/>
              </a:defRPr>
            </a:lvl1pPr>
            <a:lvl2pPr>
              <a:lnSpc>
                <a:spcPct val="100000"/>
              </a:lnSpc>
              <a:spcBef>
                <a:spcPts val="0"/>
              </a:spcBef>
              <a:spcAft>
                <a:spcPts val="0"/>
              </a:spcAft>
              <a:buFontTx/>
              <a:buNone/>
              <a:defRPr sz="1200" i="0" cap="all" baseline="0">
                <a:solidFill>
                  <a:schemeClr val="accent1"/>
                </a:solidFill>
                <a:latin typeface="+mn-lt"/>
              </a:defRPr>
            </a:lvl2pPr>
            <a:lvl3pPr marL="0" indent="0">
              <a:lnSpc>
                <a:spcPct val="100000"/>
              </a:lnSpc>
              <a:spcBef>
                <a:spcPts val="0"/>
              </a:spcBef>
              <a:spcAft>
                <a:spcPts val="0"/>
              </a:spcAft>
              <a:buFontTx/>
              <a:buNone/>
              <a:defRPr sz="1200" i="0" cap="all" baseline="0">
                <a:solidFill>
                  <a:schemeClr val="accent1"/>
                </a:solidFill>
                <a:latin typeface="+mn-lt"/>
              </a:defRPr>
            </a:lvl3pPr>
            <a:lvl4pPr marL="0" indent="0">
              <a:lnSpc>
                <a:spcPct val="100000"/>
              </a:lnSpc>
              <a:spcBef>
                <a:spcPts val="0"/>
              </a:spcBef>
              <a:spcAft>
                <a:spcPts val="0"/>
              </a:spcAft>
              <a:buFontTx/>
              <a:buNone/>
              <a:defRPr sz="1200" i="0" cap="all" baseline="0">
                <a:solidFill>
                  <a:schemeClr val="accent1"/>
                </a:solidFill>
                <a:latin typeface="+mn-lt"/>
              </a:defRPr>
            </a:lvl4pPr>
            <a:lvl5pPr marL="0" indent="0">
              <a:lnSpc>
                <a:spcPct val="100000"/>
              </a:lnSpc>
              <a:spcBef>
                <a:spcPts val="0"/>
              </a:spcBef>
              <a:spcAft>
                <a:spcPts val="0"/>
              </a:spcAft>
              <a:buFontTx/>
              <a:buNone/>
              <a:defRPr sz="1200" i="0" cap="all" baseline="0">
                <a:solidFill>
                  <a:schemeClr val="accent1"/>
                </a:solidFill>
                <a:latin typeface="+mn-lt"/>
              </a:defRPr>
            </a:lvl5pPr>
            <a:lvl6pPr>
              <a:lnSpc>
                <a:spcPct val="100000"/>
              </a:lnSpc>
              <a:spcBef>
                <a:spcPts val="0"/>
              </a:spcBef>
              <a:spcAft>
                <a:spcPts val="0"/>
              </a:spcAft>
              <a:buFontTx/>
              <a:buNone/>
              <a:defRPr sz="1200" i="0" cap="all" baseline="0">
                <a:solidFill>
                  <a:schemeClr val="accent1"/>
                </a:solidFill>
                <a:latin typeface="+mn-lt"/>
              </a:defRPr>
            </a:lvl6pPr>
            <a:lvl7pPr>
              <a:lnSpc>
                <a:spcPct val="100000"/>
              </a:lnSpc>
              <a:spcBef>
                <a:spcPts val="0"/>
              </a:spcBef>
              <a:spcAft>
                <a:spcPts val="0"/>
              </a:spcAft>
              <a:buFontTx/>
              <a:buNone/>
              <a:defRPr sz="1200" i="0" cap="all" baseline="0">
                <a:solidFill>
                  <a:schemeClr val="accent1"/>
                </a:solidFill>
                <a:latin typeface="+mn-lt"/>
              </a:defRPr>
            </a:lvl7pPr>
            <a:lvl8pPr>
              <a:lnSpc>
                <a:spcPct val="100000"/>
              </a:lnSpc>
              <a:spcBef>
                <a:spcPts val="0"/>
              </a:spcBef>
              <a:spcAft>
                <a:spcPts val="0"/>
              </a:spcAft>
              <a:buFontTx/>
              <a:buNone/>
              <a:defRPr sz="1200" i="0" cap="all" baseline="0">
                <a:solidFill>
                  <a:schemeClr val="accent1"/>
                </a:solidFill>
                <a:latin typeface="+mn-lt"/>
              </a:defRPr>
            </a:lvl8pPr>
            <a:lvl9pPr>
              <a:lnSpc>
                <a:spcPct val="100000"/>
              </a:lnSpc>
              <a:spcBef>
                <a:spcPts val="0"/>
              </a:spcBef>
              <a:spcAft>
                <a:spcPts val="0"/>
              </a:spcAft>
              <a:buFontTx/>
              <a:buNone/>
              <a:defRPr sz="1200" i="0" cap="all" baseline="0">
                <a:solidFill>
                  <a:schemeClr val="accent1"/>
                </a:solidFill>
                <a:latin typeface="+mn-lt"/>
              </a:defRPr>
            </a:lvl9pPr>
          </a:lstStyle>
          <a:p>
            <a:pPr lvl="0"/>
            <a:r>
              <a:rPr lang="en-US"/>
              <a:t>Subtitle</a:t>
            </a:r>
          </a:p>
        </p:txBody>
      </p:sp>
      <p:sp>
        <p:nvSpPr>
          <p:cNvPr id="8" name="Espace réservé de la date 7">
            <a:extLst>
              <a:ext uri="{FF2B5EF4-FFF2-40B4-BE49-F238E27FC236}">
                <a16:creationId xmlns:a16="http://schemas.microsoft.com/office/drawing/2014/main" id="{222D62DB-1F9A-2409-2468-677EC0C01E42}"/>
              </a:ext>
            </a:extLst>
          </p:cNvPr>
          <p:cNvSpPr>
            <a:spLocks noGrp="1"/>
          </p:cNvSpPr>
          <p:nvPr>
            <p:ph type="dt" sz="half" idx="20"/>
          </p:nvPr>
        </p:nvSpPr>
        <p:spPr/>
        <p:txBody>
          <a:bodyPr/>
          <a:lstStyle/>
          <a:p>
            <a:fld id="{126F6EE0-3FDC-4B69-AB7E-723589A8C185}" type="datetime1">
              <a:rPr lang="en-US" smtClean="0"/>
              <a:t>4/1/2026</a:t>
            </a:fld>
            <a:endParaRPr lang="en-US"/>
          </a:p>
        </p:txBody>
      </p:sp>
      <p:sp>
        <p:nvSpPr>
          <p:cNvPr id="9" name="Espace réservé du pied de page 8">
            <a:extLst>
              <a:ext uri="{FF2B5EF4-FFF2-40B4-BE49-F238E27FC236}">
                <a16:creationId xmlns:a16="http://schemas.microsoft.com/office/drawing/2014/main" id="{2E3707E4-B00D-442F-E11E-48729A8650C9}"/>
              </a:ext>
            </a:extLst>
          </p:cNvPr>
          <p:cNvSpPr>
            <a:spLocks noGrp="1"/>
          </p:cNvSpPr>
          <p:nvPr>
            <p:ph type="ftr" sz="quarter" idx="21"/>
          </p:nvPr>
        </p:nvSpPr>
        <p:spPr/>
        <p:txBody>
          <a:bodyPr/>
          <a:lstStyle/>
          <a:p>
            <a:endParaRPr lang="en-US"/>
          </a:p>
        </p:txBody>
      </p:sp>
      <p:sp>
        <p:nvSpPr>
          <p:cNvPr id="10" name="Espace réservé du numéro de diapositive 9">
            <a:extLst>
              <a:ext uri="{FF2B5EF4-FFF2-40B4-BE49-F238E27FC236}">
                <a16:creationId xmlns:a16="http://schemas.microsoft.com/office/drawing/2014/main" id="{792530AB-2240-46E1-9F1D-55A6B6083BAD}"/>
              </a:ext>
            </a:extLst>
          </p:cNvPr>
          <p:cNvSpPr>
            <a:spLocks noGrp="1"/>
          </p:cNvSpPr>
          <p:nvPr>
            <p:ph type="sldNum" sz="quarter" idx="22"/>
          </p:nvPr>
        </p:nvSpPr>
        <p:spPr/>
        <p:txBody>
          <a:bodyPr/>
          <a:lstStyle/>
          <a:p>
            <a:fld id="{A3DC67AC-589B-465F-8375-83B2CE47653E}" type="slidenum">
              <a:rPr lang="en-US" smtClean="0"/>
              <a:pPr/>
              <a:t>‹#›</a:t>
            </a:fld>
            <a:endParaRPr lang="en-US"/>
          </a:p>
        </p:txBody>
      </p:sp>
      <p:sp>
        <p:nvSpPr>
          <p:cNvPr id="5" name="Espace réservé du texte 2">
            <a:extLst>
              <a:ext uri="{FF2B5EF4-FFF2-40B4-BE49-F238E27FC236}">
                <a16:creationId xmlns:a16="http://schemas.microsoft.com/office/drawing/2014/main" id="{D1D24B6C-B66B-0EB6-365D-A33F6F61845E}"/>
              </a:ext>
            </a:extLst>
          </p:cNvPr>
          <p:cNvSpPr txBox="1">
            <a:spLocks/>
          </p:cNvSpPr>
          <p:nvPr userDrawn="1"/>
        </p:nvSpPr>
        <p:spPr>
          <a:xfrm>
            <a:off x="1817914" y="370115"/>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algn="r"/>
            <a:r>
              <a:rPr lang="en-US" sz="1200"/>
              <a:t>Backend &amp; Traceability</a:t>
            </a:r>
          </a:p>
        </p:txBody>
      </p:sp>
      <p:pic>
        <p:nvPicPr>
          <p:cNvPr id="11" name="Image 10">
            <a:extLst>
              <a:ext uri="{FF2B5EF4-FFF2-40B4-BE49-F238E27FC236}">
                <a16:creationId xmlns:a16="http://schemas.microsoft.com/office/drawing/2014/main" id="{50506B88-2188-FD4B-B123-DEFFC96F7016}"/>
              </a:ext>
            </a:extLst>
          </p:cNvPr>
          <p:cNvPicPr>
            <a:picLocks noChangeAspect="1"/>
          </p:cNvPicPr>
          <p:nvPr userDrawn="1"/>
        </p:nvPicPr>
        <p:blipFill>
          <a:blip r:embed="rId2"/>
          <a:stretch>
            <a:fillRect/>
          </a:stretch>
        </p:blipFill>
        <p:spPr>
          <a:xfrm>
            <a:off x="492124" y="404813"/>
            <a:ext cx="1195200" cy="438240"/>
          </a:xfrm>
          <a:prstGeom prst="rect">
            <a:avLst/>
          </a:prstGeom>
        </p:spPr>
      </p:pic>
    </p:spTree>
    <p:extLst>
      <p:ext uri="{BB962C8B-B14F-4D97-AF65-F5344CB8AC3E}">
        <p14:creationId xmlns:p14="http://schemas.microsoft.com/office/powerpoint/2010/main" val="2598569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8" name="Espace réservé de la date 7">
            <a:extLst>
              <a:ext uri="{FF2B5EF4-FFF2-40B4-BE49-F238E27FC236}">
                <a16:creationId xmlns:a16="http://schemas.microsoft.com/office/drawing/2014/main" id="{962D4EE6-7CFF-1EA6-2D9E-8F121BEDCC7C}"/>
              </a:ext>
            </a:extLst>
          </p:cNvPr>
          <p:cNvSpPr>
            <a:spLocks noGrp="1"/>
          </p:cNvSpPr>
          <p:nvPr>
            <p:ph type="dt" sz="half" idx="20"/>
          </p:nvPr>
        </p:nvSpPr>
        <p:spPr/>
        <p:txBody>
          <a:bodyPr/>
          <a:lstStyle/>
          <a:p>
            <a:fld id="{F01BB570-251D-4F6B-B8CC-8C8DFF419640}" type="datetime1">
              <a:rPr lang="en-US" smtClean="0"/>
              <a:t>4/1/2026</a:t>
            </a:fld>
            <a:endParaRPr lang="en-US"/>
          </a:p>
        </p:txBody>
      </p:sp>
      <p:sp>
        <p:nvSpPr>
          <p:cNvPr id="9" name="Espace réservé du pied de page 8">
            <a:extLst>
              <a:ext uri="{FF2B5EF4-FFF2-40B4-BE49-F238E27FC236}">
                <a16:creationId xmlns:a16="http://schemas.microsoft.com/office/drawing/2014/main" id="{95570701-0044-4AF3-DC13-B52DE1C98AFC}"/>
              </a:ext>
            </a:extLst>
          </p:cNvPr>
          <p:cNvSpPr>
            <a:spLocks noGrp="1"/>
          </p:cNvSpPr>
          <p:nvPr>
            <p:ph type="ftr" sz="quarter" idx="21"/>
          </p:nvPr>
        </p:nvSpPr>
        <p:spPr/>
        <p:txBody>
          <a:bodyPr/>
          <a:lstStyle/>
          <a:p>
            <a:endParaRPr lang="en-US"/>
          </a:p>
        </p:txBody>
      </p:sp>
      <p:sp>
        <p:nvSpPr>
          <p:cNvPr id="10" name="Espace réservé du numéro de diapositive 9">
            <a:extLst>
              <a:ext uri="{FF2B5EF4-FFF2-40B4-BE49-F238E27FC236}">
                <a16:creationId xmlns:a16="http://schemas.microsoft.com/office/drawing/2014/main" id="{E99187DC-DA38-F472-0435-61DF8F184FE8}"/>
              </a:ext>
            </a:extLst>
          </p:cNvPr>
          <p:cNvSpPr>
            <a:spLocks noGrp="1"/>
          </p:cNvSpPr>
          <p:nvPr>
            <p:ph type="sldNum" sz="quarter" idx="22"/>
          </p:nvPr>
        </p:nvSpPr>
        <p:spPr/>
        <p:txBody>
          <a:bodyPr/>
          <a:lstStyle/>
          <a:p>
            <a:fld id="{A3DC67AC-589B-465F-8375-83B2CE47653E}" type="slidenum">
              <a:rPr lang="en-US" smtClean="0"/>
              <a:pPr/>
              <a:t>‹#›</a:t>
            </a:fld>
            <a:endParaRPr lang="en-US"/>
          </a:p>
        </p:txBody>
      </p:sp>
      <p:pic>
        <p:nvPicPr>
          <p:cNvPr id="11" name="Image 10">
            <a:extLst>
              <a:ext uri="{FF2B5EF4-FFF2-40B4-BE49-F238E27FC236}">
                <a16:creationId xmlns:a16="http://schemas.microsoft.com/office/drawing/2014/main" id="{6CDACD3D-E296-F04F-9E71-1DF1EB5BE7A8}"/>
              </a:ext>
            </a:extLst>
          </p:cNvPr>
          <p:cNvPicPr>
            <a:picLocks noChangeAspect="1"/>
          </p:cNvPicPr>
          <p:nvPr userDrawn="1"/>
        </p:nvPicPr>
        <p:blipFill>
          <a:blip r:embed="rId2"/>
          <a:stretch>
            <a:fillRect/>
          </a:stretch>
        </p:blipFill>
        <p:spPr>
          <a:xfrm>
            <a:off x="492124" y="404813"/>
            <a:ext cx="1195200" cy="438240"/>
          </a:xfrm>
          <a:prstGeom prst="rect">
            <a:avLst/>
          </a:prstGeom>
        </p:spPr>
      </p:pic>
    </p:spTree>
    <p:extLst>
      <p:ext uri="{BB962C8B-B14F-4D97-AF65-F5344CB8AC3E}">
        <p14:creationId xmlns:p14="http://schemas.microsoft.com/office/powerpoint/2010/main" val="61785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6CE78BF-7B9C-44FA-B17F-7BD3F96CA6E3}"/>
              </a:ext>
            </a:extLst>
          </p:cNvPr>
          <p:cNvSpPr>
            <a:spLocks noGrp="1"/>
          </p:cNvSpPr>
          <p:nvPr>
            <p:ph type="title"/>
          </p:nvPr>
        </p:nvSpPr>
        <p:spPr>
          <a:xfrm>
            <a:off x="492125" y="1268569"/>
            <a:ext cx="11206164" cy="276999"/>
          </a:xfrm>
          <a:prstGeom prst="rect">
            <a:avLst/>
          </a:prstGeom>
        </p:spPr>
        <p:txBody>
          <a:bodyPr vert="horz" wrap="square" lIns="0" tIns="0" rIns="0" bIns="0" rtlCol="0" anchor="t" anchorCtr="0">
            <a:spAutoFit/>
          </a:bodyPr>
          <a:lstStyle/>
          <a:p>
            <a:r>
              <a:rPr lang="en-US"/>
              <a:t>Click to edit Master text styles</a:t>
            </a:r>
          </a:p>
        </p:txBody>
      </p:sp>
      <p:sp>
        <p:nvSpPr>
          <p:cNvPr id="3" name="Espace réservé du texte 2">
            <a:extLst>
              <a:ext uri="{FF2B5EF4-FFF2-40B4-BE49-F238E27FC236}">
                <a16:creationId xmlns:a16="http://schemas.microsoft.com/office/drawing/2014/main" id="{67F96D4A-A23D-45AF-AD6F-035575B42530}"/>
              </a:ext>
            </a:extLst>
          </p:cNvPr>
          <p:cNvSpPr>
            <a:spLocks noGrp="1"/>
          </p:cNvSpPr>
          <p:nvPr>
            <p:ph type="body" idx="1"/>
          </p:nvPr>
        </p:nvSpPr>
        <p:spPr>
          <a:xfrm>
            <a:off x="492125" y="1960099"/>
            <a:ext cx="11206163" cy="4216864"/>
          </a:xfrm>
          <a:prstGeom prst="rect">
            <a:avLst/>
          </a:prstGeom>
        </p:spPr>
        <p:txBody>
          <a:bodyPr vert="horz" lIns="0" tIns="0" rIns="0" bIns="0" rtlCol="0">
            <a:noAutofit/>
          </a:bodyPr>
          <a:lstStyle/>
          <a:p>
            <a:pPr lvl="0"/>
            <a:r>
              <a:rPr lang="en-US"/>
              <a:t>Click to add text</a:t>
            </a:r>
          </a:p>
          <a:p>
            <a:pPr lvl="1"/>
            <a:r>
              <a:rPr lang="en-US"/>
              <a:t>Deuxième niveau</a:t>
            </a:r>
          </a:p>
          <a:p>
            <a:pPr lvl="2"/>
            <a:r>
              <a:rPr lang="en-US"/>
              <a:t>Troisième niveau</a:t>
            </a:r>
          </a:p>
          <a:p>
            <a:pPr lvl="3"/>
            <a:r>
              <a:rPr lang="en-US"/>
              <a:t>Quatrième niveau</a:t>
            </a:r>
          </a:p>
          <a:p>
            <a:pPr lvl="4"/>
            <a:r>
              <a:rPr lang="en-US"/>
              <a:t>Cinquième niveau</a:t>
            </a:r>
          </a:p>
          <a:p>
            <a:pPr lvl="5"/>
            <a:r>
              <a:rPr lang="en-US"/>
              <a:t>Sixième niveau</a:t>
            </a:r>
          </a:p>
          <a:p>
            <a:pPr lvl="6"/>
            <a:r>
              <a:rPr lang="en-US"/>
              <a:t>Septième niveau</a:t>
            </a:r>
          </a:p>
          <a:p>
            <a:pPr lvl="7"/>
            <a:r>
              <a:rPr lang="en-US"/>
              <a:t>Huitième niveau</a:t>
            </a:r>
          </a:p>
          <a:p>
            <a:pPr lvl="8"/>
            <a:r>
              <a:rPr lang="en-US"/>
              <a:t>Neuvième niveau</a:t>
            </a:r>
          </a:p>
        </p:txBody>
      </p:sp>
      <p:sp>
        <p:nvSpPr>
          <p:cNvPr id="5" name="Espace réservé du pied de page 4">
            <a:extLst>
              <a:ext uri="{FF2B5EF4-FFF2-40B4-BE49-F238E27FC236}">
                <a16:creationId xmlns:a16="http://schemas.microsoft.com/office/drawing/2014/main" id="{EC7A0630-8A45-4D00-B035-062CB65EBE16}"/>
              </a:ext>
            </a:extLst>
          </p:cNvPr>
          <p:cNvSpPr>
            <a:spLocks noGrp="1"/>
          </p:cNvSpPr>
          <p:nvPr>
            <p:ph type="ftr" sz="quarter" idx="3"/>
          </p:nvPr>
        </p:nvSpPr>
        <p:spPr>
          <a:xfrm>
            <a:off x="492125" y="6635488"/>
            <a:ext cx="3609975" cy="138499"/>
          </a:xfrm>
          <a:prstGeom prst="rect">
            <a:avLst/>
          </a:prstGeom>
        </p:spPr>
        <p:txBody>
          <a:bodyPr vert="horz" wrap="square" lIns="0" tIns="0" rIns="0" bIns="0" rtlCol="0" anchor="ctr">
            <a:spAutoFit/>
          </a:bodyPr>
          <a:lstStyle>
            <a:lvl1pPr algn="l">
              <a:defRPr sz="900">
                <a:solidFill>
                  <a:srgbClr val="171928"/>
                </a:solidFill>
              </a:defRPr>
            </a:lvl1pPr>
          </a:lstStyle>
          <a:p>
            <a:endParaRPr lang="en-US"/>
          </a:p>
        </p:txBody>
      </p:sp>
      <p:sp>
        <p:nvSpPr>
          <p:cNvPr id="6" name="Espace réservé du numéro de diapositive 5">
            <a:extLst>
              <a:ext uri="{FF2B5EF4-FFF2-40B4-BE49-F238E27FC236}">
                <a16:creationId xmlns:a16="http://schemas.microsoft.com/office/drawing/2014/main" id="{EA09F40E-8F30-4692-98E3-FB36B90C9894}"/>
              </a:ext>
            </a:extLst>
          </p:cNvPr>
          <p:cNvSpPr>
            <a:spLocks noGrp="1"/>
          </p:cNvSpPr>
          <p:nvPr>
            <p:ph type="sldNum" sz="quarter" idx="4"/>
          </p:nvPr>
        </p:nvSpPr>
        <p:spPr>
          <a:xfrm>
            <a:off x="8872538" y="6635488"/>
            <a:ext cx="2825750" cy="138499"/>
          </a:xfrm>
          <a:prstGeom prst="rect">
            <a:avLst/>
          </a:prstGeom>
        </p:spPr>
        <p:txBody>
          <a:bodyPr vert="horz" wrap="square" lIns="0" tIns="0" rIns="0" bIns="0" rtlCol="0" anchor="ctr">
            <a:spAutoFit/>
          </a:bodyPr>
          <a:lstStyle>
            <a:lvl1pPr algn="r">
              <a:defRPr sz="900">
                <a:solidFill>
                  <a:srgbClr val="171928"/>
                </a:solidFill>
              </a:defRPr>
            </a:lvl1pPr>
          </a:lstStyle>
          <a:p>
            <a:fld id="{A3DC67AC-589B-465F-8375-83B2CE47653E}" type="slidenum">
              <a:rPr lang="en-US" smtClean="0"/>
              <a:pPr/>
              <a:t>‹#›</a:t>
            </a:fld>
            <a:endParaRPr lang="en-US"/>
          </a:p>
        </p:txBody>
      </p:sp>
      <p:sp>
        <p:nvSpPr>
          <p:cNvPr id="11" name="Espace réservé de la date 10">
            <a:extLst>
              <a:ext uri="{FF2B5EF4-FFF2-40B4-BE49-F238E27FC236}">
                <a16:creationId xmlns:a16="http://schemas.microsoft.com/office/drawing/2014/main" id="{07314DE6-6775-6FCD-5895-B056AA2671F5}"/>
              </a:ext>
            </a:extLst>
          </p:cNvPr>
          <p:cNvSpPr>
            <a:spLocks noGrp="1"/>
          </p:cNvSpPr>
          <p:nvPr>
            <p:ph type="dt" sz="half" idx="2"/>
          </p:nvPr>
        </p:nvSpPr>
        <p:spPr>
          <a:xfrm>
            <a:off x="5238750" y="6635488"/>
            <a:ext cx="2662238" cy="138499"/>
          </a:xfrm>
          <a:prstGeom prst="rect">
            <a:avLst/>
          </a:prstGeom>
        </p:spPr>
        <p:txBody>
          <a:bodyPr vert="horz" wrap="square" lIns="0" tIns="0" rIns="0" bIns="0" rtlCol="0" anchor="ctr">
            <a:spAutoFit/>
          </a:bodyPr>
          <a:lstStyle>
            <a:lvl1pPr algn="ctr">
              <a:defRPr sz="900">
                <a:solidFill>
                  <a:srgbClr val="171928"/>
                </a:solidFill>
              </a:defRPr>
            </a:lvl1pPr>
          </a:lstStyle>
          <a:p>
            <a:fld id="{F28C5BB8-06B7-4F87-8133-577896382F9F}" type="datetime1">
              <a:rPr lang="en-US" smtClean="0"/>
              <a:t>4/1/2026</a:t>
            </a:fld>
            <a:endParaRPr lang="en-US"/>
          </a:p>
        </p:txBody>
      </p:sp>
    </p:spTree>
    <p:extLst>
      <p:ext uri="{BB962C8B-B14F-4D97-AF65-F5344CB8AC3E}">
        <p14:creationId xmlns:p14="http://schemas.microsoft.com/office/powerpoint/2010/main" val="6035626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lnSpc>
          <a:spcPct val="90000"/>
        </a:lnSpc>
        <a:spcBef>
          <a:spcPct val="0"/>
        </a:spcBef>
        <a:buNone/>
        <a:defRPr sz="2000" kern="1200">
          <a:solidFill>
            <a:schemeClr val="tx1"/>
          </a:solidFill>
          <a:latin typeface="LVMH" panose="020B0604020202020204" charset="0"/>
          <a:ea typeface="+mj-ea"/>
          <a:cs typeface="+mj-cs"/>
        </a:defRPr>
      </a:lvl1pPr>
    </p:titleStyle>
    <p:bodyStyle>
      <a:lvl1pPr marL="0" indent="0" algn="l" defTabSz="914400" rtl="0" eaLnBrk="1" latinLnBrk="0" hangingPunct="1">
        <a:lnSpc>
          <a:spcPct val="105000"/>
        </a:lnSpc>
        <a:spcBef>
          <a:spcPts val="300"/>
        </a:spcBef>
        <a:spcAft>
          <a:spcPts val="600"/>
        </a:spcAft>
        <a:buFontTx/>
        <a:buNone/>
        <a:defRPr sz="1200" kern="1200">
          <a:solidFill>
            <a:schemeClr val="accent1"/>
          </a:solidFill>
          <a:latin typeface="+mn-lt"/>
          <a:ea typeface="+mn-ea"/>
          <a:cs typeface="+mn-cs"/>
        </a:defRPr>
      </a:lvl1pPr>
      <a:lvl2pPr marL="171450" indent="-171450" algn="l" defTabSz="914400" rtl="0" eaLnBrk="1" latinLnBrk="0" hangingPunct="1">
        <a:lnSpc>
          <a:spcPct val="105000"/>
        </a:lnSpc>
        <a:spcBef>
          <a:spcPts val="300"/>
        </a:spcBef>
        <a:spcAft>
          <a:spcPts val="600"/>
        </a:spcAft>
        <a:buFont typeface="Arial" panose="020B0604020202020204" pitchFamily="34" charset="0"/>
        <a:buChar char="•"/>
        <a:defRPr sz="1200" kern="1200">
          <a:solidFill>
            <a:schemeClr val="tx1"/>
          </a:solidFill>
          <a:latin typeface="+mn-lt"/>
          <a:ea typeface="+mn-ea"/>
          <a:cs typeface="+mn-cs"/>
        </a:defRPr>
      </a:lvl2pPr>
      <a:lvl3pPr marL="324000" indent="-171450" algn="l" defTabSz="914400" rtl="0" eaLnBrk="1" latinLnBrk="0" hangingPunct="1">
        <a:lnSpc>
          <a:spcPct val="105000"/>
        </a:lnSpc>
        <a:spcBef>
          <a:spcPts val="300"/>
        </a:spcBef>
        <a:spcAft>
          <a:spcPts val="600"/>
        </a:spcAft>
        <a:buFont typeface="Arial" panose="020B0604020202020204" pitchFamily="34" charset="0"/>
        <a:buChar char="•"/>
        <a:defRPr sz="1200" kern="1200">
          <a:solidFill>
            <a:schemeClr val="tx1"/>
          </a:solidFill>
          <a:latin typeface="+mn-lt"/>
          <a:ea typeface="+mn-ea"/>
          <a:cs typeface="+mn-cs"/>
        </a:defRPr>
      </a:lvl3pPr>
      <a:lvl4pPr marL="576000" indent="-228600" algn="l" defTabSz="914400" rtl="0" eaLnBrk="1" latinLnBrk="0" hangingPunct="1">
        <a:lnSpc>
          <a:spcPct val="105000"/>
        </a:lnSpc>
        <a:spcBef>
          <a:spcPts val="300"/>
        </a:spcBef>
        <a:spcAft>
          <a:spcPts val="600"/>
        </a:spcAft>
        <a:buFont typeface="Arial" panose="020B0604020202020204" pitchFamily="34" charset="0"/>
        <a:buChar char="•"/>
        <a:defRPr sz="1200" kern="1200">
          <a:solidFill>
            <a:schemeClr val="tx1"/>
          </a:solidFill>
          <a:latin typeface="+mn-lt"/>
          <a:ea typeface="+mn-ea"/>
          <a:cs typeface="+mn-cs"/>
        </a:defRPr>
      </a:lvl4pPr>
      <a:lvl5pPr marL="756000" indent="-171450" algn="l" defTabSz="914400" rtl="0" eaLnBrk="1" latinLnBrk="0" hangingPunct="1">
        <a:lnSpc>
          <a:spcPct val="105000"/>
        </a:lnSpc>
        <a:spcBef>
          <a:spcPts val="300"/>
        </a:spcBef>
        <a:spcAft>
          <a:spcPts val="600"/>
        </a:spcAft>
        <a:buFont typeface="Arial" panose="020B0604020202020204" pitchFamily="34" charset="0"/>
        <a:buChar char="•"/>
        <a:defRPr sz="1050" kern="1200">
          <a:solidFill>
            <a:schemeClr val="tx1"/>
          </a:solidFill>
          <a:latin typeface="+mn-lt"/>
          <a:ea typeface="+mn-ea"/>
          <a:cs typeface="+mn-cs"/>
        </a:defRPr>
      </a:lvl5pPr>
      <a:lvl6pPr marL="936000" indent="-171450" algn="l" defTabSz="914400" rtl="0" eaLnBrk="1" latinLnBrk="0" hangingPunct="1">
        <a:lnSpc>
          <a:spcPct val="105000"/>
        </a:lnSpc>
        <a:spcBef>
          <a:spcPts val="300"/>
        </a:spcBef>
        <a:spcAft>
          <a:spcPts val="600"/>
        </a:spcAft>
        <a:buFont typeface="Arial" panose="020B0604020202020204" pitchFamily="34" charset="0"/>
        <a:buChar char="•"/>
        <a:defRPr sz="1050" kern="1200">
          <a:solidFill>
            <a:schemeClr val="tx1"/>
          </a:solidFill>
          <a:latin typeface="+mn-lt"/>
          <a:ea typeface="+mn-ea"/>
          <a:cs typeface="+mn-cs"/>
        </a:defRPr>
      </a:lvl6pPr>
      <a:lvl7pPr marL="1080000" indent="-171450" algn="l" defTabSz="914400" rtl="0" eaLnBrk="1" latinLnBrk="0" hangingPunct="1">
        <a:lnSpc>
          <a:spcPct val="105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7pPr>
      <a:lvl8pPr marL="1224000" indent="-171450" algn="l" defTabSz="914400" rtl="0" eaLnBrk="1" latinLnBrk="0" hangingPunct="1">
        <a:lnSpc>
          <a:spcPct val="105000"/>
        </a:lnSpc>
        <a:spcBef>
          <a:spcPts val="300"/>
        </a:spcBef>
        <a:spcAft>
          <a:spcPts val="600"/>
        </a:spcAft>
        <a:buFont typeface="Arial" panose="020B0604020202020204" pitchFamily="34" charset="0"/>
        <a:buChar char="•"/>
        <a:defRPr sz="1000" i="0" kern="1200">
          <a:solidFill>
            <a:schemeClr val="tx1"/>
          </a:solidFill>
          <a:latin typeface="+mn-lt"/>
          <a:ea typeface="+mn-ea"/>
          <a:cs typeface="+mn-cs"/>
        </a:defRPr>
      </a:lvl8pPr>
      <a:lvl9pPr marL="1368000" indent="-171450" algn="l" defTabSz="914400" rtl="0" eaLnBrk="1" latinLnBrk="0" hangingPunct="1">
        <a:lnSpc>
          <a:spcPct val="105000"/>
        </a:lnSpc>
        <a:spcBef>
          <a:spcPts val="300"/>
        </a:spcBef>
        <a:spcAft>
          <a:spcPts val="600"/>
        </a:spcAft>
        <a:buFont typeface="Arial" panose="020B0604020202020204" pitchFamily="34" charset="0"/>
        <a:buChar char="•"/>
        <a:defRPr sz="1000" i="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2">
          <p15:clr>
            <a:srgbClr val="F26B43"/>
          </p15:clr>
        </p15:guide>
        <p15:guide id="4" pos="310">
          <p15:clr>
            <a:srgbClr val="F26B43"/>
          </p15:clr>
        </p15:guide>
        <p15:guide id="5" pos="790">
          <p15:clr>
            <a:srgbClr val="F26B43"/>
          </p15:clr>
        </p15:guide>
        <p15:guide id="6" pos="908">
          <p15:clr>
            <a:srgbClr val="F26B43"/>
          </p15:clr>
        </p15:guide>
        <p15:guide id="7" pos="1388">
          <p15:clr>
            <a:srgbClr val="F26B43"/>
          </p15:clr>
        </p15:guide>
        <p15:guide id="8" pos="1506">
          <p15:clr>
            <a:srgbClr val="F26B43"/>
          </p15:clr>
        </p15:guide>
        <p15:guide id="9" pos="1986">
          <p15:clr>
            <a:srgbClr val="F26B43"/>
          </p15:clr>
        </p15:guide>
        <p15:guide id="10" pos="2104">
          <p15:clr>
            <a:srgbClr val="F26B43"/>
          </p15:clr>
        </p15:guide>
        <p15:guide id="11" pos="2584">
          <p15:clr>
            <a:srgbClr val="F26B43"/>
          </p15:clr>
        </p15:guide>
        <p15:guide id="12" pos="2702">
          <p15:clr>
            <a:srgbClr val="F26B43"/>
          </p15:clr>
        </p15:guide>
        <p15:guide id="13" pos="3182">
          <p15:clr>
            <a:srgbClr val="F26B43"/>
          </p15:clr>
        </p15:guide>
        <p15:guide id="14" pos="3300">
          <p15:clr>
            <a:srgbClr val="F26B43"/>
          </p15:clr>
        </p15:guide>
        <p15:guide id="15" pos="3780">
          <p15:clr>
            <a:srgbClr val="F26B43"/>
          </p15:clr>
        </p15:guide>
        <p15:guide id="16" pos="3899">
          <p15:clr>
            <a:srgbClr val="F26B43"/>
          </p15:clr>
        </p15:guide>
        <p15:guide id="17" pos="4379">
          <p15:clr>
            <a:srgbClr val="F26B43"/>
          </p15:clr>
        </p15:guide>
        <p15:guide id="18" pos="4497">
          <p15:clr>
            <a:srgbClr val="F26B43"/>
          </p15:clr>
        </p15:guide>
        <p15:guide id="19" pos="4977">
          <p15:clr>
            <a:srgbClr val="F26B43"/>
          </p15:clr>
        </p15:guide>
        <p15:guide id="20" pos="5095">
          <p15:clr>
            <a:srgbClr val="F26B43"/>
          </p15:clr>
        </p15:guide>
        <p15:guide id="21" pos="5575">
          <p15:clr>
            <a:srgbClr val="F26B43"/>
          </p15:clr>
        </p15:guide>
        <p15:guide id="22" pos="5693">
          <p15:clr>
            <a:srgbClr val="F26B43"/>
          </p15:clr>
        </p15:guide>
        <p15:guide id="23" pos="6173">
          <p15:clr>
            <a:srgbClr val="F26B43"/>
          </p15:clr>
        </p15:guide>
        <p15:guide id="24" pos="6291">
          <p15:clr>
            <a:srgbClr val="F26B43"/>
          </p15:clr>
        </p15:guide>
        <p15:guide id="25" pos="6771">
          <p15:clr>
            <a:srgbClr val="F26B43"/>
          </p15:clr>
        </p15:guide>
        <p15:guide id="26" pos="6889">
          <p15:clr>
            <a:srgbClr val="F26B43"/>
          </p15:clr>
        </p15:guide>
        <p15:guide id="27" pos="7369">
          <p15:clr>
            <a:srgbClr val="F26B43"/>
          </p15:clr>
        </p15:guide>
        <p15:guide id="28" pos="7488">
          <p15:clr>
            <a:srgbClr val="F26B43"/>
          </p15:clr>
        </p15:guide>
        <p15:guide id="29" orient="horz">
          <p15:clr>
            <a:srgbClr val="F26B43"/>
          </p15:clr>
        </p15:guide>
        <p15:guide id="30" orient="horz" pos="4320">
          <p15:clr>
            <a:srgbClr val="F26B43"/>
          </p15:clr>
        </p15:guide>
        <p15:guide id="31" orient="horz" pos="192">
          <p15:clr>
            <a:srgbClr val="F26B43"/>
          </p15:clr>
        </p15:guide>
        <p15:guide id="32" orient="horz" pos="412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svg"/><Relationship Id="rId5" Type="http://schemas.microsoft.com/office/2007/relationships/hdphoto" Target="../media/hdphoto1.wdp"/><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microsoft.com/office/2007/relationships/hdphoto" Target="../media/hdphoto2.wdp"/><Relationship Id="rId9" Type="http://schemas.openxmlformats.org/officeDocument/2006/relationships/image" Target="../media/image15.sv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svg"/><Relationship Id="rId7" Type="http://schemas.microsoft.com/office/2007/relationships/hdphoto" Target="../media/hdphoto2.wdp"/><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svg"/><Relationship Id="rId7" Type="http://schemas.microsoft.com/office/2007/relationships/hdphoto" Target="../media/hdphoto1.wdp"/><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13.png"/><Relationship Id="rId9" Type="http://schemas.microsoft.com/office/2007/relationships/hdphoto" Target="../media/hdphoto4.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pour une image  3" descr="Une image contenant ciel, architecture, plein air, bâtiment&#10;&#10;Description générée automatiquement">
            <a:extLst>
              <a:ext uri="{FF2B5EF4-FFF2-40B4-BE49-F238E27FC236}">
                <a16:creationId xmlns:a16="http://schemas.microsoft.com/office/drawing/2014/main" id="{6042937E-E963-72EE-BABF-5EE0EF801B91}"/>
              </a:ext>
            </a:extLst>
          </p:cNvPr>
          <p:cNvPicPr>
            <a:picLocks noGrp="1" noChangeAspect="1"/>
          </p:cNvPicPr>
          <p:nvPr>
            <p:ph type="pic" sz="quarter" idx="16"/>
          </p:nvPr>
        </p:nvPicPr>
        <p:blipFill>
          <a:blip r:embed="rId4"/>
          <a:srcRect l="30273" r="30273"/>
          <a:stretch/>
        </p:blipFill>
        <p:spPr>
          <a:xfrm>
            <a:off x="7138988" y="9052"/>
            <a:ext cx="5053012" cy="6858001"/>
          </a:xfrm>
        </p:spPr>
      </p:pic>
      <p:pic>
        <p:nvPicPr>
          <p:cNvPr id="8" name="Image 7">
            <a:extLst>
              <a:ext uri="{FF2B5EF4-FFF2-40B4-BE49-F238E27FC236}">
                <a16:creationId xmlns:a16="http://schemas.microsoft.com/office/drawing/2014/main" id="{86D90E3B-836B-0843-B957-9FB0182AFD22}"/>
              </a:ext>
            </a:extLst>
          </p:cNvPr>
          <p:cNvPicPr>
            <a:picLocks noChangeAspect="1"/>
          </p:cNvPicPr>
          <p:nvPr/>
        </p:nvPicPr>
        <p:blipFill>
          <a:blip r:embed="rId5"/>
          <a:stretch>
            <a:fillRect/>
          </a:stretch>
        </p:blipFill>
        <p:spPr>
          <a:xfrm>
            <a:off x="9904704" y="5926297"/>
            <a:ext cx="1810801" cy="663960"/>
          </a:xfrm>
          <a:prstGeom prst="rect">
            <a:avLst/>
          </a:prstGeom>
        </p:spPr>
      </p:pic>
      <p:sp>
        <p:nvSpPr>
          <p:cNvPr id="7" name="Espace réservé du texte 2">
            <a:extLst>
              <a:ext uri="{FF2B5EF4-FFF2-40B4-BE49-F238E27FC236}">
                <a16:creationId xmlns:a16="http://schemas.microsoft.com/office/drawing/2014/main" id="{8FBC494D-7A05-9348-AFAA-04EC3E7E18FC}"/>
              </a:ext>
            </a:extLst>
          </p:cNvPr>
          <p:cNvSpPr txBox="1">
            <a:spLocks/>
          </p:cNvSpPr>
          <p:nvPr/>
        </p:nvSpPr>
        <p:spPr>
          <a:xfrm>
            <a:off x="1817914" y="577329"/>
            <a:ext cx="9880374" cy="18466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1pPr>
            <a:lvl2pPr marL="17145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2pPr>
            <a:lvl3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3pPr>
            <a:lvl4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4pPr>
            <a:lvl5pPr marL="0" indent="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5pPr>
            <a:lvl6pPr marL="936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6pPr>
            <a:lvl7pPr marL="1080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7pPr>
            <a:lvl8pPr marL="1224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8pPr>
            <a:lvl9pPr marL="1368000" indent="-171450" algn="l" defTabSz="914400" rtl="0" eaLnBrk="1" latinLnBrk="0" hangingPunct="1">
              <a:lnSpc>
                <a:spcPct val="100000"/>
              </a:lnSpc>
              <a:spcBef>
                <a:spcPts val="0"/>
              </a:spcBef>
              <a:spcAft>
                <a:spcPts val="0"/>
              </a:spcAft>
              <a:buFontTx/>
              <a:buNone/>
              <a:defRPr sz="1200" i="0" kern="1200" cap="all" baseline="0">
                <a:solidFill>
                  <a:schemeClr val="accen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all" spc="0" normalizeH="0" baseline="0" noProof="0" dirty="0">
                <a:ln>
                  <a:noFill/>
                </a:ln>
                <a:solidFill>
                  <a:srgbClr val="FFFFFF"/>
                </a:solidFill>
                <a:effectLst/>
                <a:uLnTx/>
                <a:uFillTx/>
                <a:latin typeface="LVMH Sans SemiLight"/>
                <a:ea typeface="+mn-ea"/>
                <a:cs typeface="+mn-cs"/>
              </a:rPr>
              <a:t>Backend &amp; Traceability</a:t>
            </a:r>
          </a:p>
        </p:txBody>
      </p:sp>
      <p:sp>
        <p:nvSpPr>
          <p:cNvPr id="10" name="Title 1">
            <a:extLst>
              <a:ext uri="{FF2B5EF4-FFF2-40B4-BE49-F238E27FC236}">
                <a16:creationId xmlns:a16="http://schemas.microsoft.com/office/drawing/2014/main" id="{65C02EBF-2BE5-318B-A6C5-A1FB8E513578}"/>
              </a:ext>
            </a:extLst>
          </p:cNvPr>
          <p:cNvSpPr txBox="1">
            <a:spLocks/>
          </p:cNvSpPr>
          <p:nvPr/>
        </p:nvSpPr>
        <p:spPr>
          <a:xfrm>
            <a:off x="612000" y="810000"/>
            <a:ext cx="5484000" cy="1892826"/>
          </a:xfrm>
          <a:prstGeom prst="rect">
            <a:avLst/>
          </a:prstGeom>
        </p:spPr>
        <p:txBody>
          <a:bodyPr vert="horz" wrap="square" lIns="91440" tIns="45720" rIns="91440" bIns="45720" rtlCol="0" anchor="t" anchorCtr="0">
            <a:spAutoFit/>
          </a:bodyPr>
          <a:lstStyle>
            <a:lvl1pPr algn="l" defTabSz="914400" rtl="0" eaLnBrk="1" latinLnBrk="0" hangingPunct="1">
              <a:lnSpc>
                <a:spcPct val="100000"/>
              </a:lnSpc>
              <a:spcBef>
                <a:spcPct val="0"/>
              </a:spcBef>
              <a:buNone/>
              <a:defRPr sz="4500" b="0" i="1" kern="1200" cap="all" baseline="0">
                <a:solidFill>
                  <a:schemeClr val="bg1"/>
                </a:solidFill>
                <a:latin typeface="LVMH" panose="02040504000000000004" pitchFamily="18"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500" b="0" i="1" u="none" strike="noStrike" kern="1200" cap="none" spc="0" normalizeH="0" baseline="0" noProof="0" dirty="0">
                <a:ln>
                  <a:noFill/>
                </a:ln>
                <a:solidFill>
                  <a:srgbClr val="FFFFFF"/>
                </a:solidFill>
                <a:effectLst/>
                <a:uLnTx/>
                <a:uFillTx/>
                <a:latin typeface="LVMH" panose="02040504000000000004" pitchFamily="18" charset="0"/>
                <a:ea typeface="+mj-ea"/>
                <a:cs typeface="+mj-cs"/>
              </a:rPr>
              <a:t>LVMH SAP CoE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3600" b="0" i="1" u="none" strike="noStrike" kern="1200" cap="none" spc="0" normalizeH="0" baseline="0" noProof="0" dirty="0">
              <a:ln>
                <a:noFill/>
              </a:ln>
              <a:solidFill>
                <a:srgbClr val="FFFFFF"/>
              </a:solidFill>
              <a:effectLst/>
              <a:uLnTx/>
              <a:uFillTx/>
              <a:latin typeface="LVMH" panose="02040504000000000004" pitchFamily="18" charset="0"/>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600" b="0" i="1" u="none" strike="noStrike" kern="1200" cap="none" spc="0" normalizeH="0" baseline="0" noProof="0" dirty="0">
                <a:ln>
                  <a:noFill/>
                </a:ln>
                <a:solidFill>
                  <a:srgbClr val="FFFFFF">
                    <a:lumMod val="65000"/>
                  </a:srgbClr>
                </a:solidFill>
                <a:effectLst/>
                <a:uLnTx/>
                <a:uFillTx/>
                <a:latin typeface="LVMH" panose="02040504000000000004" pitchFamily="18" charset="0"/>
                <a:ea typeface="+mj-ea"/>
                <a:cs typeface="+mj-cs"/>
              </a:rPr>
              <a:t>Hackathon AI for Dev – SAP </a:t>
            </a:r>
          </a:p>
        </p:txBody>
      </p:sp>
    </p:spTree>
    <p:custDataLst>
      <p:tags r:id="rId1"/>
    </p:custDataLst>
    <p:extLst>
      <p:ext uri="{BB962C8B-B14F-4D97-AF65-F5344CB8AC3E}">
        <p14:creationId xmlns:p14="http://schemas.microsoft.com/office/powerpoint/2010/main" val="117348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37B22-664D-EEB3-FC6A-ADF4E1BD12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A34396-1146-AAEC-9BD3-F4E81E4ABA71}"/>
              </a:ext>
            </a:extLst>
          </p:cNvPr>
          <p:cNvSpPr>
            <a:spLocks noGrp="1"/>
          </p:cNvSpPr>
          <p:nvPr>
            <p:ph type="title"/>
          </p:nvPr>
        </p:nvSpPr>
        <p:spPr/>
        <p:txBody>
          <a:bodyPr/>
          <a:lstStyle/>
          <a:p>
            <a:r>
              <a:rPr lang="fr-FR" dirty="0"/>
              <a:t>Agenda</a:t>
            </a:r>
          </a:p>
        </p:txBody>
      </p:sp>
      <p:sp>
        <p:nvSpPr>
          <p:cNvPr id="4" name="Text Placeholder 3">
            <a:extLst>
              <a:ext uri="{FF2B5EF4-FFF2-40B4-BE49-F238E27FC236}">
                <a16:creationId xmlns:a16="http://schemas.microsoft.com/office/drawing/2014/main" id="{DDB092C5-E6A5-0BB8-34B9-401545D3EEB2}"/>
              </a:ext>
            </a:extLst>
          </p:cNvPr>
          <p:cNvSpPr>
            <a:spLocks noGrp="1"/>
          </p:cNvSpPr>
          <p:nvPr>
            <p:ph type="body" sz="quarter" idx="15"/>
          </p:nvPr>
        </p:nvSpPr>
        <p:spPr>
          <a:xfrm>
            <a:off x="492124" y="1016390"/>
            <a:ext cx="11206163" cy="184666"/>
          </a:xfrm>
        </p:spPr>
        <p:txBody>
          <a:bodyPr/>
          <a:lstStyle/>
          <a:p>
            <a:r>
              <a:rPr lang="fr-FR" dirty="0"/>
              <a:t>Hackathon AI For DEV – SAP </a:t>
            </a:r>
          </a:p>
        </p:txBody>
      </p:sp>
      <p:pic>
        <p:nvPicPr>
          <p:cNvPr id="13" name="Picture 12">
            <a:extLst>
              <a:ext uri="{FF2B5EF4-FFF2-40B4-BE49-F238E27FC236}">
                <a16:creationId xmlns:a16="http://schemas.microsoft.com/office/drawing/2014/main" id="{43B93721-69E8-E87B-26CA-527EA149EA4D}"/>
              </a:ext>
            </a:extLst>
          </p:cNvPr>
          <p:cNvPicPr>
            <a:picLocks noChangeAspect="1"/>
          </p:cNvPicPr>
          <p:nvPr/>
        </p:nvPicPr>
        <p:blipFill>
          <a:blip r:embed="rId3"/>
          <a:stretch>
            <a:fillRect/>
          </a:stretch>
        </p:blipFill>
        <p:spPr>
          <a:xfrm>
            <a:off x="0" y="1613081"/>
            <a:ext cx="12192000" cy="4809924"/>
          </a:xfrm>
          <a:prstGeom prst="rect">
            <a:avLst/>
          </a:prstGeom>
        </p:spPr>
      </p:pic>
    </p:spTree>
    <p:extLst>
      <p:ext uri="{BB962C8B-B14F-4D97-AF65-F5344CB8AC3E}">
        <p14:creationId xmlns:p14="http://schemas.microsoft.com/office/powerpoint/2010/main" val="3034648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5668-D1E7-11D8-D091-89E4F52E16F5}"/>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777EE42-F8A8-C9A2-2C78-938A0E552FB9}"/>
              </a:ext>
            </a:extLst>
          </p:cNvPr>
          <p:cNvGraphicFramePr>
            <a:graphicFrameLocks noGrp="1"/>
          </p:cNvGraphicFramePr>
          <p:nvPr>
            <p:ph sz="quarter" idx="25"/>
            <p:extLst>
              <p:ext uri="{D42A27DB-BD31-4B8C-83A1-F6EECF244321}">
                <p14:modId xmlns:p14="http://schemas.microsoft.com/office/powerpoint/2010/main" val="4035837087"/>
              </p:ext>
            </p:extLst>
          </p:nvPr>
        </p:nvGraphicFramePr>
        <p:xfrm>
          <a:off x="492123" y="2047671"/>
          <a:ext cx="11206163" cy="3789045"/>
        </p:xfrm>
        <a:graphic>
          <a:graphicData uri="http://schemas.openxmlformats.org/drawingml/2006/table">
            <a:tbl>
              <a:tblPr firstRow="1">
                <a:tableStyleId>{FABFCF23-3B69-468F-B69F-88F6DE6A72F2}</a:tableStyleId>
              </a:tblPr>
              <a:tblGrid>
                <a:gridCol w="1250322">
                  <a:extLst>
                    <a:ext uri="{9D8B030D-6E8A-4147-A177-3AD203B41FA5}">
                      <a16:colId xmlns:a16="http://schemas.microsoft.com/office/drawing/2014/main" val="3879394335"/>
                    </a:ext>
                  </a:extLst>
                </a:gridCol>
                <a:gridCol w="1371070">
                  <a:extLst>
                    <a:ext uri="{9D8B030D-6E8A-4147-A177-3AD203B41FA5}">
                      <a16:colId xmlns:a16="http://schemas.microsoft.com/office/drawing/2014/main" val="3368960395"/>
                    </a:ext>
                  </a:extLst>
                </a:gridCol>
                <a:gridCol w="3147229">
                  <a:extLst>
                    <a:ext uri="{9D8B030D-6E8A-4147-A177-3AD203B41FA5}">
                      <a16:colId xmlns:a16="http://schemas.microsoft.com/office/drawing/2014/main" val="1448976647"/>
                    </a:ext>
                  </a:extLst>
                </a:gridCol>
                <a:gridCol w="1698258">
                  <a:extLst>
                    <a:ext uri="{9D8B030D-6E8A-4147-A177-3AD203B41FA5}">
                      <a16:colId xmlns:a16="http://schemas.microsoft.com/office/drawing/2014/main" val="155924837"/>
                    </a:ext>
                  </a:extLst>
                </a:gridCol>
                <a:gridCol w="1635936">
                  <a:extLst>
                    <a:ext uri="{9D8B030D-6E8A-4147-A177-3AD203B41FA5}">
                      <a16:colId xmlns:a16="http://schemas.microsoft.com/office/drawing/2014/main" val="2045069351"/>
                    </a:ext>
                  </a:extLst>
                </a:gridCol>
                <a:gridCol w="480715">
                  <a:extLst>
                    <a:ext uri="{9D8B030D-6E8A-4147-A177-3AD203B41FA5}">
                      <a16:colId xmlns:a16="http://schemas.microsoft.com/office/drawing/2014/main" val="2063697848"/>
                    </a:ext>
                  </a:extLst>
                </a:gridCol>
                <a:gridCol w="1622633">
                  <a:extLst>
                    <a:ext uri="{9D8B030D-6E8A-4147-A177-3AD203B41FA5}">
                      <a16:colId xmlns:a16="http://schemas.microsoft.com/office/drawing/2014/main" val="3157257677"/>
                    </a:ext>
                  </a:extLst>
                </a:gridCol>
              </a:tblGrid>
              <a:tr h="108000">
                <a:tc>
                  <a:txBody>
                    <a:bodyPr/>
                    <a:lstStyle/>
                    <a:p>
                      <a:pPr algn="l" fontAlgn="b">
                        <a:buNone/>
                      </a:pPr>
                      <a:r>
                        <a:rPr lang="fr-FR" sz="1100" b="1" i="0" u="none" strike="noStrike" dirty="0">
                          <a:solidFill>
                            <a:srgbClr val="FFFFFF"/>
                          </a:solidFill>
                          <a:effectLst/>
                          <a:latin typeface="Calibri" panose="020F0502020204030204" pitchFamily="34" charset="0"/>
                        </a:rPr>
                        <a:t>Prénom</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Nom</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Email</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Maison</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Role</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Table</a:t>
                      </a:r>
                    </a:p>
                  </a:txBody>
                  <a:tcPr marL="9525" marR="9525" marT="9525" anchor="ctr"/>
                </a:tc>
                <a:tc>
                  <a:txBody>
                    <a:bodyPr/>
                    <a:lstStyle/>
                    <a:p>
                      <a:pPr algn="l" fontAlgn="b">
                        <a:buNone/>
                      </a:pPr>
                      <a:r>
                        <a:rPr lang="fr-FR" sz="1100" b="1" i="0" u="none" strike="noStrike">
                          <a:solidFill>
                            <a:srgbClr val="FFFFFF"/>
                          </a:solidFill>
                          <a:effectLst/>
                          <a:latin typeface="Calibri" panose="020F0502020204030204" pitchFamily="34" charset="0"/>
                        </a:rPr>
                        <a:t>Notes</a:t>
                      </a:r>
                    </a:p>
                  </a:txBody>
                  <a:tcPr marL="9525" marR="9525" marT="9525" anchor="ctr"/>
                </a:tc>
                <a:extLst>
                  <a:ext uri="{0D108BD9-81ED-4DB2-BD59-A6C34878D82A}">
                    <a16:rowId xmlns:a16="http://schemas.microsoft.com/office/drawing/2014/main" val="2025044341"/>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Massimiliano</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Trippa</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massimiliano.trippa@bulgari.com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Bulgari</a:t>
                      </a:r>
                    </a:p>
                  </a:txBody>
                  <a:tcPr marL="9525" marR="9525" marT="9525" anchor="ctr"/>
                </a:tc>
                <a:tc>
                  <a:txBody>
                    <a:bodyPr/>
                    <a:lstStyle/>
                    <a:p>
                      <a:pPr algn="l" fontAlgn="b">
                        <a:buNone/>
                      </a:pPr>
                      <a:r>
                        <a:rPr lang="fr-FR" sz="1100" b="0" i="0" u="none" strike="noStrike">
                          <a:solidFill>
                            <a:srgbClr val="9C5700"/>
                          </a:solidFill>
                          <a:effectLst/>
                          <a:latin typeface="Calibri" panose="020F0502020204030204" pitchFamily="34" charset="0"/>
                        </a:rPr>
                        <a:t>Code producer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474286813"/>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Hanen</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Dhahbi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hdhahbi@christiandior.com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Christian Dior Couture</a:t>
                      </a:r>
                    </a:p>
                  </a:txBody>
                  <a:tcPr marL="9525" marR="9525" marT="9525" anchor="ctr"/>
                </a:tc>
                <a:tc>
                  <a:txBody>
                    <a:bodyPr/>
                    <a:lstStyle/>
                    <a:p>
                      <a:pPr algn="l" fontAlgn="b">
                        <a:buNone/>
                      </a:pPr>
                      <a:r>
                        <a:rPr lang="fr-FR" sz="1100" b="0" i="0" u="none" strike="noStrike">
                          <a:solidFill>
                            <a:srgbClr val="9C5700"/>
                          </a:solidFill>
                          <a:effectLst/>
                          <a:latin typeface="Calibri" panose="020F0502020204030204" pitchFamily="34" charset="0"/>
                        </a:rPr>
                        <a:t>Code producer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SAP Expert / Tech</a:t>
                      </a:r>
                    </a:p>
                  </a:txBody>
                  <a:tcPr marL="9525" marR="9525" marT="9525" anchor="ctr"/>
                </a:tc>
                <a:extLst>
                  <a:ext uri="{0D108BD9-81ED-4DB2-BD59-A6C34878D82A}">
                    <a16:rowId xmlns:a16="http://schemas.microsoft.com/office/drawing/2014/main" val="3217443910"/>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Amal</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DOUSS</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adouss@sephora.fr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Sephora</a:t>
                      </a:r>
                    </a:p>
                  </a:txBody>
                  <a:tcPr marL="9525" marR="9525" marT="9525" anchor="ctr"/>
                </a:tc>
                <a:tc>
                  <a:txBody>
                    <a:bodyPr/>
                    <a:lstStyle/>
                    <a:p>
                      <a:pPr algn="l" fontAlgn="b">
                        <a:buNone/>
                      </a:pPr>
                      <a:r>
                        <a:rPr lang="fr-FR" sz="1100" b="0" i="0" u="none" strike="noStrike">
                          <a:solidFill>
                            <a:srgbClr val="9C5700"/>
                          </a:solidFill>
                          <a:effectLst/>
                          <a:latin typeface="Calibri" panose="020F0502020204030204" pitchFamily="34" charset="0"/>
                        </a:rPr>
                        <a:t>Code producer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SAP Expert / Data</a:t>
                      </a:r>
                    </a:p>
                  </a:txBody>
                  <a:tcPr marL="9525" marR="9525" marT="9525" anchor="ctr"/>
                </a:tc>
                <a:extLst>
                  <a:ext uri="{0D108BD9-81ED-4DB2-BD59-A6C34878D82A}">
                    <a16:rowId xmlns:a16="http://schemas.microsoft.com/office/drawing/2014/main" val="694398400"/>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Franck</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HAK</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f.hak@24s.com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24S</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380919544"/>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Dalia</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Marocco</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dalia.marocco@bulgari.com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Bulgari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448644020"/>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Denis</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BENOIST</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dbenoist@pcis.lvmh-pc.com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LVMH Beauty Tech</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171246132"/>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Davide</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Scarano</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davide.scarano@bulgari.com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Bulgari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Transversal/Head of</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748083129"/>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Karim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BOUDEN</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kbouden@christiandior.com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Christian Dior Couture</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Transversal/Head of</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SAP Expert / Tech</a:t>
                      </a:r>
                    </a:p>
                  </a:txBody>
                  <a:tcPr marL="9525" marR="9525" marT="9525" anchor="ctr"/>
                </a:tc>
                <a:extLst>
                  <a:ext uri="{0D108BD9-81ED-4DB2-BD59-A6C34878D82A}">
                    <a16:rowId xmlns:a16="http://schemas.microsoft.com/office/drawing/2014/main" val="94509803"/>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Grégory</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D'ARTHUR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gdarthur@sephora.fr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Sephora</a:t>
                      </a:r>
                    </a:p>
                  </a:txBody>
                  <a:tcPr marL="9525" marR="9525" marT="9525" anchor="ctr"/>
                </a:tc>
                <a:tc>
                  <a:txBody>
                    <a:bodyPr/>
                    <a:lstStyle/>
                    <a:p>
                      <a:pPr algn="l" fontAlgn="b">
                        <a:buNone/>
                      </a:pPr>
                      <a:r>
                        <a:rPr lang="fr-FR" sz="1100" b="0" i="0" u="none" strike="noStrike" dirty="0">
                          <a:solidFill>
                            <a:srgbClr val="000000"/>
                          </a:solidFill>
                          <a:effectLst/>
                          <a:latin typeface="Calibri" panose="020F0502020204030204" pitchFamily="34" charset="0"/>
                        </a:rPr>
                        <a:t>Transversal/Head of</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1</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029993701"/>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Hosni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GOUIDER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hosni.gouider@louisvuitton.com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Louis Vuitton</a:t>
                      </a:r>
                    </a:p>
                  </a:txBody>
                  <a:tcPr marL="9525" marR="9525" marT="9525" anchor="ctr"/>
                </a:tc>
                <a:tc>
                  <a:txBody>
                    <a:bodyPr/>
                    <a:lstStyle/>
                    <a:p>
                      <a:pPr algn="l" fontAlgn="b">
                        <a:buNone/>
                      </a:pPr>
                      <a:r>
                        <a:rPr lang="fr-FR" sz="1100" b="0" i="0" u="none" strike="noStrike" dirty="0">
                          <a:solidFill>
                            <a:srgbClr val="9C5700"/>
                          </a:solidFill>
                          <a:effectLst/>
                          <a:latin typeface="Calibri" panose="020F0502020204030204" pitchFamily="34" charset="0"/>
                        </a:rPr>
                        <a:t>Code </a:t>
                      </a:r>
                      <a:r>
                        <a:rPr lang="fr-FR" sz="1100" b="0" i="0" u="none" strike="noStrike" dirty="0" err="1">
                          <a:solidFill>
                            <a:srgbClr val="9C5700"/>
                          </a:solidFill>
                          <a:effectLst/>
                          <a:latin typeface="Calibri" panose="020F0502020204030204" pitchFamily="34" charset="0"/>
                        </a:rPr>
                        <a:t>producer</a:t>
                      </a:r>
                      <a:endParaRPr lang="fr-FR" sz="1100" b="0" i="0" u="none" strike="noStrike" dirty="0">
                        <a:solidFill>
                          <a:srgbClr val="9C5700"/>
                        </a:solidFill>
                        <a:effectLst/>
                        <a:latin typeface="Calibri" panose="020F0502020204030204" pitchFamily="34" charset="0"/>
                      </a:endParaRP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SAP Expert / Tech</a:t>
                      </a:r>
                    </a:p>
                  </a:txBody>
                  <a:tcPr marL="9525" marR="9525" marT="9525" anchor="ctr"/>
                </a:tc>
                <a:extLst>
                  <a:ext uri="{0D108BD9-81ED-4DB2-BD59-A6C34878D82A}">
                    <a16:rowId xmlns:a16="http://schemas.microsoft.com/office/drawing/2014/main" val="1580442914"/>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Alberic</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POCREAU</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apocreau@sephora.fr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Sephora</a:t>
                      </a:r>
                    </a:p>
                  </a:txBody>
                  <a:tcPr marL="9525" marR="9525" marT="9525" anchor="ctr"/>
                </a:tc>
                <a:tc>
                  <a:txBody>
                    <a:bodyPr/>
                    <a:lstStyle/>
                    <a:p>
                      <a:pPr algn="l" fontAlgn="b">
                        <a:buNone/>
                      </a:pPr>
                      <a:r>
                        <a:rPr lang="fr-FR" sz="1100" b="0" i="0" u="none" strike="noStrike">
                          <a:solidFill>
                            <a:srgbClr val="9C5700"/>
                          </a:solidFill>
                          <a:effectLst/>
                          <a:latin typeface="Calibri" panose="020F0502020204030204" pitchFamily="34" charset="0"/>
                        </a:rPr>
                        <a:t>Code producer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SAP Expert / Tech</a:t>
                      </a:r>
                    </a:p>
                  </a:txBody>
                  <a:tcPr marL="9525" marR="9525" marT="9525" anchor="ctr"/>
                </a:tc>
                <a:extLst>
                  <a:ext uri="{0D108BD9-81ED-4DB2-BD59-A6C34878D82A}">
                    <a16:rowId xmlns:a16="http://schemas.microsoft.com/office/drawing/2014/main" val="3879120007"/>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Mario</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De Francisci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Mario.defrancisci@bulgari.com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Bulgari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974567074"/>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Salma</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Mohamed</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s.mohamed@fred.fr</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FRED</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2677481021"/>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Jérôme</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KLIPFEL</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jerome.klipfel@lvmh.com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LVMH Group</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Product Owner/Manager</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Spécialisation SAP SF</a:t>
                      </a:r>
                    </a:p>
                  </a:txBody>
                  <a:tcPr marL="9525" marR="9525" marT="9525" anchor="ctr"/>
                </a:tc>
                <a:extLst>
                  <a:ext uri="{0D108BD9-81ED-4DB2-BD59-A6C34878D82A}">
                    <a16:rowId xmlns:a16="http://schemas.microsoft.com/office/drawing/2014/main" val="3444767185"/>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Kimveasna</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PEN</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kpen@christiandior.com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Christian Dior Couture</a:t>
                      </a:r>
                    </a:p>
                  </a:txBody>
                  <a:tcPr marL="9525" marR="9525" marT="9525" anchor="ctr"/>
                </a:tc>
                <a:tc>
                  <a:txBody>
                    <a:bodyPr/>
                    <a:lstStyle/>
                    <a:p>
                      <a:pPr algn="l" fontAlgn="b">
                        <a:buNone/>
                      </a:pPr>
                      <a:r>
                        <a:rPr lang="fr-FR" sz="1100" b="0" i="0" u="none" strike="noStrike" dirty="0">
                          <a:solidFill>
                            <a:srgbClr val="9C5700"/>
                          </a:solidFill>
                          <a:effectLst/>
                          <a:latin typeface="Calibri" panose="020F0502020204030204" pitchFamily="34" charset="0"/>
                        </a:rPr>
                        <a:t>Code </a:t>
                      </a:r>
                      <a:r>
                        <a:rPr lang="fr-FR" sz="1100" b="0" i="0" u="none" strike="noStrike" dirty="0" err="1">
                          <a:solidFill>
                            <a:srgbClr val="9C5700"/>
                          </a:solidFill>
                          <a:effectLst/>
                          <a:latin typeface="Calibri" panose="020F0502020204030204" pitchFamily="34" charset="0"/>
                        </a:rPr>
                        <a:t>producer</a:t>
                      </a:r>
                      <a:endParaRPr lang="fr-FR" sz="1100" b="0" i="0" u="none" strike="noStrike" dirty="0">
                        <a:solidFill>
                          <a:srgbClr val="9C5700"/>
                        </a:solidFill>
                        <a:effectLst/>
                        <a:latin typeface="Calibri" panose="020F0502020204030204" pitchFamily="34" charset="0"/>
                      </a:endParaRP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endParaRPr lang="fr-FR" sz="1100" b="0" i="0" u="none" strike="noStrike">
                        <a:solidFill>
                          <a:srgbClr val="000000"/>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382960249"/>
                  </a:ext>
                </a:extLst>
              </a:tr>
              <a:tr h="108000">
                <a:tc>
                  <a:txBody>
                    <a:bodyPr/>
                    <a:lstStyle/>
                    <a:p>
                      <a:pPr algn="l" fontAlgn="b">
                        <a:buNone/>
                      </a:pPr>
                      <a:r>
                        <a:rPr lang="fr-FR" sz="1100" b="0" i="0" u="none" strike="noStrike">
                          <a:solidFill>
                            <a:srgbClr val="000000"/>
                          </a:solidFill>
                          <a:effectLst/>
                          <a:latin typeface="Calibri" panose="020F0502020204030204" pitchFamily="34" charset="0"/>
                        </a:rPr>
                        <a:t>Xiang</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WEI</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xiang.Wei@lvmh.com</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Moet Hennessy</a:t>
                      </a:r>
                    </a:p>
                  </a:txBody>
                  <a:tcPr marL="9525" marR="9525" marT="9525" anchor="ctr"/>
                </a:tc>
                <a:tc>
                  <a:txBody>
                    <a:bodyPr/>
                    <a:lstStyle/>
                    <a:p>
                      <a:pPr algn="l" fontAlgn="b">
                        <a:buNone/>
                      </a:pPr>
                      <a:r>
                        <a:rPr lang="fr-FR" sz="1100" b="0" i="0" u="none" strike="noStrike">
                          <a:solidFill>
                            <a:srgbClr val="000000"/>
                          </a:solidFill>
                          <a:effectLst/>
                          <a:latin typeface="Calibri" panose="020F0502020204030204" pitchFamily="34" charset="0"/>
                        </a:rPr>
                        <a:t>Transversal/Head of</a:t>
                      </a:r>
                    </a:p>
                  </a:txBody>
                  <a:tcPr marL="9525" marR="9525" marT="9525" anchor="ctr"/>
                </a:tc>
                <a:tc>
                  <a:txBody>
                    <a:bodyPr/>
                    <a:lstStyle/>
                    <a:p>
                      <a:pPr algn="r" fontAlgn="b">
                        <a:buNone/>
                      </a:pPr>
                      <a:r>
                        <a:rPr lang="fr-FR" sz="1100" b="0" i="0" u="none" strike="noStrike">
                          <a:solidFill>
                            <a:srgbClr val="000000"/>
                          </a:solidFill>
                          <a:effectLst/>
                          <a:latin typeface="Calibri" panose="020F0502020204030204" pitchFamily="34" charset="0"/>
                        </a:rPr>
                        <a:t>2</a:t>
                      </a:r>
                    </a:p>
                  </a:txBody>
                  <a:tcPr marL="9525" marR="9525" marT="9525" anchor="ctr"/>
                </a:tc>
                <a:tc>
                  <a:txBody>
                    <a:bodyPr/>
                    <a:lstStyle/>
                    <a:p>
                      <a:pPr algn="l" fontAlgn="b">
                        <a:buNone/>
                      </a:pPr>
                      <a:r>
                        <a:rPr lang="fr-FR" sz="1100" b="0" i="0" u="none" strike="noStrike" dirty="0">
                          <a:solidFill>
                            <a:srgbClr val="000000"/>
                          </a:solidFill>
                          <a:effectLst/>
                          <a:latin typeface="Calibri" panose="020F0502020204030204" pitchFamily="34" charset="0"/>
                        </a:rPr>
                        <a:t>SAP Expert / Tech</a:t>
                      </a:r>
                    </a:p>
                  </a:txBody>
                  <a:tcPr marL="9525" marR="9525" marT="9525" anchor="ctr"/>
                </a:tc>
                <a:extLst>
                  <a:ext uri="{0D108BD9-81ED-4DB2-BD59-A6C34878D82A}">
                    <a16:rowId xmlns:a16="http://schemas.microsoft.com/office/drawing/2014/main" val="409668576"/>
                  </a:ext>
                </a:extLst>
              </a:tr>
            </a:tbl>
          </a:graphicData>
        </a:graphic>
      </p:graphicFrame>
      <p:sp>
        <p:nvSpPr>
          <p:cNvPr id="3" name="Title 2">
            <a:extLst>
              <a:ext uri="{FF2B5EF4-FFF2-40B4-BE49-F238E27FC236}">
                <a16:creationId xmlns:a16="http://schemas.microsoft.com/office/drawing/2014/main" id="{D5E17468-AE34-F9AE-1185-1D7C8F1ACA85}"/>
              </a:ext>
            </a:extLst>
          </p:cNvPr>
          <p:cNvSpPr>
            <a:spLocks noGrp="1"/>
          </p:cNvSpPr>
          <p:nvPr>
            <p:ph type="title"/>
          </p:nvPr>
        </p:nvSpPr>
        <p:spPr/>
        <p:txBody>
          <a:bodyPr/>
          <a:lstStyle/>
          <a:p>
            <a:r>
              <a:rPr lang="fr-FR" dirty="0"/>
              <a:t>Participants</a:t>
            </a:r>
          </a:p>
        </p:txBody>
      </p:sp>
      <p:sp>
        <p:nvSpPr>
          <p:cNvPr id="4" name="Text Placeholder 3">
            <a:extLst>
              <a:ext uri="{FF2B5EF4-FFF2-40B4-BE49-F238E27FC236}">
                <a16:creationId xmlns:a16="http://schemas.microsoft.com/office/drawing/2014/main" id="{DF0210B7-D3B4-F7BC-982B-8296D443475A}"/>
              </a:ext>
            </a:extLst>
          </p:cNvPr>
          <p:cNvSpPr>
            <a:spLocks noGrp="1"/>
          </p:cNvSpPr>
          <p:nvPr>
            <p:ph type="body" sz="quarter" idx="15"/>
          </p:nvPr>
        </p:nvSpPr>
        <p:spPr>
          <a:xfrm>
            <a:off x="492124" y="1016390"/>
            <a:ext cx="11206163" cy="184666"/>
          </a:xfrm>
        </p:spPr>
        <p:txBody>
          <a:bodyPr/>
          <a:lstStyle/>
          <a:p>
            <a:r>
              <a:rPr lang="fr-FR" dirty="0"/>
              <a:t>Hackathon AI For DEV – SAP </a:t>
            </a:r>
          </a:p>
        </p:txBody>
      </p:sp>
    </p:spTree>
    <p:extLst>
      <p:ext uri="{BB962C8B-B14F-4D97-AF65-F5344CB8AC3E}">
        <p14:creationId xmlns:p14="http://schemas.microsoft.com/office/powerpoint/2010/main" val="3953723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0AC53-02C5-906A-4216-23DB9E444D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40F2AD-4B41-BA4A-910F-3DFC0D549FEE}"/>
              </a:ext>
            </a:extLst>
          </p:cNvPr>
          <p:cNvSpPr>
            <a:spLocks noGrp="1"/>
          </p:cNvSpPr>
          <p:nvPr>
            <p:ph type="title"/>
          </p:nvPr>
        </p:nvSpPr>
        <p:spPr/>
        <p:txBody>
          <a:bodyPr/>
          <a:lstStyle/>
          <a:p>
            <a:r>
              <a:rPr lang="fr-FR" dirty="0"/>
              <a:t>Agenda</a:t>
            </a:r>
          </a:p>
        </p:txBody>
      </p:sp>
      <p:sp>
        <p:nvSpPr>
          <p:cNvPr id="4" name="Text Placeholder 3">
            <a:extLst>
              <a:ext uri="{FF2B5EF4-FFF2-40B4-BE49-F238E27FC236}">
                <a16:creationId xmlns:a16="http://schemas.microsoft.com/office/drawing/2014/main" id="{D41F98BC-725C-206D-4ADC-A768F227EDD2}"/>
              </a:ext>
            </a:extLst>
          </p:cNvPr>
          <p:cNvSpPr>
            <a:spLocks noGrp="1"/>
          </p:cNvSpPr>
          <p:nvPr>
            <p:ph type="body" sz="quarter" idx="15"/>
          </p:nvPr>
        </p:nvSpPr>
        <p:spPr>
          <a:xfrm>
            <a:off x="492124" y="1016390"/>
            <a:ext cx="11206163" cy="184666"/>
          </a:xfrm>
        </p:spPr>
        <p:txBody>
          <a:bodyPr/>
          <a:lstStyle/>
          <a:p>
            <a:r>
              <a:rPr lang="fr-FR" dirty="0"/>
              <a:t>Hackathon AI For DEV – SAP </a:t>
            </a:r>
          </a:p>
        </p:txBody>
      </p:sp>
      <p:pic>
        <p:nvPicPr>
          <p:cNvPr id="7" name="Picture 6">
            <a:extLst>
              <a:ext uri="{FF2B5EF4-FFF2-40B4-BE49-F238E27FC236}">
                <a16:creationId xmlns:a16="http://schemas.microsoft.com/office/drawing/2014/main" id="{5B6935B2-B927-FB7B-2412-4AED8A69FD5E}"/>
              </a:ext>
            </a:extLst>
          </p:cNvPr>
          <p:cNvPicPr>
            <a:picLocks noChangeAspect="1"/>
          </p:cNvPicPr>
          <p:nvPr/>
        </p:nvPicPr>
        <p:blipFill>
          <a:blip r:embed="rId3"/>
          <a:stretch>
            <a:fillRect/>
          </a:stretch>
        </p:blipFill>
        <p:spPr>
          <a:xfrm>
            <a:off x="0" y="1735952"/>
            <a:ext cx="12192000" cy="4786832"/>
          </a:xfrm>
          <a:prstGeom prst="rect">
            <a:avLst/>
          </a:prstGeom>
        </p:spPr>
      </p:pic>
    </p:spTree>
    <p:extLst>
      <p:ext uri="{BB962C8B-B14F-4D97-AF65-F5344CB8AC3E}">
        <p14:creationId xmlns:p14="http://schemas.microsoft.com/office/powerpoint/2010/main" val="147009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4287-34E3-9650-1BD1-6993A34C7DA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0FC8664-F6AA-2DA8-391E-0C0DDA1DCA33}"/>
              </a:ext>
            </a:extLst>
          </p:cNvPr>
          <p:cNvSpPr txBox="1"/>
          <p:nvPr/>
        </p:nvSpPr>
        <p:spPr>
          <a:xfrm>
            <a:off x="492125" y="1758720"/>
            <a:ext cx="11206162" cy="4647426"/>
          </a:xfrm>
          <a:prstGeom prst="rect">
            <a:avLst/>
          </a:prstGeom>
          <a:noFill/>
        </p:spPr>
        <p:txBody>
          <a:bodyPr wrap="square">
            <a:spAutoFit/>
          </a:bodyPr>
          <a:lstStyle/>
          <a:p>
            <a:pPr marL="898525">
              <a:spcAft>
                <a:spcPts val="600"/>
              </a:spcAft>
              <a:buNone/>
            </a:pPr>
            <a:r>
              <a:rPr lang="fr-FR" sz="1600" dirty="0">
                <a:solidFill>
                  <a:schemeClr val="bg2">
                    <a:lumMod val="50000"/>
                  </a:schemeClr>
                </a:solidFill>
                <a:latin typeface="LVMH" panose="02040504000000000004"/>
              </a:rPr>
              <a:t>11:15</a:t>
            </a:r>
            <a:r>
              <a:rPr lang="fr-FR" sz="1600" dirty="0">
                <a:solidFill>
                  <a:srgbClr val="242424"/>
                </a:solidFill>
                <a:latin typeface="LVMH" panose="02040504000000000004"/>
              </a:rPr>
              <a:t>  -  Installation des participants sur les tables</a:t>
            </a:r>
          </a:p>
          <a:p>
            <a:pPr marL="898525">
              <a:spcAft>
                <a:spcPts val="600"/>
              </a:spcAft>
              <a:buNone/>
            </a:pPr>
            <a:endParaRPr lang="fr-FR" sz="1600" dirty="0">
              <a:solidFill>
                <a:srgbClr val="242424"/>
              </a:solidFill>
              <a:latin typeface="LVMH" panose="02040504000000000004"/>
            </a:endParaRPr>
          </a:p>
          <a:p>
            <a:pPr marL="1616075" indent="-717550">
              <a:spcAft>
                <a:spcPts val="600"/>
              </a:spcAft>
              <a:tabLst>
                <a:tab pos="1616075" algn="l"/>
              </a:tabLst>
            </a:pPr>
            <a:r>
              <a:rPr lang="fr-FR" sz="1600" dirty="0">
                <a:solidFill>
                  <a:schemeClr val="bg2">
                    <a:lumMod val="50000"/>
                  </a:schemeClr>
                </a:solidFill>
                <a:latin typeface="LVMH" panose="02040504000000000004"/>
              </a:rPr>
              <a:t>11:15</a:t>
            </a:r>
            <a:r>
              <a:rPr lang="fr-FR" sz="1600" dirty="0">
                <a:solidFill>
                  <a:srgbClr val="242424"/>
                </a:solidFill>
                <a:latin typeface="LVMH" panose="02040504000000000004"/>
              </a:rPr>
              <a:t>  -  Présentation des intervenants</a:t>
            </a:r>
            <a:br>
              <a:rPr lang="fr-FR" sz="1600" dirty="0">
                <a:solidFill>
                  <a:srgbClr val="242424"/>
                </a:solidFill>
                <a:latin typeface="LVMH" panose="02040504000000000004"/>
              </a:rPr>
            </a:br>
            <a:r>
              <a:rPr kumimoji="0" lang="fr-FR" sz="1200" b="0" i="1" u="none" strike="noStrike" kern="1200" cap="none" spc="0" normalizeH="0" baseline="0" noProof="0" dirty="0">
                <a:ln>
                  <a:noFill/>
                </a:ln>
                <a:solidFill>
                  <a:srgbClr val="242424"/>
                </a:solidFill>
                <a:effectLst/>
                <a:uLnTx/>
                <a:uFillTx/>
                <a:latin typeface="LVMH" panose="02040504000000000004"/>
              </a:rPr>
              <a:t>SAP &amp; Line</a:t>
            </a:r>
            <a:endParaRPr lang="fr-FR" sz="1600" dirty="0">
              <a:solidFill>
                <a:srgbClr val="242424"/>
              </a:solidFill>
              <a:latin typeface="LVMH" panose="02040504000000000004"/>
            </a:endParaRPr>
          </a:p>
          <a:p>
            <a:pPr marL="898525">
              <a:spcAft>
                <a:spcPts val="600"/>
              </a:spcAft>
              <a:buNone/>
            </a:pPr>
            <a:endParaRPr lang="fr-FR" sz="1600" dirty="0">
              <a:solidFill>
                <a:srgbClr val="242424"/>
              </a:solidFill>
              <a:latin typeface="LVMH" panose="02040504000000000004"/>
            </a:endParaRPr>
          </a:p>
          <a:p>
            <a:pPr marL="898525">
              <a:spcAft>
                <a:spcPts val="600"/>
              </a:spcAft>
              <a:buNone/>
            </a:pPr>
            <a:r>
              <a:rPr lang="fr-FR" sz="1600" dirty="0">
                <a:solidFill>
                  <a:schemeClr val="bg2">
                    <a:lumMod val="50000"/>
                  </a:schemeClr>
                </a:solidFill>
                <a:latin typeface="LVMH" panose="02040504000000000004"/>
              </a:rPr>
              <a:t>11:30</a:t>
            </a:r>
            <a:r>
              <a:rPr lang="fr-FR" sz="1600" dirty="0">
                <a:solidFill>
                  <a:srgbClr val="242424"/>
                </a:solidFill>
                <a:latin typeface="LVMH" panose="02040504000000000004"/>
              </a:rPr>
              <a:t>  -  Introduction des enjeux de la </a:t>
            </a:r>
            <a:r>
              <a:rPr lang="fr-FR" sz="1600" b="1" i="1" dirty="0" err="1">
                <a:solidFill>
                  <a:srgbClr val="242424"/>
                </a:solidFill>
                <a:latin typeface="LVMH" panose="02040504000000000004"/>
              </a:rPr>
              <a:t>GenAI</a:t>
            </a:r>
            <a:r>
              <a:rPr lang="fr-FR" sz="1600" b="1" i="1" dirty="0">
                <a:solidFill>
                  <a:srgbClr val="242424"/>
                </a:solidFill>
                <a:latin typeface="LVMH" panose="02040504000000000004"/>
              </a:rPr>
              <a:t> for </a:t>
            </a:r>
            <a:r>
              <a:rPr lang="fr-FR" sz="1600" b="1" i="1" dirty="0" err="1">
                <a:solidFill>
                  <a:srgbClr val="242424"/>
                </a:solidFill>
                <a:latin typeface="LVMH" panose="02040504000000000004"/>
              </a:rPr>
              <a:t>Development</a:t>
            </a:r>
            <a:r>
              <a:rPr lang="fr-FR" sz="1600" b="1" i="1" dirty="0">
                <a:solidFill>
                  <a:srgbClr val="242424"/>
                </a:solidFill>
                <a:latin typeface="LVMH" panose="02040504000000000004"/>
              </a:rPr>
              <a:t> </a:t>
            </a:r>
            <a:r>
              <a:rPr lang="fr-FR" sz="1600" b="1" i="1" dirty="0" err="1">
                <a:solidFill>
                  <a:srgbClr val="242424"/>
                </a:solidFill>
                <a:latin typeface="LVMH" panose="02040504000000000004"/>
              </a:rPr>
              <a:t>with</a:t>
            </a:r>
            <a:r>
              <a:rPr lang="fr-FR" sz="1600" b="1" i="1" dirty="0">
                <a:solidFill>
                  <a:srgbClr val="242424"/>
                </a:solidFill>
                <a:latin typeface="LVMH" panose="02040504000000000004"/>
              </a:rPr>
              <a:t> SAP</a:t>
            </a:r>
          </a:p>
          <a:p>
            <a:pPr marL="898525">
              <a:spcAft>
                <a:spcPts val="600"/>
              </a:spcAft>
              <a:buNone/>
            </a:pPr>
            <a:endParaRPr lang="fr-FR" sz="1600" i="1" dirty="0">
              <a:solidFill>
                <a:srgbClr val="242424"/>
              </a:solidFill>
              <a:latin typeface="LVMH" panose="02040504000000000004"/>
            </a:endParaRPr>
          </a:p>
          <a:p>
            <a:pPr marL="898525">
              <a:spcAft>
                <a:spcPts val="600"/>
              </a:spcAft>
              <a:buNone/>
            </a:pPr>
            <a:r>
              <a:rPr lang="fr-FR" sz="1600" dirty="0">
                <a:solidFill>
                  <a:schemeClr val="bg2">
                    <a:lumMod val="50000"/>
                  </a:schemeClr>
                </a:solidFill>
                <a:latin typeface="LVMH" panose="02040504000000000004"/>
              </a:rPr>
              <a:t>11:50</a:t>
            </a:r>
            <a:r>
              <a:rPr lang="fr-FR" sz="1600" dirty="0">
                <a:solidFill>
                  <a:srgbClr val="242424"/>
                </a:solidFill>
                <a:latin typeface="LVMH" panose="02040504000000000004"/>
              </a:rPr>
              <a:t>  -  Présentation de l’organisation/déroulé du Hackathon</a:t>
            </a:r>
          </a:p>
          <a:p>
            <a:pPr marL="898525">
              <a:spcAft>
                <a:spcPts val="600"/>
              </a:spcAft>
              <a:buNone/>
            </a:pPr>
            <a:endParaRPr lang="fr-FR" sz="1600" b="1" dirty="0">
              <a:solidFill>
                <a:srgbClr val="242424"/>
              </a:solidFill>
              <a:latin typeface="LVMH" panose="02040504000000000004"/>
            </a:endParaRPr>
          </a:p>
          <a:p>
            <a:pPr marL="1616075" indent="-717550">
              <a:spcAft>
                <a:spcPts val="600"/>
              </a:spcAft>
              <a:buNone/>
            </a:pPr>
            <a:r>
              <a:rPr lang="fr-FR" sz="1600" dirty="0">
                <a:solidFill>
                  <a:schemeClr val="bg2">
                    <a:lumMod val="50000"/>
                  </a:schemeClr>
                </a:solidFill>
                <a:latin typeface="LVMH" panose="02040504000000000004"/>
              </a:rPr>
              <a:t>12:00</a:t>
            </a:r>
            <a:r>
              <a:rPr lang="fr-FR" sz="1600" dirty="0">
                <a:solidFill>
                  <a:srgbClr val="242424"/>
                </a:solidFill>
                <a:latin typeface="LVMH" panose="02040504000000000004"/>
              </a:rPr>
              <a:t>  -  Début de l’exercice</a:t>
            </a:r>
            <a:br>
              <a:rPr lang="fr-FR" sz="1600" dirty="0">
                <a:solidFill>
                  <a:srgbClr val="242424"/>
                </a:solidFill>
                <a:latin typeface="LVMH" panose="02040504000000000004"/>
              </a:rPr>
            </a:br>
            <a:r>
              <a:rPr lang="fr-FR" sz="1200" i="1" dirty="0">
                <a:solidFill>
                  <a:srgbClr val="242424"/>
                </a:solidFill>
                <a:latin typeface="LVMH" panose="02040504000000000004"/>
              </a:rPr>
              <a:t>Présentation du cas d’usage (contexte, objectifs &amp; outils)</a:t>
            </a:r>
            <a:endParaRPr lang="fr-FR" sz="1200" dirty="0">
              <a:solidFill>
                <a:srgbClr val="242424"/>
              </a:solidFill>
              <a:latin typeface="LVMH" panose="02040504000000000004"/>
            </a:endParaRPr>
          </a:p>
          <a:p>
            <a:pPr marL="898525">
              <a:spcAft>
                <a:spcPts val="600"/>
              </a:spcAft>
              <a:buNone/>
            </a:pPr>
            <a:endParaRPr lang="fr-FR" sz="1600" b="1" dirty="0">
              <a:solidFill>
                <a:srgbClr val="242424"/>
              </a:solidFill>
              <a:latin typeface="LVMH" panose="02040504000000000004"/>
            </a:endParaRPr>
          </a:p>
          <a:p>
            <a:pPr marL="898525">
              <a:spcAft>
                <a:spcPts val="600"/>
              </a:spcAft>
              <a:buNone/>
            </a:pPr>
            <a:r>
              <a:rPr lang="fr-FR" sz="1600" dirty="0">
                <a:solidFill>
                  <a:schemeClr val="bg2">
                    <a:lumMod val="50000"/>
                  </a:schemeClr>
                </a:solidFill>
                <a:latin typeface="LVMH" panose="02040504000000000004"/>
              </a:rPr>
              <a:t>15:30</a:t>
            </a:r>
            <a:r>
              <a:rPr lang="fr-FR" sz="1600" dirty="0">
                <a:solidFill>
                  <a:srgbClr val="242424"/>
                </a:solidFill>
                <a:latin typeface="LVMH" panose="02040504000000000004"/>
              </a:rPr>
              <a:t>  -  Mise en commun des équipes au sein de chaque table</a:t>
            </a:r>
          </a:p>
          <a:p>
            <a:pPr marL="898525">
              <a:spcAft>
                <a:spcPts val="600"/>
              </a:spcAft>
              <a:buNone/>
            </a:pPr>
            <a:endParaRPr lang="fr-FR" sz="1600" b="1" dirty="0">
              <a:solidFill>
                <a:srgbClr val="242424"/>
              </a:solidFill>
              <a:latin typeface="LVMH" panose="02040504000000000004"/>
            </a:endParaRPr>
          </a:p>
          <a:p>
            <a:pPr marL="898525">
              <a:spcAft>
                <a:spcPts val="600"/>
              </a:spcAft>
              <a:buNone/>
            </a:pPr>
            <a:r>
              <a:rPr lang="fr-FR" sz="1600" dirty="0">
                <a:solidFill>
                  <a:schemeClr val="bg2">
                    <a:lumMod val="50000"/>
                  </a:schemeClr>
                </a:solidFill>
                <a:latin typeface="LVMH" panose="02040504000000000004"/>
              </a:rPr>
              <a:t>16:00</a:t>
            </a:r>
            <a:r>
              <a:rPr lang="fr-FR" sz="1600" dirty="0">
                <a:solidFill>
                  <a:srgbClr val="242424"/>
                </a:solidFill>
                <a:latin typeface="LVMH" panose="02040504000000000004"/>
              </a:rPr>
              <a:t>  -  Fin de l’exercice &amp; Préparation à la restitution</a:t>
            </a:r>
            <a:endParaRPr lang="fr-FR" sz="1600" b="1" dirty="0">
              <a:solidFill>
                <a:srgbClr val="242424"/>
              </a:solidFill>
              <a:latin typeface="LVMH" panose="02040504000000000004"/>
            </a:endParaRPr>
          </a:p>
        </p:txBody>
      </p:sp>
      <p:sp>
        <p:nvSpPr>
          <p:cNvPr id="3" name="Title 2">
            <a:extLst>
              <a:ext uri="{FF2B5EF4-FFF2-40B4-BE49-F238E27FC236}">
                <a16:creationId xmlns:a16="http://schemas.microsoft.com/office/drawing/2014/main" id="{0D8BC4DE-7170-8264-9C01-4A76C299A527}"/>
              </a:ext>
            </a:extLst>
          </p:cNvPr>
          <p:cNvSpPr>
            <a:spLocks noGrp="1"/>
          </p:cNvSpPr>
          <p:nvPr>
            <p:ph type="title"/>
          </p:nvPr>
        </p:nvSpPr>
        <p:spPr/>
        <p:txBody>
          <a:bodyPr/>
          <a:lstStyle/>
          <a:p>
            <a:r>
              <a:rPr lang="fr-FR" dirty="0"/>
              <a:t>Agenda</a:t>
            </a:r>
          </a:p>
        </p:txBody>
      </p:sp>
      <p:sp>
        <p:nvSpPr>
          <p:cNvPr id="4" name="Text Placeholder 3">
            <a:extLst>
              <a:ext uri="{FF2B5EF4-FFF2-40B4-BE49-F238E27FC236}">
                <a16:creationId xmlns:a16="http://schemas.microsoft.com/office/drawing/2014/main" id="{C2DD9B6F-39EA-6508-58B1-CDC154E2BDF0}"/>
              </a:ext>
            </a:extLst>
          </p:cNvPr>
          <p:cNvSpPr>
            <a:spLocks noGrp="1"/>
          </p:cNvSpPr>
          <p:nvPr>
            <p:ph type="body" sz="quarter" idx="15"/>
          </p:nvPr>
        </p:nvSpPr>
        <p:spPr>
          <a:xfrm>
            <a:off x="492124" y="1016390"/>
            <a:ext cx="11206163" cy="184666"/>
          </a:xfrm>
        </p:spPr>
        <p:txBody>
          <a:bodyPr/>
          <a:lstStyle/>
          <a:p>
            <a:r>
              <a:rPr lang="fr-FR" dirty="0"/>
              <a:t>Hackathon AI For DEV – SAP </a:t>
            </a:r>
          </a:p>
        </p:txBody>
      </p:sp>
      <p:cxnSp>
        <p:nvCxnSpPr>
          <p:cNvPr id="8" name="Straight Connector 7">
            <a:extLst>
              <a:ext uri="{FF2B5EF4-FFF2-40B4-BE49-F238E27FC236}">
                <a16:creationId xmlns:a16="http://schemas.microsoft.com/office/drawing/2014/main" id="{FF69444E-4958-B742-4108-27E4BEF5EE33}"/>
              </a:ext>
            </a:extLst>
          </p:cNvPr>
          <p:cNvCxnSpPr>
            <a:cxnSpLocks/>
          </p:cNvCxnSpPr>
          <p:nvPr/>
        </p:nvCxnSpPr>
        <p:spPr>
          <a:xfrm>
            <a:off x="1060057" y="1689326"/>
            <a:ext cx="0" cy="4680000"/>
          </a:xfrm>
          <a:prstGeom prst="line">
            <a:avLst/>
          </a:prstGeom>
          <a:ln w="28575"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9" name="Flowchart: Connector 8">
            <a:extLst>
              <a:ext uri="{FF2B5EF4-FFF2-40B4-BE49-F238E27FC236}">
                <a16:creationId xmlns:a16="http://schemas.microsoft.com/office/drawing/2014/main" id="{D9348089-176E-19EB-23FD-DA6A2B87874F}"/>
              </a:ext>
            </a:extLst>
          </p:cNvPr>
          <p:cNvSpPr/>
          <p:nvPr/>
        </p:nvSpPr>
        <p:spPr>
          <a:xfrm>
            <a:off x="988057" y="1857076"/>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1" name="Flowchart: Connector 10">
            <a:extLst>
              <a:ext uri="{FF2B5EF4-FFF2-40B4-BE49-F238E27FC236}">
                <a16:creationId xmlns:a16="http://schemas.microsoft.com/office/drawing/2014/main" id="{99ADD8F1-C2AA-CE8A-E1DD-681985EE8B04}"/>
              </a:ext>
            </a:extLst>
          </p:cNvPr>
          <p:cNvSpPr/>
          <p:nvPr/>
        </p:nvSpPr>
        <p:spPr>
          <a:xfrm>
            <a:off x="988057" y="2504776"/>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2" name="Flowchart: Connector 11">
            <a:extLst>
              <a:ext uri="{FF2B5EF4-FFF2-40B4-BE49-F238E27FC236}">
                <a16:creationId xmlns:a16="http://schemas.microsoft.com/office/drawing/2014/main" id="{76EB58F7-40DF-50C6-20EC-964FD7BA8FA6}"/>
              </a:ext>
            </a:extLst>
          </p:cNvPr>
          <p:cNvSpPr/>
          <p:nvPr/>
        </p:nvSpPr>
        <p:spPr>
          <a:xfrm>
            <a:off x="988057" y="3307803"/>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3" name="Flowchart: Connector 12">
            <a:extLst>
              <a:ext uri="{FF2B5EF4-FFF2-40B4-BE49-F238E27FC236}">
                <a16:creationId xmlns:a16="http://schemas.microsoft.com/office/drawing/2014/main" id="{20D92C49-0E71-ECD7-CBF2-1511C6A9D303}"/>
              </a:ext>
            </a:extLst>
          </p:cNvPr>
          <p:cNvSpPr/>
          <p:nvPr/>
        </p:nvSpPr>
        <p:spPr>
          <a:xfrm>
            <a:off x="988057" y="3969566"/>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4" name="Flowchart: Connector 13">
            <a:extLst>
              <a:ext uri="{FF2B5EF4-FFF2-40B4-BE49-F238E27FC236}">
                <a16:creationId xmlns:a16="http://schemas.microsoft.com/office/drawing/2014/main" id="{B1A13755-0AB4-1CE7-383D-11D1B7F0F43C}"/>
              </a:ext>
            </a:extLst>
          </p:cNvPr>
          <p:cNvSpPr/>
          <p:nvPr/>
        </p:nvSpPr>
        <p:spPr>
          <a:xfrm>
            <a:off x="988057" y="4584729"/>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5" name="Flowchart: Connector 14">
            <a:extLst>
              <a:ext uri="{FF2B5EF4-FFF2-40B4-BE49-F238E27FC236}">
                <a16:creationId xmlns:a16="http://schemas.microsoft.com/office/drawing/2014/main" id="{12A63C5D-488E-5E41-A0D4-8B9CDA8088CE}"/>
              </a:ext>
            </a:extLst>
          </p:cNvPr>
          <p:cNvSpPr/>
          <p:nvPr/>
        </p:nvSpPr>
        <p:spPr>
          <a:xfrm>
            <a:off x="988057" y="5423437"/>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
        <p:nvSpPr>
          <p:cNvPr id="16" name="Flowchart: Connector 15">
            <a:extLst>
              <a:ext uri="{FF2B5EF4-FFF2-40B4-BE49-F238E27FC236}">
                <a16:creationId xmlns:a16="http://schemas.microsoft.com/office/drawing/2014/main" id="{6F5E08E0-7D6D-0FAE-1A24-F54EC7D2B152}"/>
              </a:ext>
            </a:extLst>
          </p:cNvPr>
          <p:cNvSpPr/>
          <p:nvPr/>
        </p:nvSpPr>
        <p:spPr>
          <a:xfrm>
            <a:off x="988057" y="6052087"/>
            <a:ext cx="144000" cy="144000"/>
          </a:xfrm>
          <a:prstGeom prst="flowChartConnector">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bg1"/>
              </a:solidFill>
            </a:endParaRPr>
          </a:p>
        </p:txBody>
      </p:sp>
    </p:spTree>
    <p:extLst>
      <p:ext uri="{BB962C8B-B14F-4D97-AF65-F5344CB8AC3E}">
        <p14:creationId xmlns:p14="http://schemas.microsoft.com/office/powerpoint/2010/main" val="206743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4D3D-28DB-C9D2-80A3-4C06D80113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8218BB-934F-872D-BF6A-1E9A02AD03D2}"/>
              </a:ext>
            </a:extLst>
          </p:cNvPr>
          <p:cNvSpPr>
            <a:spLocks noGrp="1"/>
          </p:cNvSpPr>
          <p:nvPr>
            <p:ph type="body" sz="quarter" idx="11"/>
          </p:nvPr>
        </p:nvSpPr>
        <p:spPr/>
        <p:txBody>
          <a:bodyPr/>
          <a:lstStyle/>
          <a:p>
            <a:endParaRPr lang="fr-FR"/>
          </a:p>
        </p:txBody>
      </p:sp>
      <p:sp>
        <p:nvSpPr>
          <p:cNvPr id="3" name="Title 2">
            <a:extLst>
              <a:ext uri="{FF2B5EF4-FFF2-40B4-BE49-F238E27FC236}">
                <a16:creationId xmlns:a16="http://schemas.microsoft.com/office/drawing/2014/main" id="{38C242E2-FD2B-B092-86DE-9CB7E1ADEE1E}"/>
              </a:ext>
            </a:extLst>
          </p:cNvPr>
          <p:cNvSpPr>
            <a:spLocks noGrp="1"/>
          </p:cNvSpPr>
          <p:nvPr>
            <p:ph type="title"/>
          </p:nvPr>
        </p:nvSpPr>
        <p:spPr/>
        <p:txBody>
          <a:bodyPr/>
          <a:lstStyle/>
          <a:p>
            <a:r>
              <a:rPr lang="fr-FR" dirty="0"/>
              <a:t>Use case</a:t>
            </a:r>
          </a:p>
        </p:txBody>
      </p:sp>
      <p:sp>
        <p:nvSpPr>
          <p:cNvPr id="4" name="Text Placeholder 3">
            <a:extLst>
              <a:ext uri="{FF2B5EF4-FFF2-40B4-BE49-F238E27FC236}">
                <a16:creationId xmlns:a16="http://schemas.microsoft.com/office/drawing/2014/main" id="{A4382ADF-06BD-5989-2EA1-4606A93C6257}"/>
              </a:ext>
            </a:extLst>
          </p:cNvPr>
          <p:cNvSpPr>
            <a:spLocks noGrp="1"/>
          </p:cNvSpPr>
          <p:nvPr>
            <p:ph type="body" sz="quarter" idx="15"/>
          </p:nvPr>
        </p:nvSpPr>
        <p:spPr/>
        <p:txBody>
          <a:bodyPr/>
          <a:lstStyle/>
          <a:p>
            <a:endParaRPr lang="fr-FR"/>
          </a:p>
        </p:txBody>
      </p:sp>
      <p:sp>
        <p:nvSpPr>
          <p:cNvPr id="5" name="Date Placeholder 4">
            <a:extLst>
              <a:ext uri="{FF2B5EF4-FFF2-40B4-BE49-F238E27FC236}">
                <a16:creationId xmlns:a16="http://schemas.microsoft.com/office/drawing/2014/main" id="{FB910073-7EAA-A24B-5BD6-CB49F3F166D9}"/>
              </a:ext>
            </a:extLst>
          </p:cNvPr>
          <p:cNvSpPr>
            <a:spLocks noGrp="1"/>
          </p:cNvSpPr>
          <p:nvPr>
            <p:ph type="dt" sz="half" idx="21"/>
          </p:nvPr>
        </p:nvSpPr>
        <p:spPr/>
        <p:txBody>
          <a:bodyPr/>
          <a:lstStyle/>
          <a:p>
            <a:fld id="{E03C8094-C778-4021-9D22-480B17150894}" type="datetime1">
              <a:rPr lang="en-US" smtClean="0"/>
              <a:t>4/1/2026</a:t>
            </a:fld>
            <a:endParaRPr lang="en-US"/>
          </a:p>
        </p:txBody>
      </p:sp>
    </p:spTree>
    <p:extLst>
      <p:ext uri="{BB962C8B-B14F-4D97-AF65-F5344CB8AC3E}">
        <p14:creationId xmlns:p14="http://schemas.microsoft.com/office/powerpoint/2010/main" val="279809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EFB05-A576-AC0E-0903-A840295847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FA2D70-42EE-68BE-BE0E-0434770D5427}"/>
              </a:ext>
            </a:extLst>
          </p:cNvPr>
          <p:cNvSpPr>
            <a:spLocks noGrp="1"/>
          </p:cNvSpPr>
          <p:nvPr>
            <p:ph type="title"/>
          </p:nvPr>
        </p:nvSpPr>
        <p:spPr/>
        <p:txBody>
          <a:bodyPr/>
          <a:lstStyle/>
          <a:p>
            <a:r>
              <a:rPr lang="fr-FR" dirty="0">
                <a:latin typeface="LVMH" panose="02000000000000000000" pitchFamily="50" charset="0"/>
              </a:rPr>
              <a:t>Use case </a:t>
            </a:r>
            <a:r>
              <a:rPr lang="fr-FR" dirty="0">
                <a:latin typeface="LVMH" panose="02000000000000000000" pitchFamily="50" charset="0"/>
                <a:sym typeface="Wingdings" panose="05000000000000000000" pitchFamily="2" charset="2"/>
              </a:rPr>
              <a:t># “Long </a:t>
            </a:r>
            <a:r>
              <a:rPr lang="fr-FR" dirty="0" err="1">
                <a:latin typeface="LVMH" panose="02000000000000000000" pitchFamily="50" charset="0"/>
                <a:sym typeface="Wingdings" panose="05000000000000000000" pitchFamily="2" charset="2"/>
              </a:rPr>
              <a:t>tail</a:t>
            </a:r>
            <a:r>
              <a:rPr lang="fr-FR" dirty="0">
                <a:solidFill>
                  <a:srgbClr val="242424"/>
                </a:solidFill>
                <a:latin typeface="LVMH" panose="02000000000000000000" pitchFamily="50" charset="0"/>
              </a:rPr>
              <a:t>“</a:t>
            </a:r>
            <a:r>
              <a:rPr lang="fr-FR" dirty="0">
                <a:latin typeface="LVMH" panose="02000000000000000000" pitchFamily="50" charset="0"/>
                <a:sym typeface="Wingdings" panose="05000000000000000000" pitchFamily="2" charset="2"/>
              </a:rPr>
              <a:t> </a:t>
            </a:r>
            <a:r>
              <a:rPr lang="fr-FR" dirty="0" err="1">
                <a:latin typeface="LVMH" panose="02000000000000000000" pitchFamily="50" charset="0"/>
                <a:sym typeface="Wingdings" panose="05000000000000000000" pitchFamily="2" charset="2"/>
              </a:rPr>
              <a:t>Vendor</a:t>
            </a:r>
            <a:r>
              <a:rPr lang="fr-FR" dirty="0">
                <a:latin typeface="LVMH" panose="02000000000000000000" pitchFamily="50" charset="0"/>
                <a:sym typeface="Wingdings" panose="05000000000000000000" pitchFamily="2" charset="2"/>
              </a:rPr>
              <a:t> Management</a:t>
            </a:r>
            <a:endParaRPr lang="fr-FR" dirty="0">
              <a:latin typeface="LVMH" panose="02000000000000000000" pitchFamily="50" charset="0"/>
            </a:endParaRPr>
          </a:p>
        </p:txBody>
      </p:sp>
      <p:sp>
        <p:nvSpPr>
          <p:cNvPr id="7" name="TextBox 6">
            <a:extLst>
              <a:ext uri="{FF2B5EF4-FFF2-40B4-BE49-F238E27FC236}">
                <a16:creationId xmlns:a16="http://schemas.microsoft.com/office/drawing/2014/main" id="{E3511C3D-E94E-FCC1-4685-F02AD1B76BC5}"/>
              </a:ext>
            </a:extLst>
          </p:cNvPr>
          <p:cNvSpPr txBox="1"/>
          <p:nvPr/>
        </p:nvSpPr>
        <p:spPr>
          <a:xfrm>
            <a:off x="492125" y="1830107"/>
            <a:ext cx="11206162" cy="3970318"/>
          </a:xfrm>
          <a:prstGeom prst="rect">
            <a:avLst/>
          </a:prstGeom>
          <a:noFill/>
        </p:spPr>
        <p:txBody>
          <a:bodyPr wrap="square">
            <a:spAutoFit/>
          </a:bodyPr>
          <a:lstStyle/>
          <a:p>
            <a:pPr algn="just">
              <a:spcAft>
                <a:spcPts val="600"/>
              </a:spcAft>
              <a:buNone/>
            </a:pPr>
            <a:r>
              <a:rPr lang="fr-FR" b="1" u="sng" dirty="0">
                <a:solidFill>
                  <a:srgbClr val="242424"/>
                </a:solidFill>
                <a:latin typeface="+mj-lt"/>
              </a:rPr>
              <a:t>Contexte</a:t>
            </a:r>
            <a:endParaRPr lang="fr-FR" sz="1600" b="1" u="sng" dirty="0">
              <a:solidFill>
                <a:srgbClr val="242424"/>
              </a:solidFill>
              <a:latin typeface="+mj-lt"/>
            </a:endParaRPr>
          </a:p>
          <a:p>
            <a:pPr algn="just">
              <a:spcAft>
                <a:spcPts val="600"/>
              </a:spcAft>
              <a:buNone/>
            </a:pPr>
            <a:r>
              <a:rPr lang="fr-FR" sz="1600" b="0" i="0" dirty="0">
                <a:solidFill>
                  <a:srgbClr val="242424"/>
                </a:solidFill>
                <a:effectLst/>
                <a:latin typeface="+mj-lt"/>
              </a:rPr>
              <a:t>Avec le temps, le référentiel fournisseurs s’est fortement élargi et contient une “Long Tail” de fournisseurs avec peu ou pas d’activité, ce qui dégrade la qualité des données et augmente les risques opérationnels (mauvais choix de fournisseur, données obsolètes, contrôles plus complexes).</a:t>
            </a:r>
            <a:endParaRPr lang="fr-FR" sz="1600" dirty="0">
              <a:solidFill>
                <a:srgbClr val="242424"/>
              </a:solidFill>
              <a:latin typeface="+mj-lt"/>
            </a:endParaRPr>
          </a:p>
          <a:p>
            <a:pPr algn="just">
              <a:spcAft>
                <a:spcPts val="600"/>
              </a:spcAft>
              <a:buNone/>
            </a:pPr>
            <a:r>
              <a:rPr kumimoji="0" lang="fr-FR" sz="1800" b="1" i="0" u="sng" strike="noStrike" kern="1200" cap="none" spc="0" normalizeH="0" baseline="0" noProof="0" dirty="0">
                <a:ln>
                  <a:noFill/>
                </a:ln>
                <a:solidFill>
                  <a:srgbClr val="242424"/>
                </a:solidFill>
                <a:effectLst/>
                <a:uLnTx/>
                <a:uFillTx/>
                <a:latin typeface="+mj-lt"/>
                <a:ea typeface="+mn-ea"/>
                <a:cs typeface="+mn-cs"/>
              </a:rPr>
              <a:t>Objectif</a:t>
            </a:r>
            <a:endParaRPr lang="fr-FR" sz="1600" b="0" i="0" dirty="0">
              <a:solidFill>
                <a:srgbClr val="242424"/>
              </a:solidFill>
              <a:effectLst/>
              <a:latin typeface="+mj-lt"/>
            </a:endParaRPr>
          </a:p>
          <a:p>
            <a:pPr algn="just">
              <a:spcAft>
                <a:spcPts val="600"/>
              </a:spcAft>
              <a:buNone/>
            </a:pPr>
            <a:r>
              <a:rPr lang="fr-FR" sz="1600" b="0" i="0" dirty="0">
                <a:solidFill>
                  <a:srgbClr val="242424"/>
                </a:solidFill>
                <a:effectLst/>
                <a:latin typeface="+mj-lt"/>
              </a:rPr>
              <a:t>Votre mission, si vous l’acceptez, est de créer une </a:t>
            </a:r>
            <a:r>
              <a:rPr lang="fr-FR" sz="1600" b="1" dirty="0">
                <a:solidFill>
                  <a:srgbClr val="242424"/>
                </a:solidFill>
                <a:latin typeface="+mj-lt"/>
              </a:rPr>
              <a:t>A</a:t>
            </a:r>
            <a:r>
              <a:rPr lang="fr-FR" sz="1600" b="1" i="0" dirty="0">
                <a:solidFill>
                  <a:srgbClr val="242424"/>
                </a:solidFill>
                <a:effectLst/>
                <a:latin typeface="+mj-lt"/>
              </a:rPr>
              <a:t>pp Fiori </a:t>
            </a:r>
            <a:r>
              <a:rPr lang="fr-FR" sz="1600" dirty="0">
                <a:solidFill>
                  <a:srgbClr val="242424"/>
                </a:solidFill>
                <a:latin typeface="+mj-lt"/>
              </a:rPr>
              <a:t>afin de</a:t>
            </a:r>
            <a:r>
              <a:rPr lang="fr-FR" sz="1600" b="0" i="0" dirty="0">
                <a:solidFill>
                  <a:srgbClr val="242424"/>
                </a:solidFill>
                <a:effectLst/>
                <a:latin typeface="+mj-lt"/>
              </a:rPr>
              <a:t> :</a:t>
            </a:r>
          </a:p>
          <a:p>
            <a:pPr marL="742950" lvl="1" indent="-285750" algn="just">
              <a:buFont typeface="Wingdings" panose="05000000000000000000" pitchFamily="2" charset="2"/>
              <a:buChar char="Ø"/>
            </a:pPr>
            <a:r>
              <a:rPr lang="fr-FR" sz="1600" b="0" i="0" dirty="0">
                <a:solidFill>
                  <a:srgbClr val="242424"/>
                </a:solidFill>
                <a:effectLst/>
                <a:latin typeface="+mj-lt"/>
              </a:rPr>
              <a:t>Identifier des fournisseurs inactifs (à partir de la donnée de base, des commandes et des factures)</a:t>
            </a:r>
          </a:p>
          <a:p>
            <a:pPr marL="742950" lvl="1" indent="-285750" algn="just">
              <a:buFont typeface="Wingdings" panose="05000000000000000000" pitchFamily="2" charset="2"/>
              <a:buChar char="Ø"/>
            </a:pPr>
            <a:r>
              <a:rPr lang="fr-FR" sz="1600" dirty="0">
                <a:solidFill>
                  <a:srgbClr val="242424"/>
                </a:solidFill>
                <a:latin typeface="+mj-lt"/>
              </a:rPr>
              <a:t>Définir un score de risque (retard de paiement/livraison, etc.) et un statut</a:t>
            </a:r>
          </a:p>
          <a:p>
            <a:pPr marL="742950" lvl="1" indent="-285750" algn="just">
              <a:buFont typeface="Wingdings" panose="05000000000000000000" pitchFamily="2" charset="2"/>
              <a:buChar char="Ø"/>
            </a:pPr>
            <a:r>
              <a:rPr lang="fr-FR" sz="1600" dirty="0">
                <a:solidFill>
                  <a:srgbClr val="242424"/>
                </a:solidFill>
                <a:latin typeface="+mj-lt"/>
              </a:rPr>
              <a:t>Ajouter des indicateurs graphiques</a:t>
            </a:r>
          </a:p>
          <a:p>
            <a:pPr marL="742950" lvl="1" indent="-285750" algn="just">
              <a:spcAft>
                <a:spcPts val="1200"/>
              </a:spcAft>
              <a:buFont typeface="Wingdings" panose="05000000000000000000" pitchFamily="2" charset="2"/>
              <a:buChar char="Ø"/>
            </a:pPr>
            <a:r>
              <a:rPr lang="fr-FR" sz="1600" dirty="0">
                <a:solidFill>
                  <a:srgbClr val="242424"/>
                </a:solidFill>
                <a:latin typeface="+mj-lt"/>
              </a:rPr>
              <a:t>E</a:t>
            </a:r>
            <a:r>
              <a:rPr lang="fr-FR" sz="1600" b="0" i="0" dirty="0">
                <a:solidFill>
                  <a:srgbClr val="242424"/>
                </a:solidFill>
                <a:effectLst/>
                <a:latin typeface="+mj-lt"/>
              </a:rPr>
              <a:t>xécuter des actions de nettoyage : blocage et/ou clôture</a:t>
            </a:r>
            <a:endParaRPr lang="fr-FR" sz="1600" dirty="0">
              <a:solidFill>
                <a:srgbClr val="242424"/>
              </a:solidFill>
              <a:latin typeface="+mj-lt"/>
            </a:endParaRPr>
          </a:p>
          <a:p>
            <a:pPr algn="just">
              <a:spcAft>
                <a:spcPts val="600"/>
              </a:spcAft>
              <a:buNone/>
            </a:pPr>
            <a:r>
              <a:rPr lang="fr-FR" sz="1600" b="0" i="0" dirty="0">
                <a:solidFill>
                  <a:srgbClr val="242424"/>
                </a:solidFill>
                <a:effectLst/>
                <a:latin typeface="+mj-lt"/>
              </a:rPr>
              <a:t>En parallèle de l’application Fiori, vous devez créer :</a:t>
            </a:r>
          </a:p>
          <a:p>
            <a:pPr marL="742950" lvl="1" indent="-285750" algn="just">
              <a:spcAft>
                <a:spcPts val="600"/>
              </a:spcAft>
              <a:buFont typeface="Wingdings" panose="05000000000000000000" pitchFamily="2" charset="2"/>
              <a:buChar char="Ø"/>
            </a:pPr>
            <a:r>
              <a:rPr lang="fr-FR" sz="1600" dirty="0">
                <a:solidFill>
                  <a:srgbClr val="242424"/>
                </a:solidFill>
                <a:latin typeface="+mj-lt"/>
              </a:rPr>
              <a:t>U</a:t>
            </a:r>
            <a:r>
              <a:rPr lang="fr-FR" sz="1600" b="0" i="0" dirty="0">
                <a:solidFill>
                  <a:srgbClr val="242424"/>
                </a:solidFill>
                <a:effectLst/>
                <a:latin typeface="+mj-lt"/>
              </a:rPr>
              <a:t>n </a:t>
            </a:r>
            <a:r>
              <a:rPr lang="fr-FR" sz="1600" b="1" i="0" dirty="0">
                <a:solidFill>
                  <a:srgbClr val="242424"/>
                </a:solidFill>
                <a:effectLst/>
                <a:latin typeface="+mj-lt"/>
              </a:rPr>
              <a:t>Joule </a:t>
            </a:r>
            <a:r>
              <a:rPr lang="fr-FR" sz="1600" b="1" dirty="0" err="1">
                <a:solidFill>
                  <a:srgbClr val="242424"/>
                </a:solidFill>
                <a:latin typeface="+mj-lt"/>
              </a:rPr>
              <a:t>S</a:t>
            </a:r>
            <a:r>
              <a:rPr lang="fr-FR" sz="1600" b="1" i="0" dirty="0" err="1">
                <a:solidFill>
                  <a:srgbClr val="242424"/>
                </a:solidFill>
                <a:effectLst/>
                <a:latin typeface="+mj-lt"/>
              </a:rPr>
              <a:t>kill</a:t>
            </a:r>
            <a:r>
              <a:rPr lang="fr-FR" sz="1600" b="1" i="0" dirty="0">
                <a:solidFill>
                  <a:srgbClr val="242424"/>
                </a:solidFill>
                <a:effectLst/>
                <a:latin typeface="+mj-lt"/>
              </a:rPr>
              <a:t> </a:t>
            </a:r>
            <a:r>
              <a:rPr lang="fr-FR" sz="1600" dirty="0">
                <a:solidFill>
                  <a:srgbClr val="242424"/>
                </a:solidFill>
              </a:rPr>
              <a:t>pour automatiser le blocage/déblocage d’un fournisseur depuis Joule</a:t>
            </a:r>
          </a:p>
          <a:p>
            <a:pPr marL="742950" lvl="1" indent="-285750" algn="just">
              <a:spcAft>
                <a:spcPts val="600"/>
              </a:spcAft>
              <a:buFont typeface="Wingdings" panose="05000000000000000000" pitchFamily="2" charset="2"/>
              <a:buChar char="Ø"/>
            </a:pPr>
            <a:r>
              <a:rPr lang="fr-FR" sz="1600" dirty="0">
                <a:solidFill>
                  <a:srgbClr val="242424"/>
                </a:solidFill>
                <a:latin typeface="+mj-lt"/>
              </a:rPr>
              <a:t>U</a:t>
            </a:r>
            <a:r>
              <a:rPr lang="fr-FR" sz="1600" b="0" i="0" dirty="0">
                <a:solidFill>
                  <a:srgbClr val="242424"/>
                </a:solidFill>
                <a:effectLst/>
                <a:latin typeface="+mj-lt"/>
              </a:rPr>
              <a:t>n </a:t>
            </a:r>
            <a:r>
              <a:rPr lang="fr-FR" sz="1600" b="1" i="0" dirty="0">
                <a:solidFill>
                  <a:srgbClr val="242424"/>
                </a:solidFill>
                <a:effectLst/>
                <a:latin typeface="+mj-lt"/>
              </a:rPr>
              <a:t>Joule Agent </a:t>
            </a:r>
            <a:r>
              <a:rPr lang="fr-FR" sz="1600" i="0" dirty="0">
                <a:solidFill>
                  <a:srgbClr val="242424"/>
                </a:solidFill>
                <a:effectLst/>
                <a:latin typeface="+mj-lt"/>
              </a:rPr>
              <a:t>pour</a:t>
            </a:r>
            <a:r>
              <a:rPr lang="fr-FR" sz="1600" b="1" i="0" dirty="0">
                <a:solidFill>
                  <a:srgbClr val="242424"/>
                </a:solidFill>
                <a:effectLst/>
                <a:latin typeface="+mj-lt"/>
              </a:rPr>
              <a:t> </a:t>
            </a:r>
            <a:r>
              <a:rPr lang="fr-FR" sz="1600" dirty="0"/>
              <a:t>obtenir des recommandations sur le statut d’un fournisseur via l’utilisation du modèle de </a:t>
            </a:r>
            <a:r>
              <a:rPr lang="fr-FR" sz="1600" dirty="0" err="1"/>
              <a:t>Perplexity</a:t>
            </a:r>
            <a:endParaRPr lang="fr-FR" sz="1600" dirty="0">
              <a:solidFill>
                <a:srgbClr val="242424"/>
              </a:solidFill>
            </a:endParaRPr>
          </a:p>
        </p:txBody>
      </p:sp>
      <p:cxnSp>
        <p:nvCxnSpPr>
          <p:cNvPr id="2" name="Straight Connector 1">
            <a:extLst>
              <a:ext uri="{FF2B5EF4-FFF2-40B4-BE49-F238E27FC236}">
                <a16:creationId xmlns:a16="http://schemas.microsoft.com/office/drawing/2014/main" id="{19FE085C-386D-6CF6-49F6-E2FED139D5EB}"/>
              </a:ext>
            </a:extLst>
          </p:cNvPr>
          <p:cNvCxnSpPr>
            <a:cxnSpLocks/>
          </p:cNvCxnSpPr>
          <p:nvPr/>
        </p:nvCxnSpPr>
        <p:spPr>
          <a:xfrm>
            <a:off x="4296000" y="6219595"/>
            <a:ext cx="3600000" cy="0"/>
          </a:xfrm>
          <a:prstGeom prst="line">
            <a:avLst/>
          </a:prstGeom>
          <a:ln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36F73D8-98C4-8801-519D-FE454751EF93}"/>
              </a:ext>
            </a:extLst>
          </p:cNvPr>
          <p:cNvSpPr>
            <a:spLocks noGrp="1"/>
          </p:cNvSpPr>
          <p:nvPr>
            <p:ph type="body" sz="quarter" idx="15"/>
          </p:nvPr>
        </p:nvSpPr>
        <p:spPr>
          <a:xfrm>
            <a:off x="492124" y="1032503"/>
            <a:ext cx="11206163" cy="184666"/>
          </a:xfrm>
        </p:spPr>
        <p:txBody>
          <a:bodyPr/>
          <a:lstStyle/>
          <a:p>
            <a:r>
              <a:rPr lang="fr-FR" dirty="0"/>
              <a:t>Hackathon AI For DEV – SAP </a:t>
            </a:r>
          </a:p>
        </p:txBody>
      </p:sp>
    </p:spTree>
    <p:extLst>
      <p:ext uri="{BB962C8B-B14F-4D97-AF65-F5344CB8AC3E}">
        <p14:creationId xmlns:p14="http://schemas.microsoft.com/office/powerpoint/2010/main" val="186178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6140F-FDBF-2D58-4782-8D649D7FF5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726D81-40CD-74EA-AB23-1E219170BF3E}"/>
              </a:ext>
            </a:extLst>
          </p:cNvPr>
          <p:cNvSpPr>
            <a:spLocks noGrp="1"/>
          </p:cNvSpPr>
          <p:nvPr>
            <p:ph type="title"/>
          </p:nvPr>
        </p:nvSpPr>
        <p:spPr/>
        <p:txBody>
          <a:bodyPr/>
          <a:lstStyle/>
          <a:p>
            <a:r>
              <a:rPr lang="fr-FR" dirty="0">
                <a:latin typeface="LVMH" panose="02000000000000000000" pitchFamily="50" charset="0"/>
              </a:rPr>
              <a:t>Use case </a:t>
            </a:r>
            <a:r>
              <a:rPr lang="fr-FR" dirty="0">
                <a:latin typeface="LVMH" panose="02000000000000000000" pitchFamily="50" charset="0"/>
                <a:sym typeface="Wingdings" panose="05000000000000000000" pitchFamily="2" charset="2"/>
              </a:rPr>
              <a:t># “Long </a:t>
            </a:r>
            <a:r>
              <a:rPr lang="fr-FR" dirty="0" err="1">
                <a:latin typeface="LVMH" panose="02000000000000000000" pitchFamily="50" charset="0"/>
                <a:sym typeface="Wingdings" panose="05000000000000000000" pitchFamily="2" charset="2"/>
              </a:rPr>
              <a:t>tail</a:t>
            </a:r>
            <a:r>
              <a:rPr lang="fr-FR" dirty="0">
                <a:solidFill>
                  <a:srgbClr val="242424"/>
                </a:solidFill>
                <a:latin typeface="LVMH" panose="02000000000000000000" pitchFamily="50" charset="0"/>
              </a:rPr>
              <a:t>“</a:t>
            </a:r>
            <a:r>
              <a:rPr lang="fr-FR" dirty="0">
                <a:latin typeface="LVMH" panose="02000000000000000000" pitchFamily="50" charset="0"/>
                <a:sym typeface="Wingdings" panose="05000000000000000000" pitchFamily="2" charset="2"/>
              </a:rPr>
              <a:t> </a:t>
            </a:r>
            <a:r>
              <a:rPr lang="fr-FR" dirty="0" err="1">
                <a:latin typeface="LVMH" panose="02000000000000000000" pitchFamily="50" charset="0"/>
                <a:sym typeface="Wingdings" panose="05000000000000000000" pitchFamily="2" charset="2"/>
              </a:rPr>
              <a:t>Vendor</a:t>
            </a:r>
            <a:r>
              <a:rPr lang="fr-FR" dirty="0">
                <a:latin typeface="LVMH" panose="02000000000000000000" pitchFamily="50" charset="0"/>
                <a:sym typeface="Wingdings" panose="05000000000000000000" pitchFamily="2" charset="2"/>
              </a:rPr>
              <a:t> Management</a:t>
            </a:r>
            <a:endParaRPr lang="fr-FR" dirty="0"/>
          </a:p>
        </p:txBody>
      </p:sp>
      <p:sp>
        <p:nvSpPr>
          <p:cNvPr id="4" name="Text Placeholder 3">
            <a:extLst>
              <a:ext uri="{FF2B5EF4-FFF2-40B4-BE49-F238E27FC236}">
                <a16:creationId xmlns:a16="http://schemas.microsoft.com/office/drawing/2014/main" id="{8393425F-3B07-0572-0B9F-58189D582858}"/>
              </a:ext>
            </a:extLst>
          </p:cNvPr>
          <p:cNvSpPr>
            <a:spLocks noGrp="1"/>
          </p:cNvSpPr>
          <p:nvPr>
            <p:ph type="body" sz="quarter" idx="15"/>
          </p:nvPr>
        </p:nvSpPr>
        <p:spPr>
          <a:xfrm>
            <a:off x="492124" y="1032503"/>
            <a:ext cx="11206163" cy="184666"/>
          </a:xfrm>
        </p:spPr>
        <p:txBody>
          <a:bodyPr/>
          <a:lstStyle/>
          <a:p>
            <a:r>
              <a:rPr lang="fr-FR" dirty="0"/>
              <a:t>Hackathon AI For DEV – SAP </a:t>
            </a:r>
          </a:p>
        </p:txBody>
      </p:sp>
      <p:sp>
        <p:nvSpPr>
          <p:cNvPr id="2" name="TextBox 1">
            <a:extLst>
              <a:ext uri="{FF2B5EF4-FFF2-40B4-BE49-F238E27FC236}">
                <a16:creationId xmlns:a16="http://schemas.microsoft.com/office/drawing/2014/main" id="{A80F6172-E4F7-8224-05C7-CA7A38DF67ED}"/>
              </a:ext>
            </a:extLst>
          </p:cNvPr>
          <p:cNvSpPr txBox="1"/>
          <p:nvPr/>
        </p:nvSpPr>
        <p:spPr>
          <a:xfrm>
            <a:off x="492125" y="1830107"/>
            <a:ext cx="11206162" cy="3600986"/>
          </a:xfrm>
          <a:prstGeom prst="rect">
            <a:avLst/>
          </a:prstGeom>
          <a:noFill/>
        </p:spPr>
        <p:txBody>
          <a:bodyPr wrap="square">
            <a:spAutoFit/>
          </a:bodyPr>
          <a:lstStyle/>
          <a:p>
            <a:pPr algn="just">
              <a:spcAft>
                <a:spcPts val="600"/>
              </a:spcAft>
              <a:buNone/>
            </a:pPr>
            <a:r>
              <a:rPr lang="fr-FR" b="1" u="sng" dirty="0">
                <a:solidFill>
                  <a:srgbClr val="242424"/>
                </a:solidFill>
                <a:latin typeface="LVMH Sans"/>
              </a:rPr>
              <a:t>La démarche</a:t>
            </a:r>
            <a:endParaRPr lang="fr-FR" sz="1600" b="1" u="sng" dirty="0">
              <a:solidFill>
                <a:srgbClr val="242424"/>
              </a:solidFill>
              <a:latin typeface="LVMH Sans"/>
            </a:endParaRPr>
          </a:p>
          <a:p>
            <a:pPr algn="just">
              <a:buNone/>
            </a:pPr>
            <a:r>
              <a:rPr lang="fr-FR" sz="1600" b="0" i="0" dirty="0">
                <a:solidFill>
                  <a:srgbClr val="242424"/>
                </a:solidFill>
                <a:effectLst/>
                <a:latin typeface="LVMH Sans"/>
              </a:rPr>
              <a:t>Pour traiter cette problématique, vous serez divisé en 2 équipes :</a:t>
            </a:r>
          </a:p>
          <a:p>
            <a:pPr algn="just">
              <a:buNone/>
            </a:pPr>
            <a:endParaRPr lang="fr-FR" sz="1600" dirty="0">
              <a:solidFill>
                <a:srgbClr val="242424"/>
              </a:solidFill>
              <a:latin typeface="LVMH Sans"/>
            </a:endParaRPr>
          </a:p>
          <a:p>
            <a:pPr marL="742950" lvl="1" indent="-285750">
              <a:spcAft>
                <a:spcPts val="600"/>
              </a:spcAft>
              <a:buFont typeface="Wingdings" panose="05000000000000000000" pitchFamily="2" charset="2"/>
              <a:buChar char="Ø"/>
            </a:pPr>
            <a:r>
              <a:rPr lang="fr-FR" sz="1600" i="1" dirty="0">
                <a:solidFill>
                  <a:srgbClr val="242424"/>
                </a:solidFill>
                <a:latin typeface="LVMH Sans"/>
              </a:rPr>
              <a:t>Equipe A -  Application Fiori (UI5 </a:t>
            </a:r>
            <a:r>
              <a:rPr lang="fr-FR" sz="1600" i="1" dirty="0" err="1">
                <a:solidFill>
                  <a:srgbClr val="242424"/>
                </a:solidFill>
                <a:latin typeface="LVMH Sans"/>
              </a:rPr>
              <a:t>elements</a:t>
            </a:r>
            <a:r>
              <a:rPr lang="fr-FR" sz="1600" i="1" dirty="0">
                <a:solidFill>
                  <a:srgbClr val="242424"/>
                </a:solidFill>
                <a:latin typeface="LVMH Sans"/>
              </a:rPr>
              <a:t>)</a:t>
            </a:r>
          </a:p>
          <a:p>
            <a:pPr lvl="1" algn="just">
              <a:spcAft>
                <a:spcPts val="600"/>
              </a:spcAft>
            </a:pPr>
            <a:r>
              <a:rPr lang="fr-FR" sz="1400" b="0" i="0" dirty="0">
                <a:solidFill>
                  <a:srgbClr val="242424"/>
                </a:solidFill>
                <a:effectLst/>
                <a:latin typeface="LVMH Sans" panose="02000000000000000000" pitchFamily="50" charset="0"/>
              </a:rPr>
              <a:t>Vous devez construire une application SAP CAP </a:t>
            </a:r>
            <a:r>
              <a:rPr lang="fr-FR" sz="1400" dirty="0"/>
              <a:t>avec </a:t>
            </a:r>
            <a:r>
              <a:rPr lang="fr-FR" sz="1400" b="1" dirty="0"/>
              <a:t>SAP Fiori </a:t>
            </a:r>
            <a:r>
              <a:rPr lang="fr-FR" sz="1400" b="1" dirty="0" err="1"/>
              <a:t>elements</a:t>
            </a:r>
            <a:r>
              <a:rPr lang="fr-FR" sz="1400" b="1" dirty="0"/>
              <a:t> (UI5).</a:t>
            </a:r>
            <a:r>
              <a:rPr lang="fr-FR" sz="1400" b="0" i="0" dirty="0">
                <a:solidFill>
                  <a:srgbClr val="242424"/>
                </a:solidFill>
                <a:effectLst/>
                <a:latin typeface="LVMH Sans" panose="02000000000000000000" pitchFamily="50" charset="0"/>
              </a:rPr>
              <a:t> Cette application </a:t>
            </a:r>
            <a:r>
              <a:rPr lang="fr-FR" sz="1400" dirty="0">
                <a:solidFill>
                  <a:srgbClr val="242424"/>
                </a:solidFill>
                <a:latin typeface="LVMH Sans" panose="02000000000000000000" pitchFamily="50" charset="0"/>
              </a:rPr>
              <a:t>est </a:t>
            </a:r>
            <a:r>
              <a:rPr lang="fr-FR" sz="1400" b="0" i="0" dirty="0">
                <a:solidFill>
                  <a:srgbClr val="242424"/>
                </a:solidFill>
                <a:effectLst/>
                <a:latin typeface="LVMH Sans" panose="02000000000000000000" pitchFamily="50" charset="0"/>
              </a:rPr>
              <a:t>un </a:t>
            </a:r>
            <a:r>
              <a:rPr lang="fr-FR" sz="1400" b="1" i="0" dirty="0">
                <a:solidFill>
                  <a:srgbClr val="242424"/>
                </a:solidFill>
                <a:effectLst/>
                <a:latin typeface="LVMH Sans" panose="02000000000000000000" pitchFamily="50" charset="0"/>
              </a:rPr>
              <a:t>cockpit “Long Tail </a:t>
            </a:r>
            <a:r>
              <a:rPr lang="fr-FR" sz="1400" b="1" i="0" dirty="0" err="1">
                <a:solidFill>
                  <a:srgbClr val="242424"/>
                </a:solidFill>
                <a:effectLst/>
                <a:latin typeface="LVMH Sans" panose="02000000000000000000" pitchFamily="50" charset="0"/>
              </a:rPr>
              <a:t>Suppliers</a:t>
            </a:r>
            <a:r>
              <a:rPr lang="fr-FR" sz="1400" b="1" i="0" dirty="0">
                <a:solidFill>
                  <a:srgbClr val="242424"/>
                </a:solidFill>
                <a:effectLst/>
                <a:latin typeface="LVMH Sans" panose="02000000000000000000" pitchFamily="50" charset="0"/>
              </a:rPr>
              <a:t>” </a:t>
            </a:r>
            <a:r>
              <a:rPr lang="fr-FR" sz="1400" b="0" i="0" dirty="0">
                <a:solidFill>
                  <a:srgbClr val="242424"/>
                </a:solidFill>
                <a:effectLst/>
                <a:latin typeface="LVMH Sans" panose="02000000000000000000" pitchFamily="50" charset="0"/>
              </a:rPr>
              <a:t>: une liste des fournisseurs inactifs avec filtres, score et statuts (actif / à bloquer / à clôturer), une page détail pour comprendre rapidement la situation (commandes, factures, statut de paiement), quelques indicateurs graphiques, et des actions simples sans workflow (bloquer, débloquer, clôturer.</a:t>
            </a:r>
          </a:p>
          <a:p>
            <a:pPr>
              <a:buNone/>
            </a:pPr>
            <a:endParaRPr lang="fr-FR" sz="1600" dirty="0">
              <a:solidFill>
                <a:srgbClr val="242424"/>
              </a:solidFill>
              <a:latin typeface="LVMH Sans"/>
            </a:endParaRPr>
          </a:p>
          <a:p>
            <a:pPr marL="742950" lvl="1" indent="-285750" algn="just">
              <a:spcAft>
                <a:spcPts val="600"/>
              </a:spcAft>
              <a:buFont typeface="Wingdings" panose="05000000000000000000" pitchFamily="2" charset="2"/>
              <a:buChar char="Ø"/>
            </a:pPr>
            <a:r>
              <a:rPr lang="fr-FR" sz="1600" i="1" dirty="0">
                <a:solidFill>
                  <a:srgbClr val="242424"/>
                </a:solidFill>
                <a:latin typeface="LVMH Sans"/>
              </a:rPr>
              <a:t>Equipe B – Joule Studio (</a:t>
            </a:r>
            <a:r>
              <a:rPr lang="fr-FR" sz="1600" i="1" dirty="0" err="1">
                <a:solidFill>
                  <a:srgbClr val="242424"/>
                </a:solidFill>
                <a:latin typeface="LVMH Sans"/>
              </a:rPr>
              <a:t>Skill</a:t>
            </a:r>
            <a:r>
              <a:rPr lang="fr-FR" sz="1600" i="1" dirty="0">
                <a:solidFill>
                  <a:srgbClr val="242424"/>
                </a:solidFill>
                <a:latin typeface="LVMH Sans"/>
              </a:rPr>
              <a:t> &amp; Agent)</a:t>
            </a:r>
          </a:p>
          <a:p>
            <a:pPr lvl="1" algn="just">
              <a:spcAft>
                <a:spcPts val="600"/>
              </a:spcAft>
            </a:pPr>
            <a:r>
              <a:rPr lang="fr-FR" sz="1400" dirty="0"/>
              <a:t>Vous travaillerez dans </a:t>
            </a:r>
            <a:r>
              <a:rPr lang="fr-FR" sz="1400" b="1" dirty="0"/>
              <a:t>Joule Studio</a:t>
            </a:r>
            <a:r>
              <a:rPr lang="fr-FR" sz="1400" b="0" i="0" dirty="0">
                <a:solidFill>
                  <a:srgbClr val="242424"/>
                </a:solidFill>
                <a:effectLst/>
                <a:latin typeface="LVMH Sans" panose="02000000000000000000" pitchFamily="50" charset="0"/>
              </a:rPr>
              <a:t> pour </a:t>
            </a:r>
            <a:r>
              <a:rPr lang="fr-FR" sz="1400" dirty="0">
                <a:solidFill>
                  <a:srgbClr val="242424"/>
                </a:solidFill>
                <a:latin typeface="LVMH Sans" panose="02000000000000000000" pitchFamily="50" charset="0"/>
              </a:rPr>
              <a:t>construire un </a:t>
            </a:r>
            <a:r>
              <a:rPr lang="fr-FR" sz="1400" b="1" dirty="0">
                <a:solidFill>
                  <a:srgbClr val="242424"/>
                </a:solidFill>
                <a:latin typeface="LVMH Sans" panose="02000000000000000000" pitchFamily="50" charset="0"/>
              </a:rPr>
              <a:t>Joule </a:t>
            </a:r>
            <a:r>
              <a:rPr lang="fr-FR" sz="1400" b="1" dirty="0" err="1">
                <a:solidFill>
                  <a:srgbClr val="242424"/>
                </a:solidFill>
                <a:latin typeface="LVMH Sans" panose="02000000000000000000" pitchFamily="50" charset="0"/>
              </a:rPr>
              <a:t>Skill</a:t>
            </a:r>
            <a:r>
              <a:rPr lang="fr-FR" sz="1400" b="1" dirty="0">
                <a:solidFill>
                  <a:srgbClr val="242424"/>
                </a:solidFill>
                <a:latin typeface="LVMH Sans" panose="02000000000000000000" pitchFamily="50" charset="0"/>
              </a:rPr>
              <a:t> </a:t>
            </a:r>
            <a:r>
              <a:rPr lang="fr-FR" sz="1400" dirty="0">
                <a:solidFill>
                  <a:srgbClr val="242424"/>
                </a:solidFill>
                <a:latin typeface="LVMH Sans" panose="02000000000000000000" pitchFamily="50" charset="0"/>
              </a:rPr>
              <a:t>qui exécute les actions (bloquer/débloquer) sur demande, avec vérifications de base et </a:t>
            </a:r>
            <a:r>
              <a:rPr lang="fr-FR" sz="1400" b="0" i="0" dirty="0">
                <a:solidFill>
                  <a:srgbClr val="242424"/>
                </a:solidFill>
                <a:effectLst/>
                <a:latin typeface="LVMH Sans" panose="02000000000000000000" pitchFamily="50" charset="0"/>
              </a:rPr>
              <a:t>un </a:t>
            </a:r>
            <a:r>
              <a:rPr lang="fr-FR" sz="1400" b="1" i="0" dirty="0">
                <a:solidFill>
                  <a:srgbClr val="242424"/>
                </a:solidFill>
                <a:effectLst/>
                <a:latin typeface="LVMH Sans" panose="02000000000000000000" pitchFamily="50" charset="0"/>
              </a:rPr>
              <a:t>Joule Agent </a:t>
            </a:r>
            <a:r>
              <a:rPr lang="fr-FR" sz="1400" b="0" i="0" dirty="0">
                <a:solidFill>
                  <a:srgbClr val="242424"/>
                </a:solidFill>
                <a:effectLst/>
                <a:latin typeface="LVMH Sans" panose="02000000000000000000" pitchFamily="50" charset="0"/>
              </a:rPr>
              <a:t>qui recommande le statut d’un fournisseur et explique pourquoi (résultat structuré réutilisable dans l’app).</a:t>
            </a:r>
          </a:p>
          <a:p>
            <a:pPr lvl="1" algn="just">
              <a:spcAft>
                <a:spcPts val="600"/>
              </a:spcAft>
            </a:pPr>
            <a:endParaRPr lang="fr-FR" sz="1400" dirty="0">
              <a:solidFill>
                <a:srgbClr val="242424"/>
              </a:solidFill>
              <a:latin typeface="+mj-lt"/>
            </a:endParaRPr>
          </a:p>
          <a:p>
            <a:pPr algn="just">
              <a:spcAft>
                <a:spcPts val="600"/>
              </a:spcAft>
            </a:pPr>
            <a:r>
              <a:rPr lang="fr-FR" sz="1600" b="1" i="0" dirty="0">
                <a:solidFill>
                  <a:srgbClr val="242424"/>
                </a:solidFill>
                <a:effectLst/>
                <a:latin typeface="LVMH Sans"/>
              </a:rPr>
              <a:t>Les deux équipes feront converger leur travail afin d’intégrer au sein de l’application Fiori les </a:t>
            </a:r>
            <a:r>
              <a:rPr lang="fr-FR" sz="1600" b="1" i="0" dirty="0" err="1">
                <a:solidFill>
                  <a:srgbClr val="242424"/>
                </a:solidFill>
                <a:effectLst/>
                <a:latin typeface="LVMH Sans"/>
              </a:rPr>
              <a:t>Skill</a:t>
            </a:r>
            <a:r>
              <a:rPr lang="fr-FR" sz="1600" b="1" i="0" dirty="0">
                <a:solidFill>
                  <a:srgbClr val="242424"/>
                </a:solidFill>
                <a:effectLst/>
                <a:latin typeface="LVMH Sans"/>
              </a:rPr>
              <a:t> et Agent Joule développés.</a:t>
            </a:r>
            <a:endParaRPr lang="fr-FR" sz="1600" b="1" dirty="0">
              <a:solidFill>
                <a:srgbClr val="242424"/>
              </a:solidFill>
              <a:latin typeface="+mj-lt"/>
            </a:endParaRPr>
          </a:p>
        </p:txBody>
      </p:sp>
      <p:cxnSp>
        <p:nvCxnSpPr>
          <p:cNvPr id="6" name="Straight Connector 5">
            <a:extLst>
              <a:ext uri="{FF2B5EF4-FFF2-40B4-BE49-F238E27FC236}">
                <a16:creationId xmlns:a16="http://schemas.microsoft.com/office/drawing/2014/main" id="{57F372FD-2BD2-3D1E-1AD8-E33FB9311F2F}"/>
              </a:ext>
            </a:extLst>
          </p:cNvPr>
          <p:cNvCxnSpPr>
            <a:cxnSpLocks/>
          </p:cNvCxnSpPr>
          <p:nvPr/>
        </p:nvCxnSpPr>
        <p:spPr>
          <a:xfrm>
            <a:off x="4296000" y="5913102"/>
            <a:ext cx="3600000" cy="0"/>
          </a:xfrm>
          <a:prstGeom prst="line">
            <a:avLst/>
          </a:prstGeom>
          <a:ln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446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9E64F-9F1F-AB50-D2A4-553544CB99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D0546B-B557-3819-71F1-B093B6462B8F}"/>
              </a:ext>
            </a:extLst>
          </p:cNvPr>
          <p:cNvSpPr>
            <a:spLocks noGrp="1"/>
          </p:cNvSpPr>
          <p:nvPr>
            <p:ph type="title"/>
          </p:nvPr>
        </p:nvSpPr>
        <p:spPr/>
        <p:txBody>
          <a:bodyPr/>
          <a:lstStyle/>
          <a:p>
            <a:r>
              <a:rPr lang="fr-FR" dirty="0">
                <a:latin typeface="LVMH" panose="02000000000000000000" pitchFamily="50" charset="0"/>
              </a:rPr>
              <a:t>Use case </a:t>
            </a:r>
            <a:r>
              <a:rPr lang="fr-FR" dirty="0">
                <a:latin typeface="LVMH" panose="02000000000000000000" pitchFamily="50" charset="0"/>
                <a:sym typeface="Wingdings" panose="05000000000000000000" pitchFamily="2" charset="2"/>
              </a:rPr>
              <a:t># “Long </a:t>
            </a:r>
            <a:r>
              <a:rPr lang="fr-FR" dirty="0" err="1">
                <a:latin typeface="LVMH" panose="02000000000000000000" pitchFamily="50" charset="0"/>
                <a:sym typeface="Wingdings" panose="05000000000000000000" pitchFamily="2" charset="2"/>
              </a:rPr>
              <a:t>tail</a:t>
            </a:r>
            <a:r>
              <a:rPr lang="fr-FR" dirty="0">
                <a:solidFill>
                  <a:srgbClr val="242424"/>
                </a:solidFill>
                <a:latin typeface="LVMH" panose="02000000000000000000" pitchFamily="50" charset="0"/>
              </a:rPr>
              <a:t>“</a:t>
            </a:r>
            <a:r>
              <a:rPr lang="fr-FR" dirty="0">
                <a:latin typeface="LVMH" panose="02000000000000000000" pitchFamily="50" charset="0"/>
                <a:sym typeface="Wingdings" panose="05000000000000000000" pitchFamily="2" charset="2"/>
              </a:rPr>
              <a:t> </a:t>
            </a:r>
            <a:r>
              <a:rPr lang="fr-FR" dirty="0" err="1">
                <a:latin typeface="LVMH" panose="02000000000000000000" pitchFamily="50" charset="0"/>
                <a:sym typeface="Wingdings" panose="05000000000000000000" pitchFamily="2" charset="2"/>
              </a:rPr>
              <a:t>Vendor</a:t>
            </a:r>
            <a:r>
              <a:rPr lang="fr-FR" dirty="0">
                <a:latin typeface="LVMH" panose="02000000000000000000" pitchFamily="50" charset="0"/>
                <a:sym typeface="Wingdings" panose="05000000000000000000" pitchFamily="2" charset="2"/>
              </a:rPr>
              <a:t> Management</a:t>
            </a:r>
            <a:endParaRPr lang="fr-FR" dirty="0"/>
          </a:p>
        </p:txBody>
      </p:sp>
      <p:sp>
        <p:nvSpPr>
          <p:cNvPr id="4" name="Text Placeholder 3">
            <a:extLst>
              <a:ext uri="{FF2B5EF4-FFF2-40B4-BE49-F238E27FC236}">
                <a16:creationId xmlns:a16="http://schemas.microsoft.com/office/drawing/2014/main" id="{0FA28052-F237-B46B-ED11-3E5AF0457988}"/>
              </a:ext>
            </a:extLst>
          </p:cNvPr>
          <p:cNvSpPr>
            <a:spLocks noGrp="1"/>
          </p:cNvSpPr>
          <p:nvPr>
            <p:ph type="body" sz="quarter" idx="15"/>
          </p:nvPr>
        </p:nvSpPr>
        <p:spPr>
          <a:xfrm>
            <a:off x="492124" y="1032503"/>
            <a:ext cx="11206163" cy="184666"/>
          </a:xfrm>
        </p:spPr>
        <p:txBody>
          <a:bodyPr/>
          <a:lstStyle/>
          <a:p>
            <a:r>
              <a:rPr lang="fr-FR" dirty="0"/>
              <a:t>Hackathon AI For DEV – SAP </a:t>
            </a:r>
          </a:p>
        </p:txBody>
      </p:sp>
      <p:cxnSp>
        <p:nvCxnSpPr>
          <p:cNvPr id="6" name="Straight Connector 5">
            <a:extLst>
              <a:ext uri="{FF2B5EF4-FFF2-40B4-BE49-F238E27FC236}">
                <a16:creationId xmlns:a16="http://schemas.microsoft.com/office/drawing/2014/main" id="{CE7AB1DD-A89E-27D9-F2A8-00D862807D54}"/>
              </a:ext>
            </a:extLst>
          </p:cNvPr>
          <p:cNvCxnSpPr>
            <a:cxnSpLocks/>
          </p:cNvCxnSpPr>
          <p:nvPr/>
        </p:nvCxnSpPr>
        <p:spPr>
          <a:xfrm>
            <a:off x="4296000" y="6292423"/>
            <a:ext cx="3600000" cy="0"/>
          </a:xfrm>
          <a:prstGeom prst="line">
            <a:avLst/>
          </a:prstGeom>
          <a:ln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FA4DAE5-BBAD-02A6-FDE8-2A9D6083A4AE}"/>
              </a:ext>
            </a:extLst>
          </p:cNvPr>
          <p:cNvSpPr txBox="1"/>
          <p:nvPr/>
        </p:nvSpPr>
        <p:spPr>
          <a:xfrm>
            <a:off x="492125" y="1830107"/>
            <a:ext cx="11206162" cy="4062651"/>
          </a:xfrm>
          <a:prstGeom prst="rect">
            <a:avLst/>
          </a:prstGeom>
          <a:noFill/>
        </p:spPr>
        <p:txBody>
          <a:bodyPr wrap="square">
            <a:spAutoFit/>
          </a:bodyPr>
          <a:lstStyle/>
          <a:p>
            <a:pPr algn="just">
              <a:spcAft>
                <a:spcPts val="600"/>
              </a:spcAft>
              <a:buNone/>
            </a:pPr>
            <a:r>
              <a:rPr lang="fr-FR" sz="1600" b="1" u="sng" dirty="0">
                <a:solidFill>
                  <a:srgbClr val="242424"/>
                </a:solidFill>
                <a:latin typeface="LVMH Sans"/>
              </a:rPr>
              <a:t>Outils</a:t>
            </a:r>
          </a:p>
          <a:p>
            <a:pPr algn="just">
              <a:buNone/>
            </a:pPr>
            <a:endParaRPr lang="fr-FR" sz="1600" dirty="0">
              <a:solidFill>
                <a:srgbClr val="242424"/>
              </a:solidFill>
              <a:latin typeface="LVMH Sans"/>
            </a:endParaRPr>
          </a:p>
          <a:p>
            <a:pPr marL="742950" lvl="1" indent="-285750">
              <a:spcAft>
                <a:spcPts val="600"/>
              </a:spcAft>
              <a:buFont typeface="Wingdings" panose="05000000000000000000" pitchFamily="2" charset="2"/>
              <a:buChar char="Ø"/>
            </a:pPr>
            <a:r>
              <a:rPr lang="fr-FR" sz="1600" i="1" dirty="0">
                <a:solidFill>
                  <a:srgbClr val="242424"/>
                </a:solidFill>
                <a:latin typeface="LVMH Sans"/>
              </a:rPr>
              <a:t>Equipe A</a:t>
            </a:r>
          </a:p>
          <a:p>
            <a:pPr marL="1200150" lvl="2" indent="-285750">
              <a:spcAft>
                <a:spcPts val="600"/>
              </a:spcAft>
              <a:buFont typeface="Wingdings" panose="05000000000000000000" pitchFamily="2" charset="2"/>
              <a:buChar char="Ø"/>
            </a:pPr>
            <a:r>
              <a:rPr lang="fr-FR" sz="1600" dirty="0">
                <a:solidFill>
                  <a:srgbClr val="242424"/>
                </a:solidFill>
                <a:latin typeface="LVMH Sans"/>
              </a:rPr>
              <a:t>SAP </a:t>
            </a:r>
            <a:r>
              <a:rPr lang="fr-FR" sz="1600" dirty="0" err="1">
                <a:solidFill>
                  <a:srgbClr val="242424"/>
                </a:solidFill>
                <a:latin typeface="LVMH Sans"/>
              </a:rPr>
              <a:t>Build</a:t>
            </a:r>
            <a:r>
              <a:rPr lang="fr-FR" sz="1600" dirty="0">
                <a:solidFill>
                  <a:srgbClr val="242424"/>
                </a:solidFill>
                <a:latin typeface="LVMH Sans"/>
              </a:rPr>
              <a:t>/Business Application Studio</a:t>
            </a:r>
          </a:p>
          <a:p>
            <a:pPr marL="1200150" lvl="2" indent="-285750">
              <a:spcAft>
                <a:spcPts val="600"/>
              </a:spcAft>
              <a:buFont typeface="Wingdings" panose="05000000000000000000" pitchFamily="2" charset="2"/>
              <a:buChar char="Ø"/>
            </a:pPr>
            <a:r>
              <a:rPr lang="fr-FR" sz="1600" dirty="0" err="1">
                <a:solidFill>
                  <a:srgbClr val="242424"/>
                </a:solidFill>
                <a:latin typeface="LVMH Sans"/>
              </a:rPr>
              <a:t>Figma</a:t>
            </a:r>
            <a:endParaRPr lang="fr-FR" sz="1600" dirty="0">
              <a:solidFill>
                <a:srgbClr val="242424"/>
              </a:solidFill>
              <a:latin typeface="LVMH Sans"/>
            </a:endParaRPr>
          </a:p>
          <a:p>
            <a:pPr marL="1200150" lvl="2" indent="-285750">
              <a:spcAft>
                <a:spcPts val="600"/>
              </a:spcAft>
              <a:buFont typeface="Wingdings" panose="05000000000000000000" pitchFamily="2" charset="2"/>
              <a:buChar char="Ø"/>
            </a:pPr>
            <a:r>
              <a:rPr lang="fr-FR" sz="1600" dirty="0">
                <a:solidFill>
                  <a:srgbClr val="242424"/>
                </a:solidFill>
                <a:latin typeface="LVMH Sans"/>
              </a:rPr>
              <a:t>Template spécification Word</a:t>
            </a:r>
          </a:p>
          <a:p>
            <a:pPr marL="1200150" lvl="2" indent="-285750">
              <a:spcAft>
                <a:spcPts val="600"/>
              </a:spcAft>
              <a:buFont typeface="Wingdings" panose="05000000000000000000" pitchFamily="2" charset="2"/>
              <a:buChar char="Ø"/>
            </a:pPr>
            <a:r>
              <a:rPr lang="fr-FR" sz="1600" dirty="0">
                <a:solidFill>
                  <a:srgbClr val="242424"/>
                </a:solidFill>
                <a:latin typeface="LVMH Sans"/>
              </a:rPr>
              <a:t>Claude Code</a:t>
            </a:r>
          </a:p>
          <a:p>
            <a:pPr marL="1200150" lvl="2" indent="-285750">
              <a:spcAft>
                <a:spcPts val="600"/>
              </a:spcAft>
              <a:buFont typeface="Wingdings" panose="05000000000000000000" pitchFamily="2" charset="2"/>
              <a:buChar char="Ø"/>
            </a:pPr>
            <a:r>
              <a:rPr lang="fr-FR" sz="1600" dirty="0">
                <a:solidFill>
                  <a:srgbClr val="242424"/>
                </a:solidFill>
                <a:latin typeface="LVMH Sans"/>
              </a:rPr>
              <a:t>Repository GitHub </a:t>
            </a:r>
            <a:r>
              <a:rPr lang="fr-FR" sz="1400" i="1" dirty="0">
                <a:solidFill>
                  <a:srgbClr val="242424"/>
                </a:solidFill>
                <a:latin typeface="LVMH Sans"/>
              </a:rPr>
              <a:t>(présentation &amp; pas-à-pas de l’exercice)</a:t>
            </a:r>
            <a:endParaRPr lang="fr-FR" sz="1600" i="1" dirty="0">
              <a:solidFill>
                <a:srgbClr val="242424"/>
              </a:solidFill>
              <a:latin typeface="LVMH Sans"/>
            </a:endParaRPr>
          </a:p>
          <a:p>
            <a:pPr>
              <a:buNone/>
            </a:pPr>
            <a:endParaRPr lang="fr-FR" sz="1600" dirty="0">
              <a:solidFill>
                <a:srgbClr val="242424"/>
              </a:solidFill>
              <a:latin typeface="LVMH Sans"/>
            </a:endParaRPr>
          </a:p>
          <a:p>
            <a:pPr marL="742950" lvl="1" indent="-285750" algn="just">
              <a:spcAft>
                <a:spcPts val="600"/>
              </a:spcAft>
              <a:buFont typeface="Wingdings" panose="05000000000000000000" pitchFamily="2" charset="2"/>
              <a:buChar char="Ø"/>
            </a:pPr>
            <a:r>
              <a:rPr lang="fr-FR" sz="1600" i="1" dirty="0">
                <a:solidFill>
                  <a:srgbClr val="242424"/>
                </a:solidFill>
                <a:latin typeface="LVMH Sans"/>
              </a:rPr>
              <a:t>Equipe B</a:t>
            </a:r>
          </a:p>
          <a:p>
            <a:pPr marL="1200150" lvl="2" indent="-285750">
              <a:spcAft>
                <a:spcPts val="600"/>
              </a:spcAft>
              <a:buFont typeface="Wingdings" panose="05000000000000000000" pitchFamily="2" charset="2"/>
              <a:buChar char="Ø"/>
            </a:pPr>
            <a:r>
              <a:rPr lang="fr-FR" sz="1600" dirty="0">
                <a:solidFill>
                  <a:srgbClr val="242424"/>
                </a:solidFill>
                <a:latin typeface="LVMH Sans"/>
              </a:rPr>
              <a:t>SAP </a:t>
            </a:r>
            <a:r>
              <a:rPr lang="fr-FR" sz="1600" dirty="0" err="1">
                <a:solidFill>
                  <a:srgbClr val="242424"/>
                </a:solidFill>
                <a:latin typeface="LVMH Sans"/>
              </a:rPr>
              <a:t>Build</a:t>
            </a:r>
            <a:endParaRPr lang="fr-FR" sz="1600" dirty="0">
              <a:solidFill>
                <a:srgbClr val="242424"/>
              </a:solidFill>
              <a:latin typeface="LVMH Sans"/>
            </a:endParaRPr>
          </a:p>
          <a:p>
            <a:pPr marL="1200150" lvl="2" indent="-285750">
              <a:spcAft>
                <a:spcPts val="600"/>
              </a:spcAft>
              <a:buFont typeface="Wingdings" panose="05000000000000000000" pitchFamily="2" charset="2"/>
              <a:buChar char="Ø"/>
            </a:pPr>
            <a:r>
              <a:rPr lang="fr-FR" sz="1600" dirty="0">
                <a:solidFill>
                  <a:srgbClr val="242424"/>
                </a:solidFill>
                <a:latin typeface="LVMH Sans"/>
              </a:rPr>
              <a:t>Claude Code</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fr-FR" sz="1600" b="0" i="0" u="none" strike="noStrike" kern="1200" cap="none" spc="0" normalizeH="0" baseline="0" noProof="0" dirty="0">
                <a:ln>
                  <a:noFill/>
                </a:ln>
                <a:solidFill>
                  <a:srgbClr val="242424"/>
                </a:solidFill>
                <a:effectLst/>
                <a:uLnTx/>
                <a:uFillTx/>
                <a:latin typeface="LVMH Sans"/>
                <a:ea typeface="+mn-ea"/>
                <a:cs typeface="+mn-cs"/>
              </a:rPr>
              <a:t>Repository GitHub </a:t>
            </a:r>
            <a:r>
              <a:rPr kumimoji="0" lang="fr-FR" sz="1400" b="0" i="1" u="none" strike="noStrike" kern="1200" cap="none" spc="0" normalizeH="0" baseline="0" noProof="0" dirty="0">
                <a:ln>
                  <a:noFill/>
                </a:ln>
                <a:solidFill>
                  <a:srgbClr val="242424"/>
                </a:solidFill>
                <a:effectLst/>
                <a:uLnTx/>
                <a:uFillTx/>
                <a:latin typeface="LVMH Sans"/>
                <a:ea typeface="+mn-ea"/>
                <a:cs typeface="+mn-cs"/>
              </a:rPr>
              <a:t>(présentation &amp; pas-à-pas de l’exercice)</a:t>
            </a:r>
            <a:endParaRPr kumimoji="0" lang="fr-FR" sz="1600" b="0" i="1" u="none" strike="noStrike" kern="1200" cap="none" spc="0" normalizeH="0" baseline="0" noProof="0" dirty="0">
              <a:ln>
                <a:noFill/>
              </a:ln>
              <a:solidFill>
                <a:srgbClr val="242424"/>
              </a:solidFill>
              <a:effectLst/>
              <a:uLnTx/>
              <a:uFillTx/>
              <a:latin typeface="LVMH Sans"/>
              <a:ea typeface="+mn-ea"/>
              <a:cs typeface="+mn-cs"/>
            </a:endParaRPr>
          </a:p>
        </p:txBody>
      </p:sp>
    </p:spTree>
    <p:extLst>
      <p:ext uri="{BB962C8B-B14F-4D97-AF65-F5344CB8AC3E}">
        <p14:creationId xmlns:p14="http://schemas.microsoft.com/office/powerpoint/2010/main" val="2634915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39EE-1226-16C9-A7C6-C6380EFF62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8D623BC-FCF7-5BA7-318F-8AEE1A6AFF13}"/>
              </a:ext>
            </a:extLst>
          </p:cNvPr>
          <p:cNvSpPr>
            <a:spLocks noGrp="1"/>
          </p:cNvSpPr>
          <p:nvPr>
            <p:ph type="body" sz="quarter" idx="11"/>
          </p:nvPr>
        </p:nvSpPr>
        <p:spPr/>
        <p:txBody>
          <a:bodyPr/>
          <a:lstStyle/>
          <a:p>
            <a:endParaRPr lang="fr-FR"/>
          </a:p>
        </p:txBody>
      </p:sp>
      <p:sp>
        <p:nvSpPr>
          <p:cNvPr id="3" name="Title 2">
            <a:extLst>
              <a:ext uri="{FF2B5EF4-FFF2-40B4-BE49-F238E27FC236}">
                <a16:creationId xmlns:a16="http://schemas.microsoft.com/office/drawing/2014/main" id="{830B683C-A196-394C-7171-0E82CEEB0A75}"/>
              </a:ext>
            </a:extLst>
          </p:cNvPr>
          <p:cNvSpPr>
            <a:spLocks noGrp="1"/>
          </p:cNvSpPr>
          <p:nvPr>
            <p:ph type="title"/>
          </p:nvPr>
        </p:nvSpPr>
        <p:spPr/>
        <p:txBody>
          <a:bodyPr/>
          <a:lstStyle/>
          <a:p>
            <a:r>
              <a:rPr lang="fr-FR" dirty="0"/>
              <a:t>Use case</a:t>
            </a:r>
            <a:br>
              <a:rPr lang="fr-FR" dirty="0"/>
            </a:br>
            <a:r>
              <a:rPr lang="fr-FR" dirty="0"/>
              <a:t>Equipe A – Apps Fiori</a:t>
            </a:r>
          </a:p>
        </p:txBody>
      </p:sp>
      <p:sp>
        <p:nvSpPr>
          <p:cNvPr id="4" name="Text Placeholder 3">
            <a:extLst>
              <a:ext uri="{FF2B5EF4-FFF2-40B4-BE49-F238E27FC236}">
                <a16:creationId xmlns:a16="http://schemas.microsoft.com/office/drawing/2014/main" id="{CAFB3C48-CE05-D13A-B143-3186F080D4AE}"/>
              </a:ext>
            </a:extLst>
          </p:cNvPr>
          <p:cNvSpPr>
            <a:spLocks noGrp="1"/>
          </p:cNvSpPr>
          <p:nvPr>
            <p:ph type="body" sz="quarter" idx="15"/>
          </p:nvPr>
        </p:nvSpPr>
        <p:spPr/>
        <p:txBody>
          <a:bodyPr/>
          <a:lstStyle/>
          <a:p>
            <a:endParaRPr lang="fr-FR"/>
          </a:p>
        </p:txBody>
      </p:sp>
      <p:sp>
        <p:nvSpPr>
          <p:cNvPr id="5" name="Date Placeholder 4">
            <a:extLst>
              <a:ext uri="{FF2B5EF4-FFF2-40B4-BE49-F238E27FC236}">
                <a16:creationId xmlns:a16="http://schemas.microsoft.com/office/drawing/2014/main" id="{6DA6E619-F48D-E8BF-3224-A59F5112834A}"/>
              </a:ext>
            </a:extLst>
          </p:cNvPr>
          <p:cNvSpPr>
            <a:spLocks noGrp="1"/>
          </p:cNvSpPr>
          <p:nvPr>
            <p:ph type="dt" sz="half" idx="21"/>
          </p:nvPr>
        </p:nvSpPr>
        <p:spPr/>
        <p:txBody>
          <a:bodyPr/>
          <a:lstStyle/>
          <a:p>
            <a:fld id="{E03C8094-C778-4021-9D22-480B17150894}" type="datetime1">
              <a:rPr lang="en-US" smtClean="0"/>
              <a:t>4/1/2026</a:t>
            </a:fld>
            <a:endParaRPr lang="en-US"/>
          </a:p>
        </p:txBody>
      </p:sp>
    </p:spTree>
    <p:extLst>
      <p:ext uri="{BB962C8B-B14F-4D97-AF65-F5344CB8AC3E}">
        <p14:creationId xmlns:p14="http://schemas.microsoft.com/office/powerpoint/2010/main" val="414861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73C6-EAD4-7AF2-09F7-72657C3893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BBEAB8-3611-4B59-9F11-4DE29C00757F}"/>
              </a:ext>
            </a:extLst>
          </p:cNvPr>
          <p:cNvSpPr>
            <a:spLocks noGrp="1"/>
          </p:cNvSpPr>
          <p:nvPr>
            <p:ph type="title"/>
          </p:nvPr>
        </p:nvSpPr>
        <p:spPr/>
        <p:txBody>
          <a:bodyPr/>
          <a:lstStyle/>
          <a:p>
            <a:r>
              <a:rPr lang="fr-FR" dirty="0"/>
              <a:t>Equipe A – Application Fiori</a:t>
            </a:r>
          </a:p>
        </p:txBody>
      </p:sp>
      <p:sp>
        <p:nvSpPr>
          <p:cNvPr id="4" name="Text Placeholder 3">
            <a:extLst>
              <a:ext uri="{FF2B5EF4-FFF2-40B4-BE49-F238E27FC236}">
                <a16:creationId xmlns:a16="http://schemas.microsoft.com/office/drawing/2014/main" id="{86C30B22-B7A3-3DCA-4736-D1EC49AF5A05}"/>
              </a:ext>
            </a:extLst>
          </p:cNvPr>
          <p:cNvSpPr>
            <a:spLocks noGrp="1"/>
          </p:cNvSpPr>
          <p:nvPr>
            <p:ph type="body" sz="quarter" idx="15"/>
          </p:nvPr>
        </p:nvSpPr>
        <p:spPr>
          <a:xfrm>
            <a:off x="492124" y="1032503"/>
            <a:ext cx="11206163" cy="184666"/>
          </a:xfrm>
        </p:spPr>
        <p:txBody>
          <a:bodyPr/>
          <a:lstStyle/>
          <a:p>
            <a:r>
              <a:rPr lang="fr-FR" dirty="0"/>
              <a:t>Hackathon AI For DEV – SAP </a:t>
            </a:r>
          </a:p>
        </p:txBody>
      </p:sp>
      <p:graphicFrame>
        <p:nvGraphicFramePr>
          <p:cNvPr id="24" name="Table 23">
            <a:extLst>
              <a:ext uri="{FF2B5EF4-FFF2-40B4-BE49-F238E27FC236}">
                <a16:creationId xmlns:a16="http://schemas.microsoft.com/office/drawing/2014/main" id="{577BD708-8334-4A73-3434-29E675BE8679}"/>
              </a:ext>
            </a:extLst>
          </p:cNvPr>
          <p:cNvGraphicFramePr>
            <a:graphicFrameLocks noGrp="1"/>
          </p:cNvGraphicFramePr>
          <p:nvPr>
            <p:extLst>
              <p:ext uri="{D42A27DB-BD31-4B8C-83A1-F6EECF244321}">
                <p14:modId xmlns:p14="http://schemas.microsoft.com/office/powerpoint/2010/main" val="1096283556"/>
              </p:ext>
            </p:extLst>
          </p:nvPr>
        </p:nvGraphicFramePr>
        <p:xfrm>
          <a:off x="492122" y="1758808"/>
          <a:ext cx="11206164" cy="4465320"/>
        </p:xfrm>
        <a:graphic>
          <a:graphicData uri="http://schemas.openxmlformats.org/drawingml/2006/table">
            <a:tbl>
              <a:tblPr firstRow="1" bandRow="1">
                <a:tableStyleId>{10A1B5D5-9B99-4C35-A422-299274C87663}</a:tableStyleId>
              </a:tblPr>
              <a:tblGrid>
                <a:gridCol w="1294622">
                  <a:extLst>
                    <a:ext uri="{9D8B030D-6E8A-4147-A177-3AD203B41FA5}">
                      <a16:colId xmlns:a16="http://schemas.microsoft.com/office/drawing/2014/main" val="3182772168"/>
                    </a:ext>
                  </a:extLst>
                </a:gridCol>
                <a:gridCol w="9056583">
                  <a:extLst>
                    <a:ext uri="{9D8B030D-6E8A-4147-A177-3AD203B41FA5}">
                      <a16:colId xmlns:a16="http://schemas.microsoft.com/office/drawing/2014/main" val="3262483579"/>
                    </a:ext>
                  </a:extLst>
                </a:gridCol>
                <a:gridCol w="854959">
                  <a:extLst>
                    <a:ext uri="{9D8B030D-6E8A-4147-A177-3AD203B41FA5}">
                      <a16:colId xmlns:a16="http://schemas.microsoft.com/office/drawing/2014/main" val="3410409617"/>
                    </a:ext>
                  </a:extLst>
                </a:gridCol>
              </a:tblGrid>
              <a:tr h="220860">
                <a:tc>
                  <a:txBody>
                    <a:bodyPr/>
                    <a:lstStyle/>
                    <a:p>
                      <a:r>
                        <a:rPr lang="fr-FR" sz="1400" dirty="0">
                          <a:latin typeface="+mj-lt"/>
                        </a:rPr>
                        <a:t>Sprint</a:t>
                      </a:r>
                    </a:p>
                  </a:txBody>
                  <a:tcPr anchor="ctr"/>
                </a:tc>
                <a:tc>
                  <a:txBody>
                    <a:bodyPr/>
                    <a:lstStyle/>
                    <a:p>
                      <a:r>
                        <a:rPr lang="fr-FR" sz="1400" dirty="0">
                          <a:latin typeface="+mj-lt"/>
                        </a:rPr>
                        <a:t>Objectifs</a:t>
                      </a:r>
                    </a:p>
                  </a:txBody>
                  <a:tcPr anchor="ctr"/>
                </a:tc>
                <a:tc>
                  <a:txBody>
                    <a:bodyPr/>
                    <a:lstStyle/>
                    <a:p>
                      <a:r>
                        <a:rPr lang="fr-FR" sz="1400" dirty="0">
                          <a:latin typeface="+mj-lt"/>
                        </a:rPr>
                        <a:t>Durée</a:t>
                      </a:r>
                    </a:p>
                  </a:txBody>
                  <a:tcPr anchor="ctr"/>
                </a:tc>
                <a:extLst>
                  <a:ext uri="{0D108BD9-81ED-4DB2-BD59-A6C34878D82A}">
                    <a16:rowId xmlns:a16="http://schemas.microsoft.com/office/drawing/2014/main" val="3407203520"/>
                  </a:ext>
                </a:extLst>
              </a:tr>
              <a:tr h="370840">
                <a:tc>
                  <a:txBody>
                    <a:bodyPr/>
                    <a:lstStyle/>
                    <a:p>
                      <a:r>
                        <a:rPr lang="fr-FR" sz="1400" b="0" i="1" dirty="0">
                          <a:latin typeface="+mj-lt"/>
                        </a:rPr>
                        <a:t>Sprint 1</a:t>
                      </a:r>
                    </a:p>
                    <a:p>
                      <a:r>
                        <a:rPr lang="fr-FR" sz="1400" b="1" dirty="0">
                          <a:latin typeface="+mj-lt"/>
                        </a:rPr>
                        <a:t>Expression de besoin &amp; </a:t>
                      </a:r>
                      <a:r>
                        <a:rPr lang="fr-FR" sz="1400" b="1" dirty="0" err="1">
                          <a:latin typeface="+mj-lt"/>
                        </a:rPr>
                        <a:t>Mock</a:t>
                      </a:r>
                      <a:r>
                        <a:rPr lang="fr-FR" sz="1400" b="1" dirty="0">
                          <a:latin typeface="+mj-lt"/>
                        </a:rPr>
                        <a:t>-up</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Initialisation de la spécification avec les éléments principaux nécessaires :</a:t>
                      </a:r>
                    </a:p>
                    <a:p>
                      <a:pPr marL="628650" lvl="1" indent="-171450" algn="l">
                        <a:buFont typeface="Wingdings" panose="05000000000000000000" pitchFamily="2" charset="2"/>
                        <a:buChar char="Ø"/>
                      </a:pPr>
                      <a:r>
                        <a:rPr lang="fr-FR" sz="1400" b="0" i="0" dirty="0">
                          <a:solidFill>
                            <a:srgbClr val="242424"/>
                          </a:solidFill>
                          <a:effectLst/>
                          <a:latin typeface="+mj-lt"/>
                        </a:rPr>
                        <a:t>Objets nécessaires (et services/entités associés)</a:t>
                      </a:r>
                    </a:p>
                    <a:p>
                      <a:pPr marL="628650" lvl="1" indent="-171450" algn="l">
                        <a:buFont typeface="Wingdings" panose="05000000000000000000" pitchFamily="2" charset="2"/>
                        <a:buChar char="Ø"/>
                      </a:pPr>
                      <a:r>
                        <a:rPr lang="fr-FR" sz="1400" b="0" i="0" dirty="0">
                          <a:solidFill>
                            <a:srgbClr val="242424"/>
                          </a:solidFill>
                          <a:effectLst/>
                          <a:latin typeface="+mj-lt"/>
                        </a:rPr>
                        <a:t>Liste des champs (règle de gestion pour les champs calculés)</a:t>
                      </a:r>
                    </a:p>
                    <a:p>
                      <a:pPr marL="628650" lvl="1" indent="-171450" algn="l">
                        <a:buFont typeface="Wingdings" panose="05000000000000000000" pitchFamily="2" charset="2"/>
                        <a:buChar char="Ø"/>
                      </a:pPr>
                      <a:r>
                        <a:rPr lang="fr-FR" sz="1400" b="0" i="0" dirty="0">
                          <a:solidFill>
                            <a:srgbClr val="242424"/>
                          </a:solidFill>
                          <a:effectLst/>
                          <a:latin typeface="+mj-lt"/>
                        </a:rPr>
                        <a:t>Règles de sélection des données</a:t>
                      </a:r>
                    </a:p>
                    <a:p>
                      <a:pPr marL="628650" lvl="1" indent="-171450" algn="l">
                        <a:buFont typeface="Wingdings" panose="05000000000000000000" pitchFamily="2" charset="2"/>
                        <a:buChar char="Ø"/>
                      </a:pPr>
                      <a:r>
                        <a:rPr lang="fr-FR" sz="1400" b="0" i="0" dirty="0">
                          <a:solidFill>
                            <a:srgbClr val="242424"/>
                          </a:solidFill>
                          <a:effectLst/>
                          <a:latin typeface="+mj-lt"/>
                        </a:rPr>
                        <a:t>Critères de filtre (</a:t>
                      </a:r>
                      <a:r>
                        <a:rPr lang="fr-FR" sz="1400" b="0" i="1" dirty="0" err="1">
                          <a:solidFill>
                            <a:srgbClr val="242424"/>
                          </a:solidFill>
                          <a:effectLst/>
                          <a:latin typeface="+mj-lt"/>
                        </a:rPr>
                        <a:t>filter</a:t>
                      </a:r>
                      <a:r>
                        <a:rPr lang="fr-FR" sz="1400" b="0" i="1" dirty="0">
                          <a:solidFill>
                            <a:srgbClr val="242424"/>
                          </a:solidFill>
                          <a:effectLst/>
                          <a:latin typeface="+mj-lt"/>
                        </a:rPr>
                        <a:t> bar)</a:t>
                      </a:r>
                      <a:endParaRPr lang="fr-FR" sz="1400" b="0" i="0" dirty="0">
                        <a:solidFill>
                          <a:srgbClr val="242424"/>
                        </a:solidFill>
                        <a:effectLst/>
                        <a:latin typeface="+mj-lt"/>
                      </a:endParaRPr>
                    </a:p>
                    <a:p>
                      <a:pPr marL="171450" indent="-171450" algn="l">
                        <a:buFont typeface="Wingdings" panose="05000000000000000000" pitchFamily="2" charset="2"/>
                        <a:buChar char="Ø"/>
                      </a:pPr>
                      <a:r>
                        <a:rPr lang="fr-FR" sz="1400" b="0" i="0" dirty="0">
                          <a:solidFill>
                            <a:srgbClr val="242424"/>
                          </a:solidFill>
                          <a:effectLst/>
                          <a:latin typeface="+mj-lt"/>
                        </a:rPr>
                        <a:t>Création d’un </a:t>
                      </a:r>
                      <a:r>
                        <a:rPr lang="fr-FR" sz="1400" b="0" i="0" dirty="0" err="1">
                          <a:solidFill>
                            <a:srgbClr val="242424"/>
                          </a:solidFill>
                          <a:effectLst/>
                          <a:latin typeface="+mj-lt"/>
                        </a:rPr>
                        <a:t>mock</a:t>
                      </a:r>
                      <a:r>
                        <a:rPr lang="fr-FR" sz="1400" b="0" i="0" dirty="0">
                          <a:solidFill>
                            <a:srgbClr val="242424"/>
                          </a:solidFill>
                          <a:effectLst/>
                          <a:latin typeface="+mj-lt"/>
                        </a:rPr>
                        <a:t>-up (via </a:t>
                      </a:r>
                      <a:r>
                        <a:rPr lang="fr-FR" sz="1400" b="0" i="0" dirty="0" err="1">
                          <a:solidFill>
                            <a:srgbClr val="242424"/>
                          </a:solidFill>
                          <a:effectLst/>
                          <a:latin typeface="+mj-lt"/>
                        </a:rPr>
                        <a:t>Figma</a:t>
                      </a:r>
                      <a:r>
                        <a:rPr lang="fr-FR" sz="1400" b="0" i="0" dirty="0">
                          <a:solidFill>
                            <a:srgbClr val="242424"/>
                          </a:solidFill>
                          <a:effectLst/>
                          <a:latin typeface="+mj-lt"/>
                        </a:rPr>
                        <a:t>)</a:t>
                      </a:r>
                    </a:p>
                  </a:txBody>
                  <a:tcPr anchor="ctr"/>
                </a:tc>
                <a:tc>
                  <a:txBody>
                    <a:bodyPr/>
                    <a:lstStyle/>
                    <a:p>
                      <a:pPr marL="0" indent="0" algn="l">
                        <a:buFont typeface="Wingdings" panose="05000000000000000000" pitchFamily="2" charset="2"/>
                        <a:buNone/>
                      </a:pPr>
                      <a:r>
                        <a:rPr lang="fr-FR" sz="1400" b="1" i="0" dirty="0">
                          <a:solidFill>
                            <a:srgbClr val="242424"/>
                          </a:solidFill>
                          <a:effectLst/>
                          <a:latin typeface="+mj-lt"/>
                        </a:rPr>
                        <a:t>60’</a:t>
                      </a:r>
                    </a:p>
                  </a:txBody>
                  <a:tcPr anchor="ctr"/>
                </a:tc>
                <a:extLst>
                  <a:ext uri="{0D108BD9-81ED-4DB2-BD59-A6C34878D82A}">
                    <a16:rowId xmlns:a16="http://schemas.microsoft.com/office/drawing/2014/main" val="4177467472"/>
                  </a:ext>
                </a:extLst>
              </a:tr>
              <a:tr h="370840">
                <a:tc>
                  <a:txBody>
                    <a:bodyPr/>
                    <a:lstStyle/>
                    <a:p>
                      <a:r>
                        <a:rPr lang="fr-FR" sz="1400" b="0" i="1" dirty="0">
                          <a:latin typeface="+mj-lt"/>
                        </a:rPr>
                        <a:t>Sprint 2</a:t>
                      </a:r>
                    </a:p>
                    <a:p>
                      <a:r>
                        <a:rPr lang="fr-FR" sz="1400" b="1" dirty="0">
                          <a:latin typeface="+mj-lt"/>
                        </a:rPr>
                        <a:t>Insights &amp; KPI</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Définition d’un score et du statut associé (nouveau champ &amp; règle de calcul)</a:t>
                      </a:r>
                    </a:p>
                    <a:p>
                      <a:pPr marL="0" indent="0" algn="l">
                        <a:buFont typeface="Wingdings" panose="05000000000000000000" pitchFamily="2" charset="2"/>
                        <a:buNone/>
                      </a:pPr>
                      <a:r>
                        <a:rPr lang="fr-FR" sz="1100" b="0" i="0" u="sng" dirty="0">
                          <a:solidFill>
                            <a:srgbClr val="242424"/>
                          </a:solidFill>
                          <a:effectLst/>
                          <a:latin typeface="+mj-lt"/>
                        </a:rPr>
                        <a:t>Remarques</a:t>
                      </a:r>
                      <a:r>
                        <a:rPr lang="fr-FR" sz="1100" b="0" i="0" dirty="0">
                          <a:solidFill>
                            <a:srgbClr val="242424"/>
                          </a:solidFill>
                          <a:effectLst/>
                          <a:latin typeface="+mj-lt"/>
                        </a:rPr>
                        <a:t> : si possible, définir des axes d’évaluation qui permettront de définir un score (moyenne de axes)</a:t>
                      </a:r>
                    </a:p>
                    <a:p>
                      <a:pPr marL="171450" indent="-171450" algn="l">
                        <a:buFont typeface="Wingdings" panose="05000000000000000000" pitchFamily="2" charset="2"/>
                        <a:buChar char="Ø"/>
                      </a:pPr>
                      <a:r>
                        <a:rPr lang="fr-FR" sz="1400" b="0" i="0" dirty="0">
                          <a:solidFill>
                            <a:srgbClr val="242424"/>
                          </a:solidFill>
                          <a:effectLst/>
                          <a:latin typeface="+mj-lt"/>
                        </a:rPr>
                        <a:t>En-tête de synthèse (ex. : graphique)</a:t>
                      </a:r>
                    </a:p>
                  </a:txBody>
                  <a:tcPr anchor="ctr"/>
                </a:tc>
                <a:tc>
                  <a:txBody>
                    <a:bodyPr/>
                    <a:lstStyle/>
                    <a:p>
                      <a:pPr marL="0" indent="0" algn="l">
                        <a:buFont typeface="Wingdings" panose="05000000000000000000" pitchFamily="2" charset="2"/>
                        <a:buNone/>
                      </a:pPr>
                      <a:r>
                        <a:rPr lang="fr-FR" sz="1400" b="1" i="0" dirty="0">
                          <a:solidFill>
                            <a:srgbClr val="242424"/>
                          </a:solidFill>
                          <a:effectLst/>
                          <a:latin typeface="+mj-lt"/>
                        </a:rPr>
                        <a:t>45’</a:t>
                      </a:r>
                    </a:p>
                  </a:txBody>
                  <a:tcPr anchor="ctr"/>
                </a:tc>
                <a:extLst>
                  <a:ext uri="{0D108BD9-81ED-4DB2-BD59-A6C34878D82A}">
                    <a16:rowId xmlns:a16="http://schemas.microsoft.com/office/drawing/2014/main" val="1529162146"/>
                  </a:ext>
                </a:extLst>
              </a:tr>
              <a:tr h="370840">
                <a:tc>
                  <a:txBody>
                    <a:bodyPr/>
                    <a:lstStyle/>
                    <a:p>
                      <a:r>
                        <a:rPr lang="fr-FR" sz="1400" b="0" i="1" dirty="0">
                          <a:latin typeface="+mj-lt"/>
                        </a:rPr>
                        <a:t>Sprint 3</a:t>
                      </a:r>
                    </a:p>
                    <a:p>
                      <a:r>
                        <a:rPr lang="fr-FR" sz="1400" b="1" dirty="0">
                          <a:latin typeface="+mj-lt"/>
                        </a:rPr>
                        <a:t>Navigation &amp; Page de détail</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Ajout d’une fonction de navigation vers une page de détail (</a:t>
                      </a:r>
                      <a:r>
                        <a:rPr lang="fr-FR" sz="1400" b="0" i="1" dirty="0">
                          <a:solidFill>
                            <a:srgbClr val="242424"/>
                          </a:solidFill>
                          <a:effectLst/>
                          <a:latin typeface="+mj-lt"/>
                        </a:rPr>
                        <a:t>Object Page)</a:t>
                      </a:r>
                    </a:p>
                    <a:p>
                      <a:pPr marL="171450" indent="-171450" algn="l">
                        <a:buFont typeface="Wingdings" panose="05000000000000000000" pitchFamily="2" charset="2"/>
                        <a:buChar char="Ø"/>
                      </a:pPr>
                      <a:r>
                        <a:rPr lang="fr-FR" sz="1400" b="0" i="0" dirty="0">
                          <a:solidFill>
                            <a:srgbClr val="242424"/>
                          </a:solidFill>
                          <a:effectLst/>
                          <a:latin typeface="+mj-lt"/>
                        </a:rPr>
                        <a:t>Définition de la page de détail (</a:t>
                      </a:r>
                      <a:r>
                        <a:rPr lang="fr-FR" sz="1400" b="0" i="1" dirty="0">
                          <a:solidFill>
                            <a:srgbClr val="242424"/>
                          </a:solidFill>
                          <a:effectLst/>
                          <a:latin typeface="+mj-lt"/>
                        </a:rPr>
                        <a:t>Object Page)</a:t>
                      </a:r>
                      <a:endParaRPr lang="fr-FR" sz="1400" b="0" i="0" dirty="0">
                        <a:solidFill>
                          <a:srgbClr val="242424"/>
                        </a:solidFill>
                        <a:effectLst/>
                        <a:latin typeface="+mj-lt"/>
                      </a:endParaRPr>
                    </a:p>
                    <a:p>
                      <a:pPr marL="628650" lvl="1" indent="-171450" algn="l">
                        <a:buFont typeface="Wingdings" panose="05000000000000000000" pitchFamily="2" charset="2"/>
                        <a:buChar char="Ø"/>
                      </a:pPr>
                      <a:r>
                        <a:rPr lang="fr-FR" sz="1400" b="0" i="0" dirty="0">
                          <a:solidFill>
                            <a:srgbClr val="242424"/>
                          </a:solidFill>
                          <a:effectLst/>
                          <a:latin typeface="+mj-lt"/>
                        </a:rPr>
                        <a:t>Liste des champs (si besoin d’informations complémentaires)</a:t>
                      </a:r>
                    </a:p>
                    <a:p>
                      <a:pPr marL="628650" lvl="1" indent="-171450" algn="l">
                        <a:buFont typeface="Wingdings" panose="05000000000000000000" pitchFamily="2" charset="2"/>
                        <a:buChar char="Ø"/>
                      </a:pPr>
                      <a:r>
                        <a:rPr lang="fr-FR" sz="1400" b="0" i="0" dirty="0">
                          <a:solidFill>
                            <a:srgbClr val="242424"/>
                          </a:solidFill>
                          <a:effectLst/>
                          <a:latin typeface="+mj-lt"/>
                        </a:rPr>
                        <a:t>Indicateur</a:t>
                      </a:r>
                    </a:p>
                  </a:txBody>
                  <a:tcPr anchor="ctr"/>
                </a:tc>
                <a:tc>
                  <a:txBody>
                    <a:bodyPr/>
                    <a:lstStyle/>
                    <a:p>
                      <a:pPr marL="0" lvl="1" indent="0" algn="l">
                        <a:buFont typeface="Wingdings" panose="05000000000000000000" pitchFamily="2" charset="2"/>
                        <a:buNone/>
                      </a:pPr>
                      <a:r>
                        <a:rPr lang="fr-FR" sz="1400" b="1" i="0" dirty="0">
                          <a:solidFill>
                            <a:srgbClr val="242424"/>
                          </a:solidFill>
                          <a:effectLst/>
                          <a:latin typeface="+mj-lt"/>
                        </a:rPr>
                        <a:t>45’</a:t>
                      </a:r>
                    </a:p>
                  </a:txBody>
                  <a:tcPr anchor="ctr"/>
                </a:tc>
                <a:extLst>
                  <a:ext uri="{0D108BD9-81ED-4DB2-BD59-A6C34878D82A}">
                    <a16:rowId xmlns:a16="http://schemas.microsoft.com/office/drawing/2014/main" val="39977769"/>
                  </a:ext>
                </a:extLst>
              </a:tr>
              <a:tr h="370840">
                <a:tc>
                  <a:txBody>
                    <a:bodyPr/>
                    <a:lstStyle/>
                    <a:p>
                      <a:r>
                        <a:rPr lang="fr-FR" sz="1400" b="0" i="1" dirty="0">
                          <a:latin typeface="+mj-lt"/>
                        </a:rPr>
                        <a:t>Sprint 4</a:t>
                      </a:r>
                    </a:p>
                    <a:p>
                      <a:r>
                        <a:rPr lang="fr-FR" sz="1400" b="1" dirty="0">
                          <a:latin typeface="+mj-lt"/>
                        </a:rPr>
                        <a:t>Actions métier &amp; Intégration Joule</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Ajout de boutons d’action afin de faire évoluer les statuts des fournisseurs :</a:t>
                      </a:r>
                    </a:p>
                    <a:p>
                      <a:pPr marL="628650" lvl="1" indent="-171450" algn="l">
                        <a:buFont typeface="Wingdings" panose="05000000000000000000" pitchFamily="2" charset="2"/>
                        <a:buChar char="Ø"/>
                      </a:pPr>
                      <a:r>
                        <a:rPr lang="fr-FR" sz="1400" b="0" i="0" dirty="0">
                          <a:solidFill>
                            <a:srgbClr val="242424"/>
                          </a:solidFill>
                          <a:effectLst/>
                          <a:latin typeface="+mj-lt"/>
                        </a:rPr>
                        <a:t>Blocage d’un ou plusieurs fournisseurs</a:t>
                      </a:r>
                    </a:p>
                    <a:p>
                      <a:pPr marL="628650" lvl="1" indent="-171450" algn="l">
                        <a:buFont typeface="Wingdings" panose="05000000000000000000" pitchFamily="2" charset="2"/>
                        <a:buChar char="Ø"/>
                      </a:pPr>
                      <a:r>
                        <a:rPr lang="fr-FR" sz="1400" b="0" i="0" dirty="0">
                          <a:solidFill>
                            <a:srgbClr val="242424"/>
                          </a:solidFill>
                          <a:effectLst/>
                          <a:latin typeface="+mj-lt"/>
                        </a:rPr>
                        <a:t>Déblocage d’un ou plusieurs fournisseurs</a:t>
                      </a:r>
                    </a:p>
                    <a:p>
                      <a:pPr marL="628650" lvl="1" indent="-171450" algn="l">
                        <a:buFont typeface="Wingdings" panose="05000000000000000000" pitchFamily="2" charset="2"/>
                        <a:buChar char="Ø"/>
                      </a:pPr>
                      <a:r>
                        <a:rPr lang="fr-FR" sz="1400" b="0" i="0" dirty="0">
                          <a:solidFill>
                            <a:srgbClr val="242424"/>
                          </a:solidFill>
                          <a:effectLst/>
                          <a:latin typeface="+mj-lt"/>
                        </a:rPr>
                        <a:t>Demande de clôture d’un ou plusieurs fournisseurs</a:t>
                      </a:r>
                    </a:p>
                    <a:p>
                      <a:pPr marL="171450" indent="-171450" algn="l">
                        <a:buFont typeface="Wingdings" panose="05000000000000000000" pitchFamily="2" charset="2"/>
                        <a:buChar char="Ø"/>
                      </a:pPr>
                      <a:r>
                        <a:rPr lang="fr-FR" sz="1400" b="0" i="0" dirty="0">
                          <a:solidFill>
                            <a:srgbClr val="242424"/>
                          </a:solidFill>
                          <a:effectLst/>
                          <a:latin typeface="+mj-lt"/>
                        </a:rPr>
                        <a:t>Intégration Joule : appel du </a:t>
                      </a:r>
                      <a:r>
                        <a:rPr lang="fr-FR" sz="1400" b="0" i="0" dirty="0" err="1">
                          <a:solidFill>
                            <a:srgbClr val="242424"/>
                          </a:solidFill>
                          <a:effectLst/>
                          <a:latin typeface="+mj-lt"/>
                        </a:rPr>
                        <a:t>Skill</a:t>
                      </a:r>
                      <a:r>
                        <a:rPr lang="fr-FR" sz="1400" b="0" i="0" dirty="0">
                          <a:solidFill>
                            <a:srgbClr val="242424"/>
                          </a:solidFill>
                          <a:effectLst/>
                          <a:latin typeface="+mj-lt"/>
                        </a:rPr>
                        <a:t>/Agent Joule depuis l’app</a:t>
                      </a:r>
                    </a:p>
                  </a:txBody>
                  <a:tcPr anchor="ctr"/>
                </a:tc>
                <a:tc>
                  <a:txBody>
                    <a:bodyPr/>
                    <a:lstStyle/>
                    <a:p>
                      <a:pPr marL="0" indent="0" algn="l">
                        <a:buFont typeface="Wingdings" panose="05000000000000000000" pitchFamily="2" charset="2"/>
                        <a:buNone/>
                      </a:pPr>
                      <a:r>
                        <a:rPr lang="fr-FR" sz="1400" b="1" i="0" dirty="0">
                          <a:solidFill>
                            <a:srgbClr val="242424"/>
                          </a:solidFill>
                          <a:effectLst/>
                          <a:latin typeface="+mj-lt"/>
                        </a:rPr>
                        <a:t>60’</a:t>
                      </a:r>
                    </a:p>
                  </a:txBody>
                  <a:tcPr anchor="ctr"/>
                </a:tc>
                <a:extLst>
                  <a:ext uri="{0D108BD9-81ED-4DB2-BD59-A6C34878D82A}">
                    <a16:rowId xmlns:a16="http://schemas.microsoft.com/office/drawing/2014/main" val="2956401463"/>
                  </a:ext>
                </a:extLst>
              </a:tr>
            </a:tbl>
          </a:graphicData>
        </a:graphic>
      </p:graphicFrame>
      <p:sp>
        <p:nvSpPr>
          <p:cNvPr id="5" name="TextBox 4">
            <a:extLst>
              <a:ext uri="{FF2B5EF4-FFF2-40B4-BE49-F238E27FC236}">
                <a16:creationId xmlns:a16="http://schemas.microsoft.com/office/drawing/2014/main" id="{96D91BD4-BFBF-2B85-5259-DA0A75C0AC84}"/>
              </a:ext>
            </a:extLst>
          </p:cNvPr>
          <p:cNvSpPr txBox="1"/>
          <p:nvPr/>
        </p:nvSpPr>
        <p:spPr>
          <a:xfrm>
            <a:off x="492125" y="6232155"/>
            <a:ext cx="11206162" cy="276999"/>
          </a:xfrm>
          <a:prstGeom prst="rect">
            <a:avLst/>
          </a:prstGeom>
          <a:noFill/>
        </p:spPr>
        <p:txBody>
          <a:bodyPr wrap="square">
            <a:spAutoFit/>
          </a:bodyPr>
          <a:lstStyle/>
          <a:p>
            <a:pPr>
              <a:spcAft>
                <a:spcPts val="600"/>
              </a:spcAft>
              <a:buNone/>
            </a:pPr>
            <a:r>
              <a:rPr lang="fr-FR" sz="1200" u="sng" dirty="0">
                <a:solidFill>
                  <a:srgbClr val="242424"/>
                </a:solidFill>
                <a:latin typeface="LVMH Sans"/>
              </a:rPr>
              <a:t>Note</a:t>
            </a:r>
            <a:r>
              <a:rPr lang="fr-FR" sz="1200" dirty="0">
                <a:solidFill>
                  <a:srgbClr val="242424"/>
                </a:solidFill>
                <a:latin typeface="LVMH Sans"/>
              </a:rPr>
              <a:t> : l’objectif est d’amender la spécification à chaque sprint avec les besoins complémentaires. Le document sera alors ingéré par Claude afin de (re)générer l’application.</a:t>
            </a:r>
            <a:endParaRPr kumimoji="0" lang="fr-FR" sz="1200" i="1" strike="noStrike" kern="1200" cap="none" spc="0" normalizeH="0" baseline="0" noProof="0" dirty="0">
              <a:ln>
                <a:noFill/>
              </a:ln>
              <a:solidFill>
                <a:srgbClr val="242424"/>
              </a:solidFill>
              <a:effectLst/>
              <a:uLnTx/>
              <a:uFillTx/>
              <a:latin typeface="LVMH Sans"/>
              <a:ea typeface="+mn-ea"/>
              <a:cs typeface="+mn-cs"/>
            </a:endParaRPr>
          </a:p>
        </p:txBody>
      </p:sp>
    </p:spTree>
    <p:extLst>
      <p:ext uri="{BB962C8B-B14F-4D97-AF65-F5344CB8AC3E}">
        <p14:creationId xmlns:p14="http://schemas.microsoft.com/office/powerpoint/2010/main" val="54982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F188B-6ECC-2779-CB22-F51BE7FA5C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75FAE6-78A7-7F93-48FE-2CA0A8DE199D}"/>
              </a:ext>
            </a:extLst>
          </p:cNvPr>
          <p:cNvSpPr>
            <a:spLocks noGrp="1"/>
          </p:cNvSpPr>
          <p:nvPr>
            <p:ph type="title"/>
          </p:nvPr>
        </p:nvSpPr>
        <p:spPr/>
        <p:txBody>
          <a:bodyPr/>
          <a:lstStyle/>
          <a:p>
            <a:r>
              <a:rPr lang="fr-FR" dirty="0"/>
              <a:t>Equipe A – Application Fiori – Introduction</a:t>
            </a:r>
          </a:p>
        </p:txBody>
      </p:sp>
      <p:sp>
        <p:nvSpPr>
          <p:cNvPr id="4" name="Text Placeholder 3">
            <a:extLst>
              <a:ext uri="{FF2B5EF4-FFF2-40B4-BE49-F238E27FC236}">
                <a16:creationId xmlns:a16="http://schemas.microsoft.com/office/drawing/2014/main" id="{2CC33BF7-44B3-CA17-EB3F-6086AC324193}"/>
              </a:ext>
            </a:extLst>
          </p:cNvPr>
          <p:cNvSpPr>
            <a:spLocks noGrp="1"/>
          </p:cNvSpPr>
          <p:nvPr>
            <p:ph type="body" sz="quarter" idx="15"/>
          </p:nvPr>
        </p:nvSpPr>
        <p:spPr>
          <a:xfrm>
            <a:off x="492124" y="1032503"/>
            <a:ext cx="11206163" cy="184666"/>
          </a:xfrm>
        </p:spPr>
        <p:txBody>
          <a:bodyPr/>
          <a:lstStyle/>
          <a:p>
            <a:r>
              <a:rPr lang="fr-FR" dirty="0"/>
              <a:t>Hackathon AI For DEV – SAP </a:t>
            </a:r>
          </a:p>
        </p:txBody>
      </p:sp>
      <p:pic>
        <p:nvPicPr>
          <p:cNvPr id="7" name="Picture 6">
            <a:extLst>
              <a:ext uri="{FF2B5EF4-FFF2-40B4-BE49-F238E27FC236}">
                <a16:creationId xmlns:a16="http://schemas.microsoft.com/office/drawing/2014/main" id="{742588E1-F69B-33CC-0E34-DCD36E81A6DC}"/>
              </a:ext>
            </a:extLst>
          </p:cNvPr>
          <p:cNvPicPr>
            <a:picLocks noChangeAspect="1"/>
          </p:cNvPicPr>
          <p:nvPr/>
        </p:nvPicPr>
        <p:blipFill>
          <a:blip r:embed="rId3"/>
          <a:stretch>
            <a:fillRect/>
          </a:stretch>
        </p:blipFill>
        <p:spPr>
          <a:xfrm>
            <a:off x="437219" y="3429000"/>
            <a:ext cx="3429000" cy="3429000"/>
          </a:xfrm>
          <a:prstGeom prst="rect">
            <a:avLst/>
          </a:prstGeom>
        </p:spPr>
      </p:pic>
      <p:grpSp>
        <p:nvGrpSpPr>
          <p:cNvPr id="8" name="Group 7">
            <a:extLst>
              <a:ext uri="{FF2B5EF4-FFF2-40B4-BE49-F238E27FC236}">
                <a16:creationId xmlns:a16="http://schemas.microsoft.com/office/drawing/2014/main" id="{B762374A-A2DD-7971-D817-3A8B1B1DAA4F}"/>
              </a:ext>
            </a:extLst>
          </p:cNvPr>
          <p:cNvGrpSpPr/>
          <p:nvPr/>
        </p:nvGrpSpPr>
        <p:grpSpPr>
          <a:xfrm flipH="1">
            <a:off x="2628900" y="636721"/>
            <a:ext cx="8201025" cy="4949019"/>
            <a:chOff x="4524375" y="-226961"/>
            <a:chExt cx="5810250" cy="4398912"/>
          </a:xfrm>
          <a:effectLst>
            <a:outerShdw blurRad="50800" dist="38100" dir="2700000" algn="tl" rotWithShape="0">
              <a:prstClr val="black">
                <a:alpha val="40000"/>
              </a:prstClr>
            </a:outerShdw>
          </a:effectLst>
        </p:grpSpPr>
        <p:pic>
          <p:nvPicPr>
            <p:cNvPr id="9" name="Picture 8">
              <a:extLst>
                <a:ext uri="{FF2B5EF4-FFF2-40B4-BE49-F238E27FC236}">
                  <a16:creationId xmlns:a16="http://schemas.microsoft.com/office/drawing/2014/main" id="{81374BD2-FFE0-5554-DFDE-8717F4DA35BD}"/>
                </a:ext>
              </a:extLst>
            </p:cNvPr>
            <p:cNvPicPr>
              <a:picLocks noChangeAspect="1"/>
            </p:cNvPicPr>
            <p:nvPr/>
          </p:nvPicPr>
          <p:blipFill>
            <a:blip r:embed="rId4">
              <a:duotone>
                <a:schemeClr val="accent6">
                  <a:shade val="45000"/>
                  <a:satMod val="135000"/>
                </a:schemeClr>
                <a:prstClr val="white"/>
              </a:duotone>
              <a:extLst>
                <a:ext uri="{BEBA8EAE-BF5A-486C-A8C5-ECC9F3942E4B}">
                  <a14:imgProps xmlns:a14="http://schemas.microsoft.com/office/drawing/2010/main">
                    <a14:imgLayer r:embed="rId5">
                      <a14:imgEffect>
                        <a14:backgroundRemoval t="9961" b="89844" l="7520" r="96582">
                          <a14:foregroundMark x1="8789" y1="40039" x2="7520" y2="53125"/>
                          <a14:foregroundMark x1="7520" y1="53125" x2="7813" y2="53809"/>
                          <a14:foregroundMark x1="90820" y1="39746" x2="92969" y2="56836"/>
                          <a14:foregroundMark x1="92969" y1="56836" x2="92773" y2="57715"/>
                          <a14:foregroundMark x1="93066" y1="40234" x2="96582" y2="46289"/>
                        </a14:backgroundRemoval>
                      </a14:imgEffect>
                    </a14:imgLayer>
                  </a14:imgProps>
                </a:ext>
                <a:ext uri="{28A0092B-C50C-407E-A947-70E740481C1C}">
                  <a14:useLocalDpi xmlns:a14="http://schemas.microsoft.com/office/drawing/2010/main" val="0"/>
                </a:ext>
              </a:extLst>
            </a:blip>
            <a:stretch>
              <a:fillRect/>
            </a:stretch>
          </p:blipFill>
          <p:spPr>
            <a:xfrm flipH="1">
              <a:off x="4524375" y="-226961"/>
              <a:ext cx="5810250" cy="4398912"/>
            </a:xfrm>
            <a:prstGeom prst="rect">
              <a:avLst/>
            </a:prstGeom>
          </p:spPr>
        </p:pic>
        <p:sp>
          <p:nvSpPr>
            <p:cNvPr id="10" name="TextBox 9">
              <a:extLst>
                <a:ext uri="{FF2B5EF4-FFF2-40B4-BE49-F238E27FC236}">
                  <a16:creationId xmlns:a16="http://schemas.microsoft.com/office/drawing/2014/main" id="{6E5D1B91-5FBB-DF31-7A22-878A63E1474E}"/>
                </a:ext>
              </a:extLst>
            </p:cNvPr>
            <p:cNvSpPr txBox="1"/>
            <p:nvPr/>
          </p:nvSpPr>
          <p:spPr>
            <a:xfrm>
              <a:off x="4887833" y="561970"/>
              <a:ext cx="5083333" cy="2623402"/>
            </a:xfrm>
            <a:prstGeom prst="ellipse">
              <a:avLst/>
            </a:prstGeom>
            <a:solidFill>
              <a:schemeClr val="bg1"/>
            </a:solidFill>
          </p:spPr>
          <p:txBody>
            <a:bodyPr wrap="square" lIns="0" rIns="0">
              <a:noAutofit/>
            </a:bodyPr>
            <a:lstStyle/>
            <a:p>
              <a:pPr algn="ctr"/>
              <a:endParaRPr lang="fr-FR" sz="1400" dirty="0"/>
            </a:p>
          </p:txBody>
        </p:sp>
      </p:grpSp>
      <p:sp>
        <p:nvSpPr>
          <p:cNvPr id="11" name="TextBox 10">
            <a:extLst>
              <a:ext uri="{FF2B5EF4-FFF2-40B4-BE49-F238E27FC236}">
                <a16:creationId xmlns:a16="http://schemas.microsoft.com/office/drawing/2014/main" id="{90698D59-06A8-52E3-234E-EAC1ADB98820}"/>
              </a:ext>
            </a:extLst>
          </p:cNvPr>
          <p:cNvSpPr txBox="1"/>
          <p:nvPr/>
        </p:nvSpPr>
        <p:spPr>
          <a:xfrm>
            <a:off x="2933700" y="1489759"/>
            <a:ext cx="7705725" cy="2779691"/>
          </a:xfrm>
          <a:prstGeom prst="ellipse">
            <a:avLst/>
          </a:prstGeom>
          <a:noFill/>
        </p:spPr>
        <p:txBody>
          <a:bodyPr wrap="square" lIns="0" rIns="0">
            <a:noAutofit/>
          </a:bodyPr>
          <a:lstStyle/>
          <a:p>
            <a:pPr algn="ctr"/>
            <a:r>
              <a:rPr lang="fr-FR" sz="1600" b="0" i="0" dirty="0">
                <a:solidFill>
                  <a:srgbClr val="242424"/>
                </a:solidFill>
                <a:effectLst/>
                <a:latin typeface="Comic Sans MS" panose="030F0702030302020204" pitchFamily="66" charset="0"/>
              </a:rPr>
              <a:t>Je suis en plein projet SAP S/4HANA et on doit remettre sous contrôle notre référentiel fournisseurs : trop de “Long Tail”, peu d’activité, données qui se dégradent et risques opérationnels qui montent… !</a:t>
            </a:r>
          </a:p>
          <a:p>
            <a:pPr algn="ctr"/>
            <a:endParaRPr lang="fr-FR" sz="1600" b="0" i="0" dirty="0">
              <a:solidFill>
                <a:srgbClr val="242424"/>
              </a:solidFill>
              <a:effectLst/>
              <a:latin typeface="Comic Sans MS" panose="030F0702030302020204" pitchFamily="66" charset="0"/>
            </a:endParaRPr>
          </a:p>
          <a:p>
            <a:pPr algn="ctr"/>
            <a:r>
              <a:rPr lang="fr-FR" sz="1600" b="0" i="0" dirty="0">
                <a:solidFill>
                  <a:srgbClr val="242424"/>
                </a:solidFill>
                <a:effectLst/>
                <a:latin typeface="Comic Sans MS" panose="030F0702030302020204" pitchFamily="66" charset="0"/>
              </a:rPr>
              <a:t>Le sujet avance, mais je reçois encore des nouveaux besoins du COMEX et des métiers à chaque étape. J’ai besoin de votre aide !</a:t>
            </a:r>
          </a:p>
        </p:txBody>
      </p:sp>
      <p:pic>
        <p:nvPicPr>
          <p:cNvPr id="13" name="Graphic 12">
            <a:extLst>
              <a:ext uri="{FF2B5EF4-FFF2-40B4-BE49-F238E27FC236}">
                <a16:creationId xmlns:a16="http://schemas.microsoft.com/office/drawing/2014/main" id="{111AE017-4BFB-86BB-6334-DDFB74409D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39412" y="4016003"/>
            <a:ext cx="1980000" cy="288000"/>
          </a:xfrm>
          <a:prstGeom prst="rect">
            <a:avLst/>
          </a:prstGeom>
        </p:spPr>
      </p:pic>
      <p:pic>
        <p:nvPicPr>
          <p:cNvPr id="17" name="Graphic 16">
            <a:extLst>
              <a:ext uri="{FF2B5EF4-FFF2-40B4-BE49-F238E27FC236}">
                <a16:creationId xmlns:a16="http://schemas.microsoft.com/office/drawing/2014/main" id="{4B9332E2-C5DE-2A25-DFEE-041F0860D0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94936" y="1221286"/>
            <a:ext cx="1028700" cy="571500"/>
          </a:xfrm>
          <a:prstGeom prst="rect">
            <a:avLst/>
          </a:prstGeom>
        </p:spPr>
      </p:pic>
    </p:spTree>
    <p:extLst>
      <p:ext uri="{BB962C8B-B14F-4D97-AF65-F5344CB8AC3E}">
        <p14:creationId xmlns:p14="http://schemas.microsoft.com/office/powerpoint/2010/main" val="40804786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FB20A-4575-2C8B-F1FB-EDF0C98D7EC4}"/>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FAA357B6-773F-10E3-04A9-AC04FCAECF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6151" y="2443809"/>
            <a:ext cx="1764238" cy="489120"/>
          </a:xfrm>
          <a:prstGeom prst="rect">
            <a:avLst/>
          </a:prstGeom>
        </p:spPr>
      </p:pic>
      <p:pic>
        <p:nvPicPr>
          <p:cNvPr id="5" name="Graphic 4" descr="Clipboard Ticked outline">
            <a:extLst>
              <a:ext uri="{FF2B5EF4-FFF2-40B4-BE49-F238E27FC236}">
                <a16:creationId xmlns:a16="http://schemas.microsoft.com/office/drawing/2014/main" id="{9FDFBA4F-8A2F-2D49-C2A5-E6FC9EACAE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6583" y="151304"/>
            <a:ext cx="6732000" cy="6732000"/>
          </a:xfrm>
          <a:prstGeom prst="rect">
            <a:avLst/>
          </a:prstGeom>
        </p:spPr>
      </p:pic>
      <p:sp>
        <p:nvSpPr>
          <p:cNvPr id="3" name="Title 2">
            <a:extLst>
              <a:ext uri="{FF2B5EF4-FFF2-40B4-BE49-F238E27FC236}">
                <a16:creationId xmlns:a16="http://schemas.microsoft.com/office/drawing/2014/main" id="{BE6F8C88-9B87-FAE8-977A-B7B9DD0D9B0F}"/>
              </a:ext>
            </a:extLst>
          </p:cNvPr>
          <p:cNvSpPr>
            <a:spLocks noGrp="1"/>
          </p:cNvSpPr>
          <p:nvPr>
            <p:ph type="title"/>
          </p:nvPr>
        </p:nvSpPr>
        <p:spPr/>
        <p:txBody>
          <a:bodyPr/>
          <a:lstStyle/>
          <a:p>
            <a:r>
              <a:rPr lang="fr-FR" dirty="0"/>
              <a:t>Equipe A – Application Fiori – Sprint 1</a:t>
            </a:r>
          </a:p>
        </p:txBody>
      </p:sp>
      <p:sp>
        <p:nvSpPr>
          <p:cNvPr id="4" name="Text Placeholder 3">
            <a:extLst>
              <a:ext uri="{FF2B5EF4-FFF2-40B4-BE49-F238E27FC236}">
                <a16:creationId xmlns:a16="http://schemas.microsoft.com/office/drawing/2014/main" id="{DCB46AD5-8D71-2D7B-662A-30D5DEF601B8}"/>
              </a:ext>
            </a:extLst>
          </p:cNvPr>
          <p:cNvSpPr>
            <a:spLocks noGrp="1"/>
          </p:cNvSpPr>
          <p:nvPr>
            <p:ph type="body" sz="quarter" idx="15"/>
          </p:nvPr>
        </p:nvSpPr>
        <p:spPr>
          <a:xfrm>
            <a:off x="492124" y="1032503"/>
            <a:ext cx="11206163" cy="184666"/>
          </a:xfrm>
        </p:spPr>
        <p:txBody>
          <a:bodyPr/>
          <a:lstStyle/>
          <a:p>
            <a:r>
              <a:rPr lang="fr-FR" dirty="0"/>
              <a:t>Hackathon AI For DEV – SAP </a:t>
            </a:r>
          </a:p>
        </p:txBody>
      </p:sp>
      <p:grpSp>
        <p:nvGrpSpPr>
          <p:cNvPr id="14" name="Group 13">
            <a:extLst>
              <a:ext uri="{FF2B5EF4-FFF2-40B4-BE49-F238E27FC236}">
                <a16:creationId xmlns:a16="http://schemas.microsoft.com/office/drawing/2014/main" id="{2105119C-60C2-76D2-6FCD-A7D647FD2018}"/>
              </a:ext>
            </a:extLst>
          </p:cNvPr>
          <p:cNvGrpSpPr/>
          <p:nvPr/>
        </p:nvGrpSpPr>
        <p:grpSpPr>
          <a:xfrm>
            <a:off x="85725" y="1008196"/>
            <a:ext cx="4944714" cy="4478203"/>
            <a:chOff x="4524375" y="-226961"/>
            <a:chExt cx="5810250" cy="4398912"/>
          </a:xfrm>
          <a:effectLst>
            <a:outerShdw blurRad="50800" dist="38100" dir="2700000" algn="tl" rotWithShape="0">
              <a:prstClr val="black">
                <a:alpha val="40000"/>
              </a:prstClr>
            </a:outerShdw>
          </a:effectLst>
        </p:grpSpPr>
        <p:pic>
          <p:nvPicPr>
            <p:cNvPr id="8" name="Picture 7">
              <a:extLst>
                <a:ext uri="{FF2B5EF4-FFF2-40B4-BE49-F238E27FC236}">
                  <a16:creationId xmlns:a16="http://schemas.microsoft.com/office/drawing/2014/main" id="{0D10D548-ABE8-C286-AF80-98686139CF38}"/>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ackgroundRemoval t="9961" b="89844" l="7520" r="96582">
                          <a14:foregroundMark x1="8789" y1="40039" x2="7520" y2="53125"/>
                          <a14:foregroundMark x1="7520" y1="53125" x2="7813" y2="53809"/>
                          <a14:foregroundMark x1="90820" y1="39746" x2="92969" y2="56836"/>
                          <a14:foregroundMark x1="92969" y1="56836" x2="92773" y2="57715"/>
                          <a14:foregroundMark x1="93066" y1="40234" x2="96582" y2="46289"/>
                        </a14:backgroundRemoval>
                      </a14:imgEffect>
                    </a14:imgLayer>
                  </a14:imgProps>
                </a:ext>
                <a:ext uri="{28A0092B-C50C-407E-A947-70E740481C1C}">
                  <a14:useLocalDpi xmlns:a14="http://schemas.microsoft.com/office/drawing/2010/main" val="0"/>
                </a:ext>
              </a:extLst>
            </a:blip>
            <a:stretch>
              <a:fillRect/>
            </a:stretch>
          </p:blipFill>
          <p:spPr>
            <a:xfrm flipH="1">
              <a:off x="4524375" y="-226961"/>
              <a:ext cx="5810250" cy="4398912"/>
            </a:xfrm>
            <a:prstGeom prst="rect">
              <a:avLst/>
            </a:prstGeom>
          </p:spPr>
        </p:pic>
        <p:sp>
          <p:nvSpPr>
            <p:cNvPr id="10" name="TextBox 9">
              <a:extLst>
                <a:ext uri="{FF2B5EF4-FFF2-40B4-BE49-F238E27FC236}">
                  <a16:creationId xmlns:a16="http://schemas.microsoft.com/office/drawing/2014/main" id="{48AB541F-2494-AEF7-DF25-B4D2EF258665}"/>
                </a:ext>
              </a:extLst>
            </p:cNvPr>
            <p:cNvSpPr txBox="1"/>
            <p:nvPr/>
          </p:nvSpPr>
          <p:spPr>
            <a:xfrm>
              <a:off x="4887833" y="561970"/>
              <a:ext cx="5083333" cy="2623402"/>
            </a:xfrm>
            <a:prstGeom prst="ellipse">
              <a:avLst/>
            </a:prstGeom>
            <a:solidFill>
              <a:schemeClr val="bg1"/>
            </a:solidFill>
          </p:spPr>
          <p:txBody>
            <a:bodyPr wrap="square" lIns="0" rIns="0">
              <a:noAutofit/>
            </a:bodyPr>
            <a:lstStyle/>
            <a:p>
              <a:pPr algn="ctr"/>
              <a:endParaRPr lang="fr-FR" sz="1400" dirty="0"/>
            </a:p>
          </p:txBody>
        </p:sp>
      </p:grpSp>
      <p:sp>
        <p:nvSpPr>
          <p:cNvPr id="12" name="TextBox 11">
            <a:extLst>
              <a:ext uri="{FF2B5EF4-FFF2-40B4-BE49-F238E27FC236}">
                <a16:creationId xmlns:a16="http://schemas.microsoft.com/office/drawing/2014/main" id="{7618EB1B-F319-B1B0-FFB7-13905C0883F5}"/>
              </a:ext>
            </a:extLst>
          </p:cNvPr>
          <p:cNvSpPr txBox="1"/>
          <p:nvPr/>
        </p:nvSpPr>
        <p:spPr>
          <a:xfrm>
            <a:off x="396836" y="1696337"/>
            <a:ext cx="4326084" cy="2473184"/>
          </a:xfrm>
          <a:prstGeom prst="ellipse">
            <a:avLst/>
          </a:prstGeom>
          <a:noFill/>
        </p:spPr>
        <p:txBody>
          <a:bodyPr wrap="square" lIns="0" rIns="0">
            <a:noAutofit/>
          </a:bodyPr>
          <a:lstStyle/>
          <a:p>
            <a:pPr algn="ctr"/>
            <a:r>
              <a:rPr lang="fr-FR" sz="1600" b="0" i="0" dirty="0">
                <a:solidFill>
                  <a:srgbClr val="242424"/>
                </a:solidFill>
                <a:effectLst/>
                <a:latin typeface="Comic Sans MS" panose="030F0702030302020204" pitchFamily="66" charset="0"/>
              </a:rPr>
              <a:t>Mon panel fournisseurs est devenu ingérable !</a:t>
            </a:r>
          </a:p>
          <a:p>
            <a:pPr algn="ctr"/>
            <a:r>
              <a:rPr lang="fr-FR" sz="1600" b="0" i="0" dirty="0">
                <a:solidFill>
                  <a:srgbClr val="242424"/>
                </a:solidFill>
                <a:effectLst/>
                <a:latin typeface="Comic Sans MS" panose="030F0702030302020204" pitchFamily="66" charset="0"/>
              </a:rPr>
              <a:t>On a trop de fournisseurs “fantômes”, certains n’ont pas eu d’activité depuis des années...</a:t>
            </a:r>
          </a:p>
          <a:p>
            <a:pPr algn="ctr"/>
            <a:endParaRPr lang="fr-FR" sz="1600" b="0" i="0" dirty="0">
              <a:solidFill>
                <a:srgbClr val="242424"/>
              </a:solidFill>
              <a:effectLst/>
              <a:latin typeface="Comic Sans MS" panose="030F0702030302020204" pitchFamily="66" charset="0"/>
            </a:endParaRPr>
          </a:p>
          <a:p>
            <a:pPr algn="ctr"/>
            <a:r>
              <a:rPr lang="fr-FR" sz="1600" b="0" i="0" dirty="0">
                <a:solidFill>
                  <a:srgbClr val="242424"/>
                </a:solidFill>
                <a:effectLst/>
                <a:latin typeface="Comic Sans MS" panose="030F0702030302020204" pitchFamily="66" charset="0"/>
              </a:rPr>
              <a:t>Je veux une App Fiori simple : </a:t>
            </a:r>
            <a:r>
              <a:rPr lang="fr-FR" sz="1600" b="1" i="0" dirty="0">
                <a:solidFill>
                  <a:srgbClr val="242424"/>
                </a:solidFill>
                <a:effectLst/>
                <a:latin typeface="Comic Sans MS" panose="030F0702030302020204" pitchFamily="66" charset="0"/>
              </a:rPr>
              <a:t>je filtre, je vois, je décide !</a:t>
            </a:r>
            <a:endParaRPr lang="fr-FR" sz="1600" b="0" i="0" dirty="0">
              <a:solidFill>
                <a:srgbClr val="242424"/>
              </a:solidFill>
              <a:effectLst/>
              <a:latin typeface="Comic Sans MS" panose="030F0702030302020204" pitchFamily="66" charset="0"/>
            </a:endParaRPr>
          </a:p>
        </p:txBody>
      </p:sp>
      <p:sp>
        <p:nvSpPr>
          <p:cNvPr id="19" name="TextBox 18">
            <a:extLst>
              <a:ext uri="{FF2B5EF4-FFF2-40B4-BE49-F238E27FC236}">
                <a16:creationId xmlns:a16="http://schemas.microsoft.com/office/drawing/2014/main" id="{994F802A-D5FF-222E-48E1-3A06475CD7D0}"/>
              </a:ext>
            </a:extLst>
          </p:cNvPr>
          <p:cNvSpPr txBox="1"/>
          <p:nvPr/>
        </p:nvSpPr>
        <p:spPr>
          <a:xfrm>
            <a:off x="1933800" y="6176778"/>
            <a:ext cx="2770069" cy="584775"/>
          </a:xfrm>
          <a:prstGeom prst="rect">
            <a:avLst/>
          </a:prstGeom>
          <a:noFill/>
        </p:spPr>
        <p:txBody>
          <a:bodyPr wrap="square">
            <a:spAutoFit/>
          </a:bodyPr>
          <a:lstStyle/>
          <a:p>
            <a:pPr algn="l">
              <a:buNone/>
            </a:pPr>
            <a:r>
              <a:rPr lang="fr-FR" sz="1600" b="1" i="0" dirty="0">
                <a:solidFill>
                  <a:schemeClr val="accent2"/>
                </a:solidFill>
                <a:latin typeface="LVMH Sans" panose="02000000000000000000"/>
              </a:rPr>
              <a:t>Daniel Reed </a:t>
            </a:r>
          </a:p>
          <a:p>
            <a:pPr algn="l">
              <a:buNone/>
            </a:pPr>
            <a:r>
              <a:rPr lang="fr-FR" sz="1600" i="1" dirty="0">
                <a:solidFill>
                  <a:srgbClr val="242424"/>
                </a:solidFill>
                <a:latin typeface="LVMH Sans" panose="02000000000000000000"/>
              </a:rPr>
              <a:t>Chief </a:t>
            </a:r>
            <a:r>
              <a:rPr lang="fr-FR" sz="1600" i="1" dirty="0" err="1">
                <a:solidFill>
                  <a:srgbClr val="242424"/>
                </a:solidFill>
                <a:latin typeface="LVMH Sans" panose="02000000000000000000"/>
              </a:rPr>
              <a:t>Procurement</a:t>
            </a:r>
            <a:r>
              <a:rPr lang="fr-FR" sz="1600" i="1" dirty="0">
                <a:solidFill>
                  <a:srgbClr val="242424"/>
                </a:solidFill>
                <a:latin typeface="LVMH Sans" panose="02000000000000000000"/>
              </a:rPr>
              <a:t> </a:t>
            </a:r>
            <a:r>
              <a:rPr lang="fr-FR" sz="1600" i="1" dirty="0" err="1">
                <a:solidFill>
                  <a:srgbClr val="242424"/>
                </a:solidFill>
                <a:latin typeface="LVMH Sans" panose="02000000000000000000"/>
              </a:rPr>
              <a:t>Officer</a:t>
            </a:r>
            <a:endParaRPr lang="fr-FR" sz="1600" i="1" dirty="0">
              <a:solidFill>
                <a:srgbClr val="242424"/>
              </a:solidFill>
              <a:latin typeface="LVMH Sans" panose="02000000000000000000"/>
            </a:endParaRPr>
          </a:p>
        </p:txBody>
      </p:sp>
      <p:pic>
        <p:nvPicPr>
          <p:cNvPr id="2050" name="Picture 2" descr="Personnage Animé PNG pour téléchargement gratuit">
            <a:extLst>
              <a:ext uri="{FF2B5EF4-FFF2-40B4-BE49-F238E27FC236}">
                <a16:creationId xmlns:a16="http://schemas.microsoft.com/office/drawing/2014/main" id="{1CB314D5-2A8A-0DDA-75F3-50F3E86733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6196" y="3180631"/>
            <a:ext cx="5529383" cy="368625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E807922C-B758-F34A-785F-D298C09FCEB9}"/>
              </a:ext>
            </a:extLst>
          </p:cNvPr>
          <p:cNvSpPr/>
          <p:nvPr/>
        </p:nvSpPr>
        <p:spPr>
          <a:xfrm>
            <a:off x="6994195" y="1695623"/>
            <a:ext cx="3876776" cy="4343227"/>
          </a:xfrm>
          <a:prstGeom prst="rect">
            <a:avLst/>
          </a:prstGeom>
          <a:solidFill>
            <a:srgbClr val="F7F3E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600" b="1" dirty="0">
                <a:solidFill>
                  <a:schemeClr val="tx1"/>
                </a:solidFill>
                <a:latin typeface="Comic Sans MS" panose="030F0702030302020204" pitchFamily="66" charset="0"/>
              </a:rPr>
              <a:t>Mon objectif</a:t>
            </a:r>
            <a:endParaRPr lang="fr-FR" sz="1600" dirty="0">
              <a:solidFill>
                <a:schemeClr val="tx1"/>
              </a:solidFill>
              <a:latin typeface="Comic Sans MS" panose="030F0702030302020204" pitchFamily="66" charset="0"/>
            </a:endParaRPr>
          </a:p>
          <a:p>
            <a:pPr marL="180975" indent="-180975"/>
            <a:r>
              <a:rPr lang="fr-FR" sz="1400" b="1" dirty="0">
                <a:solidFill>
                  <a:schemeClr val="tx1"/>
                </a:solidFill>
                <a:latin typeface="Comic Sans MS" panose="030F0702030302020204" pitchFamily="66" charset="0"/>
                <a:sym typeface="Wingdings" panose="05000000000000000000" pitchFamily="2" charset="2"/>
              </a:rPr>
              <a:t> I</a:t>
            </a:r>
            <a:r>
              <a:rPr lang="fr-FR" sz="1400" b="1" dirty="0">
                <a:solidFill>
                  <a:srgbClr val="242424"/>
                </a:solidFill>
                <a:latin typeface="Comic Sans MS" panose="030F0702030302020204" pitchFamily="66" charset="0"/>
              </a:rPr>
              <a:t>dentifier les inactifs</a:t>
            </a:r>
            <a:r>
              <a:rPr lang="fr-FR" sz="1400" dirty="0">
                <a:solidFill>
                  <a:srgbClr val="242424"/>
                </a:solidFill>
                <a:latin typeface="Comic Sans MS" panose="030F0702030302020204" pitchFamily="66" charset="0"/>
              </a:rPr>
              <a:t> et préparer le nettoyage. Mais je ne veux pas casser l’opérationnel : il faut être prudent sur les critères</a:t>
            </a:r>
            <a:endParaRPr lang="fr-FR" sz="1400" dirty="0">
              <a:solidFill>
                <a:schemeClr val="tx1"/>
              </a:solidFill>
              <a:latin typeface="Comic Sans MS" panose="030F0702030302020204" pitchFamily="66" charset="0"/>
            </a:endParaRPr>
          </a:p>
          <a:p>
            <a:endParaRPr lang="fr-FR" sz="1600" dirty="0">
              <a:solidFill>
                <a:schemeClr val="tx1"/>
              </a:solidFill>
              <a:latin typeface="Comic Sans MS" panose="030F0702030302020204" pitchFamily="66" charset="0"/>
            </a:endParaRPr>
          </a:p>
          <a:p>
            <a:pPr algn="ctr">
              <a:spcAft>
                <a:spcPts val="600"/>
              </a:spcAft>
            </a:pPr>
            <a:r>
              <a:rPr lang="fr-FR" sz="1600" b="1" dirty="0">
                <a:solidFill>
                  <a:schemeClr val="tx1"/>
                </a:solidFill>
                <a:latin typeface="Comic Sans MS" panose="030F0702030302020204" pitchFamily="66" charset="0"/>
              </a:rPr>
              <a:t>Mes besoins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une liste avec des filtres clairs : société, pays, catégorie, date dernière activité.</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comprendre pourquoi un fournisseur est considéré inactif : dernière commande, dernière facture, dernière mise à jour de fiche.</a:t>
            </a:r>
          </a:p>
          <a:p>
            <a:pPr marL="285750" indent="-285750">
              <a:buFont typeface="Wingdings" panose="05000000000000000000" pitchFamily="2" charset="2"/>
              <a:buChar char="ü"/>
            </a:pPr>
            <a:r>
              <a:rPr lang="fr-FR" sz="1400" dirty="0">
                <a:solidFill>
                  <a:schemeClr val="tx1"/>
                </a:solidFill>
                <a:latin typeface="Comic Sans MS" panose="030F0702030302020204" pitchFamily="66" charset="0"/>
              </a:rPr>
              <a:t>Je veux que l’app soit utilisable par un acheteur : pas de jargon technique, des libellés métier.</a:t>
            </a:r>
          </a:p>
        </p:txBody>
      </p:sp>
    </p:spTree>
    <p:extLst>
      <p:ext uri="{BB962C8B-B14F-4D97-AF65-F5344CB8AC3E}">
        <p14:creationId xmlns:p14="http://schemas.microsoft.com/office/powerpoint/2010/main" val="18496590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74F5-CD5F-BA2A-E622-7EBBDDF0666F}"/>
            </a:ext>
          </a:extLst>
        </p:cNvPr>
        <p:cNvGrpSpPr/>
        <p:nvPr/>
      </p:nvGrpSpPr>
      <p:grpSpPr>
        <a:xfrm>
          <a:off x="0" y="0"/>
          <a:ext cx="0" cy="0"/>
          <a:chOff x="0" y="0"/>
          <a:chExt cx="0" cy="0"/>
        </a:xfrm>
      </p:grpSpPr>
      <p:pic>
        <p:nvPicPr>
          <p:cNvPr id="2" name="Picture 6" descr="Whiteboard board clipart Images - Free Download on Freepik">
            <a:extLst>
              <a:ext uri="{FF2B5EF4-FFF2-40B4-BE49-F238E27FC236}">
                <a16:creationId xmlns:a16="http://schemas.microsoft.com/office/drawing/2014/main" id="{03944FC3-69F2-84C0-1416-7CEC414641E4}"/>
              </a:ext>
            </a:extLst>
          </p:cNvPr>
          <p:cNvPicPr>
            <a:picLocks noChangeAspect="1" noChangeArrowheads="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ackgroundRemoval t="8147" b="92652" l="9585" r="89776">
                        <a14:foregroundMark x1="45527" y1="14058" x2="50479" y2="13578"/>
                        <a14:foregroundMark x1="50479" y1="8147" x2="50479" y2="11022"/>
                        <a14:foregroundMark x1="50479" y1="8466" x2="50479" y2="10703"/>
                        <a14:foregroundMark x1="49201" y1="40735" x2="50000" y2="47764"/>
                        <a14:foregroundMark x1="34026" y1="36741" x2="42812" y2="48403"/>
                        <a14:foregroundMark x1="42812" y1="48403" x2="64217" y2="45687"/>
                        <a14:foregroundMark x1="54952" y1="58626" x2="37859" y2="62620"/>
                        <a14:foregroundMark x1="37859" y1="62620" x2="19169" y2="57508"/>
                        <a14:foregroundMark x1="19169" y1="57508" x2="18690" y2="38498"/>
                        <a14:foregroundMark x1="18690" y1="38498" x2="24121" y2="26997"/>
                        <a14:foregroundMark x1="24121" y1="26997" x2="54792" y2="22684"/>
                        <a14:foregroundMark x1="54792" y1="22684" x2="71246" y2="28115"/>
                        <a14:foregroundMark x1="71246" y1="28115" x2="75879" y2="61981"/>
                        <a14:foregroundMark x1="74760" y1="64377" x2="39457" y2="64856"/>
                        <a14:foregroundMark x1="32907" y1="82109" x2="31310" y2="91054"/>
                        <a14:foregroundMark x1="31310" y1="91054" x2="30032" y2="91853"/>
                        <a14:foregroundMark x1="69649" y1="92492" x2="67252" y2="84185"/>
                        <a14:foregroundMark x1="67252" y1="84185" x2="67252" y2="84185"/>
                        <a14:foregroundMark x1="30671" y1="92652" x2="31150" y2="91853"/>
                        <a14:foregroundMark x1="89617" y1="21565" x2="89617" y2="26837"/>
                        <a14:foregroundMark x1="89776" y1="32109" x2="89776" y2="73642"/>
                      </a14:backgroundRemoval>
                    </a14:imgEffect>
                  </a14:imgLayer>
                </a14:imgProps>
              </a:ext>
              <a:ext uri="{28A0092B-C50C-407E-A947-70E740481C1C}">
                <a14:useLocalDpi xmlns:a14="http://schemas.microsoft.com/office/drawing/2010/main" val="0"/>
              </a:ext>
            </a:extLst>
          </a:blip>
          <a:srcRect/>
          <a:stretch>
            <a:fillRect/>
          </a:stretch>
        </p:blipFill>
        <p:spPr bwMode="auto">
          <a:xfrm>
            <a:off x="0" y="1268569"/>
            <a:ext cx="5857426" cy="585742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B33720E1-A189-0A14-EC9D-EDFCD560AF71}"/>
              </a:ext>
            </a:extLst>
          </p:cNvPr>
          <p:cNvSpPr>
            <a:spLocks noGrp="1"/>
          </p:cNvSpPr>
          <p:nvPr>
            <p:ph type="title"/>
          </p:nvPr>
        </p:nvSpPr>
        <p:spPr/>
        <p:txBody>
          <a:bodyPr/>
          <a:lstStyle/>
          <a:p>
            <a:r>
              <a:rPr lang="fr-FR" dirty="0"/>
              <a:t>Equipe A – Application Fiori – Sprint 2</a:t>
            </a:r>
          </a:p>
        </p:txBody>
      </p:sp>
      <p:sp>
        <p:nvSpPr>
          <p:cNvPr id="4" name="Text Placeholder 3">
            <a:extLst>
              <a:ext uri="{FF2B5EF4-FFF2-40B4-BE49-F238E27FC236}">
                <a16:creationId xmlns:a16="http://schemas.microsoft.com/office/drawing/2014/main" id="{38026013-8915-9025-5B0F-C9EDB83C996F}"/>
              </a:ext>
            </a:extLst>
          </p:cNvPr>
          <p:cNvSpPr>
            <a:spLocks noGrp="1"/>
          </p:cNvSpPr>
          <p:nvPr>
            <p:ph type="body" sz="quarter" idx="15"/>
          </p:nvPr>
        </p:nvSpPr>
        <p:spPr>
          <a:xfrm>
            <a:off x="492124" y="1032503"/>
            <a:ext cx="11206163" cy="184666"/>
          </a:xfrm>
        </p:spPr>
        <p:txBody>
          <a:bodyPr/>
          <a:lstStyle/>
          <a:p>
            <a:r>
              <a:rPr lang="fr-FR" dirty="0"/>
              <a:t>Hackathon AI For DEV – SAP </a:t>
            </a:r>
          </a:p>
        </p:txBody>
      </p:sp>
      <p:grpSp>
        <p:nvGrpSpPr>
          <p:cNvPr id="14" name="Group 13">
            <a:extLst>
              <a:ext uri="{FF2B5EF4-FFF2-40B4-BE49-F238E27FC236}">
                <a16:creationId xmlns:a16="http://schemas.microsoft.com/office/drawing/2014/main" id="{DE43CC56-66E6-09FB-E1FD-3207C6CFDF18}"/>
              </a:ext>
            </a:extLst>
          </p:cNvPr>
          <p:cNvGrpSpPr/>
          <p:nvPr/>
        </p:nvGrpSpPr>
        <p:grpSpPr>
          <a:xfrm>
            <a:off x="5637905" y="198571"/>
            <a:ext cx="4944714" cy="4478203"/>
            <a:chOff x="4524375" y="-226961"/>
            <a:chExt cx="5810250" cy="4398912"/>
          </a:xfrm>
          <a:effectLst>
            <a:outerShdw blurRad="50800" dist="38100" dir="2700000" algn="tl" rotWithShape="0">
              <a:prstClr val="black">
                <a:alpha val="40000"/>
              </a:prstClr>
            </a:outerShdw>
          </a:effectLst>
        </p:grpSpPr>
        <p:pic>
          <p:nvPicPr>
            <p:cNvPr id="8" name="Picture 7">
              <a:extLst>
                <a:ext uri="{FF2B5EF4-FFF2-40B4-BE49-F238E27FC236}">
                  <a16:creationId xmlns:a16="http://schemas.microsoft.com/office/drawing/2014/main" id="{DF39FD60-EB40-50EB-7D14-2950B3B0846B}"/>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ackgroundRemoval t="9961" b="89844" l="7520" r="96582">
                          <a14:foregroundMark x1="8789" y1="40039" x2="7520" y2="53125"/>
                          <a14:foregroundMark x1="7520" y1="53125" x2="7813" y2="53809"/>
                          <a14:foregroundMark x1="90820" y1="39746" x2="92969" y2="56836"/>
                          <a14:foregroundMark x1="92969" y1="56836" x2="92773" y2="57715"/>
                          <a14:foregroundMark x1="93066" y1="40234" x2="96582" y2="46289"/>
                        </a14:backgroundRemoval>
                      </a14:imgEffect>
                    </a14:imgLayer>
                  </a14:imgProps>
                </a:ext>
                <a:ext uri="{28A0092B-C50C-407E-A947-70E740481C1C}">
                  <a14:useLocalDpi xmlns:a14="http://schemas.microsoft.com/office/drawing/2010/main" val="0"/>
                </a:ext>
              </a:extLst>
            </a:blip>
            <a:stretch>
              <a:fillRect/>
            </a:stretch>
          </p:blipFill>
          <p:spPr>
            <a:xfrm flipH="1">
              <a:off x="4524375" y="-226961"/>
              <a:ext cx="5810250" cy="4398912"/>
            </a:xfrm>
            <a:prstGeom prst="rect">
              <a:avLst/>
            </a:prstGeom>
          </p:spPr>
        </p:pic>
        <p:sp>
          <p:nvSpPr>
            <p:cNvPr id="10" name="TextBox 9">
              <a:extLst>
                <a:ext uri="{FF2B5EF4-FFF2-40B4-BE49-F238E27FC236}">
                  <a16:creationId xmlns:a16="http://schemas.microsoft.com/office/drawing/2014/main" id="{867E8690-0A42-0B5B-3668-AD4AA83EB820}"/>
                </a:ext>
              </a:extLst>
            </p:cNvPr>
            <p:cNvSpPr txBox="1"/>
            <p:nvPr/>
          </p:nvSpPr>
          <p:spPr>
            <a:xfrm>
              <a:off x="4887833" y="561970"/>
              <a:ext cx="5083333" cy="2623402"/>
            </a:xfrm>
            <a:prstGeom prst="ellipse">
              <a:avLst/>
            </a:prstGeom>
            <a:solidFill>
              <a:schemeClr val="bg1"/>
            </a:solidFill>
          </p:spPr>
          <p:txBody>
            <a:bodyPr wrap="square" lIns="0" rIns="0">
              <a:noAutofit/>
            </a:bodyPr>
            <a:lstStyle/>
            <a:p>
              <a:pPr algn="ctr"/>
              <a:endParaRPr lang="fr-FR" sz="1400" dirty="0"/>
            </a:p>
          </p:txBody>
        </p:sp>
      </p:grpSp>
      <p:sp>
        <p:nvSpPr>
          <p:cNvPr id="12" name="TextBox 11">
            <a:extLst>
              <a:ext uri="{FF2B5EF4-FFF2-40B4-BE49-F238E27FC236}">
                <a16:creationId xmlns:a16="http://schemas.microsoft.com/office/drawing/2014/main" id="{5E176F19-66A3-CEB1-D8AE-01F523EE0738}"/>
              </a:ext>
            </a:extLst>
          </p:cNvPr>
          <p:cNvSpPr txBox="1"/>
          <p:nvPr/>
        </p:nvSpPr>
        <p:spPr>
          <a:xfrm>
            <a:off x="5949016" y="886712"/>
            <a:ext cx="4326084" cy="2473184"/>
          </a:xfrm>
          <a:prstGeom prst="ellipse">
            <a:avLst/>
          </a:prstGeom>
          <a:noFill/>
        </p:spPr>
        <p:txBody>
          <a:bodyPr wrap="square" lIns="0" rIns="0">
            <a:noAutofit/>
          </a:bodyPr>
          <a:lstStyle/>
          <a:p>
            <a:pPr algn="ctr"/>
            <a:r>
              <a:rPr lang="fr-FR" sz="1600" b="0" i="0" dirty="0">
                <a:solidFill>
                  <a:srgbClr val="242424"/>
                </a:solidFill>
                <a:effectLst/>
                <a:latin typeface="Comic Sans MS" panose="030F0702030302020204" pitchFamily="66" charset="0"/>
              </a:rPr>
              <a:t>Identifier les inactifs, c’est bien. Mais moi je veux réduire le risque financier. </a:t>
            </a:r>
          </a:p>
          <a:p>
            <a:pPr algn="ctr"/>
            <a:endParaRPr lang="fr-FR" sz="1600" dirty="0">
              <a:solidFill>
                <a:srgbClr val="242424"/>
              </a:solidFill>
              <a:latin typeface="Comic Sans MS" panose="030F0702030302020204" pitchFamily="66" charset="0"/>
            </a:endParaRPr>
          </a:p>
          <a:p>
            <a:pPr algn="ctr"/>
            <a:r>
              <a:rPr lang="fr-FR" sz="1600" b="0" i="0" dirty="0">
                <a:solidFill>
                  <a:srgbClr val="242424"/>
                </a:solidFill>
                <a:effectLst/>
                <a:latin typeface="Comic Sans MS" panose="030F0702030302020204" pitchFamily="66" charset="0"/>
              </a:rPr>
              <a:t>Je veux un </a:t>
            </a:r>
            <a:r>
              <a:rPr lang="fr-FR" sz="1600" b="1" i="0" dirty="0">
                <a:solidFill>
                  <a:srgbClr val="242424"/>
                </a:solidFill>
                <a:effectLst/>
                <a:latin typeface="Comic Sans MS" panose="030F0702030302020204" pitchFamily="66" charset="0"/>
              </a:rPr>
              <a:t>score de risque </a:t>
            </a:r>
            <a:r>
              <a:rPr lang="fr-FR" sz="1600" b="0" i="0" dirty="0">
                <a:solidFill>
                  <a:srgbClr val="242424"/>
                </a:solidFill>
                <a:effectLst/>
                <a:latin typeface="Comic Sans MS" panose="030F0702030302020204" pitchFamily="66" charset="0"/>
              </a:rPr>
              <a:t>et un </a:t>
            </a:r>
            <a:r>
              <a:rPr lang="fr-FR" sz="1600" b="1" i="0" dirty="0">
                <a:solidFill>
                  <a:srgbClr val="242424"/>
                </a:solidFill>
                <a:effectLst/>
                <a:latin typeface="Comic Sans MS" panose="030F0702030302020204" pitchFamily="66" charset="0"/>
              </a:rPr>
              <a:t>statut</a:t>
            </a:r>
            <a:r>
              <a:rPr lang="fr-FR" sz="1600" b="0" i="0" dirty="0">
                <a:solidFill>
                  <a:srgbClr val="242424"/>
                </a:solidFill>
                <a:effectLst/>
                <a:latin typeface="Comic Sans MS" panose="030F0702030302020204" pitchFamily="66" charset="0"/>
              </a:rPr>
              <a:t> clair ! </a:t>
            </a:r>
          </a:p>
          <a:p>
            <a:pPr algn="ctr"/>
            <a:r>
              <a:rPr lang="fr-FR" sz="1600" b="0" i="0" dirty="0">
                <a:solidFill>
                  <a:srgbClr val="242424"/>
                </a:solidFill>
                <a:effectLst/>
                <a:latin typeface="Comic Sans MS" panose="030F0702030302020204" pitchFamily="66" charset="0"/>
              </a:rPr>
              <a:t>Et j’ai besoin d’une synthèse visuelle : je dois pouvoir piloter !</a:t>
            </a:r>
          </a:p>
        </p:txBody>
      </p:sp>
      <p:sp>
        <p:nvSpPr>
          <p:cNvPr id="17" name="Rectangle 16">
            <a:extLst>
              <a:ext uri="{FF2B5EF4-FFF2-40B4-BE49-F238E27FC236}">
                <a16:creationId xmlns:a16="http://schemas.microsoft.com/office/drawing/2014/main" id="{34F50AE1-2F23-A7B7-94FB-C540DDF971AA}"/>
              </a:ext>
            </a:extLst>
          </p:cNvPr>
          <p:cNvSpPr/>
          <p:nvPr/>
        </p:nvSpPr>
        <p:spPr>
          <a:xfrm>
            <a:off x="837306" y="2331042"/>
            <a:ext cx="4190205" cy="33086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fr-FR" sz="1600" b="1" dirty="0">
                <a:solidFill>
                  <a:schemeClr val="tx1"/>
                </a:solidFill>
                <a:latin typeface="Comic Sans MS" panose="030F0702030302020204" pitchFamily="66" charset="0"/>
              </a:rPr>
              <a:t>Mes demandes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 score (0–100 ou A/B/C) et un statut associé (OK / À surveiller / Risqué / À clôturer).</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que le score soit explicable : des axes (ex. paiement, livraison, qualité de données, litiges).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 graphique en en-tête : répartition par statut, top risques, tendance.</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pouvoir filtrer par statut et score, et voir les drivers du score..</a:t>
            </a:r>
          </a:p>
        </p:txBody>
      </p:sp>
      <p:sp>
        <p:nvSpPr>
          <p:cNvPr id="19" name="TextBox 18">
            <a:extLst>
              <a:ext uri="{FF2B5EF4-FFF2-40B4-BE49-F238E27FC236}">
                <a16:creationId xmlns:a16="http://schemas.microsoft.com/office/drawing/2014/main" id="{F8F20C99-C4D5-D752-A808-8B8E21BF4F3B}"/>
              </a:ext>
            </a:extLst>
          </p:cNvPr>
          <p:cNvSpPr txBox="1"/>
          <p:nvPr/>
        </p:nvSpPr>
        <p:spPr>
          <a:xfrm>
            <a:off x="7496400" y="6176778"/>
            <a:ext cx="2770069" cy="584775"/>
          </a:xfrm>
          <a:prstGeom prst="rect">
            <a:avLst/>
          </a:prstGeom>
          <a:noFill/>
        </p:spPr>
        <p:txBody>
          <a:bodyPr wrap="square">
            <a:spAutoFit/>
          </a:bodyPr>
          <a:lstStyle/>
          <a:p>
            <a:pPr algn="l">
              <a:buNone/>
            </a:pPr>
            <a:r>
              <a:rPr lang="fr-FR" sz="1600" b="1" i="0" dirty="0">
                <a:solidFill>
                  <a:schemeClr val="accent2"/>
                </a:solidFill>
                <a:latin typeface="LVMH Sans" panose="02000000000000000000"/>
              </a:rPr>
              <a:t>Isabelle Renaud</a:t>
            </a:r>
          </a:p>
          <a:p>
            <a:pPr algn="l">
              <a:buNone/>
            </a:pPr>
            <a:r>
              <a:rPr lang="fr-FR" sz="1600" i="1" dirty="0">
                <a:solidFill>
                  <a:srgbClr val="242424"/>
                </a:solidFill>
                <a:latin typeface="LVMH Sans" panose="02000000000000000000"/>
              </a:rPr>
              <a:t>Chief Financial </a:t>
            </a:r>
            <a:r>
              <a:rPr lang="fr-FR" sz="1600" i="1" dirty="0" err="1">
                <a:solidFill>
                  <a:srgbClr val="242424"/>
                </a:solidFill>
                <a:latin typeface="LVMH Sans" panose="02000000000000000000"/>
              </a:rPr>
              <a:t>Officer</a:t>
            </a:r>
            <a:endParaRPr lang="fr-FR" sz="1600" i="1" dirty="0">
              <a:solidFill>
                <a:srgbClr val="242424"/>
              </a:solidFill>
              <a:latin typeface="LVMH Sans" panose="02000000000000000000"/>
            </a:endParaRPr>
          </a:p>
        </p:txBody>
      </p:sp>
      <p:pic>
        <p:nvPicPr>
          <p:cNvPr id="4098" name="Picture 2" descr="Page 8 | Caricature femme affaires - Photos : téléchargez gratuitement des  images de haute qualité | Freepik">
            <a:extLst>
              <a:ext uri="{FF2B5EF4-FFF2-40B4-BE49-F238E27FC236}">
                <a16:creationId xmlns:a16="http://schemas.microsoft.com/office/drawing/2014/main" id="{57095DC3-99F6-0CF9-1906-65D496E4FB60}"/>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5431" b="97284" l="9585" r="89617">
                        <a14:foregroundMark x1="41054" y1="8626" x2="54153" y2="9265"/>
                        <a14:foregroundMark x1="46326" y1="5911" x2="48722" y2="5591"/>
                        <a14:foregroundMark x1="48722" y1="52396" x2="52556" y2="67572"/>
                        <a14:foregroundMark x1="54952" y1="55112" x2="59744" y2="70927"/>
                        <a14:foregroundMark x1="57827" y1="60703" x2="57188" y2="76997"/>
                        <a14:foregroundMark x1="50958" y1="92492" x2="49361" y2="97284"/>
                      </a14:backgroundRemoval>
                    </a14:imgEffect>
                  </a14:imgLayer>
                </a14:imgProps>
              </a:ext>
              <a:ext uri="{28A0092B-C50C-407E-A947-70E740481C1C}">
                <a14:useLocalDpi xmlns:a14="http://schemas.microsoft.com/office/drawing/2010/main" val="0"/>
              </a:ext>
            </a:extLst>
          </a:blip>
          <a:srcRect l="22953" r="23052"/>
          <a:stretch>
            <a:fillRect/>
          </a:stretch>
        </p:blipFill>
        <p:spPr bwMode="auto">
          <a:xfrm flipH="1">
            <a:off x="9515475" y="2932929"/>
            <a:ext cx="2124075" cy="3933826"/>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a:extLst>
              <a:ext uri="{FF2B5EF4-FFF2-40B4-BE49-F238E27FC236}">
                <a16:creationId xmlns:a16="http://schemas.microsoft.com/office/drawing/2014/main" id="{7247B986-54A7-F065-35D4-8BD5EC1BAB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21357" flipH="1" flipV="1">
            <a:off x="5574201" y="3270531"/>
            <a:ext cx="1042009" cy="977975"/>
          </a:xfrm>
          <a:prstGeom prst="rect">
            <a:avLst/>
          </a:prstGeom>
        </p:spPr>
      </p:pic>
    </p:spTree>
    <p:extLst>
      <p:ext uri="{BB962C8B-B14F-4D97-AF65-F5344CB8AC3E}">
        <p14:creationId xmlns:p14="http://schemas.microsoft.com/office/powerpoint/2010/main" val="5934177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22B5C-0533-7BB6-E3B0-1AA48965FE0A}"/>
            </a:ext>
          </a:extLst>
        </p:cNvPr>
        <p:cNvGrpSpPr/>
        <p:nvPr/>
      </p:nvGrpSpPr>
      <p:grpSpPr>
        <a:xfrm>
          <a:off x="0" y="0"/>
          <a:ext cx="0" cy="0"/>
          <a:chOff x="0" y="0"/>
          <a:chExt cx="0" cy="0"/>
        </a:xfrm>
      </p:grpSpPr>
      <p:pic>
        <p:nvPicPr>
          <p:cNvPr id="24" name="Graphic 23">
            <a:extLst>
              <a:ext uri="{FF2B5EF4-FFF2-40B4-BE49-F238E27FC236}">
                <a16:creationId xmlns:a16="http://schemas.microsoft.com/office/drawing/2014/main" id="{9C27F52E-ABFE-61DA-8C52-2F9219DCB6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3281" y="3565378"/>
            <a:ext cx="1695450" cy="990600"/>
          </a:xfrm>
          <a:prstGeom prst="rect">
            <a:avLst/>
          </a:prstGeom>
        </p:spPr>
      </p:pic>
      <p:sp>
        <p:nvSpPr>
          <p:cNvPr id="3" name="Title 2">
            <a:extLst>
              <a:ext uri="{FF2B5EF4-FFF2-40B4-BE49-F238E27FC236}">
                <a16:creationId xmlns:a16="http://schemas.microsoft.com/office/drawing/2014/main" id="{3556DEBA-1192-19EC-731E-E8BE821286A1}"/>
              </a:ext>
            </a:extLst>
          </p:cNvPr>
          <p:cNvSpPr>
            <a:spLocks noGrp="1"/>
          </p:cNvSpPr>
          <p:nvPr>
            <p:ph type="title"/>
          </p:nvPr>
        </p:nvSpPr>
        <p:spPr/>
        <p:txBody>
          <a:bodyPr/>
          <a:lstStyle/>
          <a:p>
            <a:r>
              <a:rPr lang="fr-FR" dirty="0"/>
              <a:t>Equipe A – Application Fiori – Sprint 3</a:t>
            </a:r>
          </a:p>
        </p:txBody>
      </p:sp>
      <p:sp>
        <p:nvSpPr>
          <p:cNvPr id="4" name="Text Placeholder 3">
            <a:extLst>
              <a:ext uri="{FF2B5EF4-FFF2-40B4-BE49-F238E27FC236}">
                <a16:creationId xmlns:a16="http://schemas.microsoft.com/office/drawing/2014/main" id="{550580FE-F2CE-C6E6-EAFF-035D68B479D4}"/>
              </a:ext>
            </a:extLst>
          </p:cNvPr>
          <p:cNvSpPr>
            <a:spLocks noGrp="1"/>
          </p:cNvSpPr>
          <p:nvPr>
            <p:ph type="body" sz="quarter" idx="15"/>
          </p:nvPr>
        </p:nvSpPr>
        <p:spPr>
          <a:xfrm>
            <a:off x="492124" y="1032503"/>
            <a:ext cx="11206163" cy="184666"/>
          </a:xfrm>
        </p:spPr>
        <p:txBody>
          <a:bodyPr/>
          <a:lstStyle/>
          <a:p>
            <a:r>
              <a:rPr lang="fr-FR" dirty="0"/>
              <a:t>Hackathon AI For DEV – SAP </a:t>
            </a:r>
          </a:p>
        </p:txBody>
      </p:sp>
      <p:sp>
        <p:nvSpPr>
          <p:cNvPr id="19" name="TextBox 18">
            <a:extLst>
              <a:ext uri="{FF2B5EF4-FFF2-40B4-BE49-F238E27FC236}">
                <a16:creationId xmlns:a16="http://schemas.microsoft.com/office/drawing/2014/main" id="{2D0425B7-4B18-AFC7-6F71-B4993D3510F9}"/>
              </a:ext>
            </a:extLst>
          </p:cNvPr>
          <p:cNvSpPr txBox="1"/>
          <p:nvPr/>
        </p:nvSpPr>
        <p:spPr>
          <a:xfrm>
            <a:off x="2629125" y="6176778"/>
            <a:ext cx="2770069" cy="584775"/>
          </a:xfrm>
          <a:prstGeom prst="rect">
            <a:avLst/>
          </a:prstGeom>
          <a:noFill/>
        </p:spPr>
        <p:txBody>
          <a:bodyPr wrap="square">
            <a:spAutoFit/>
          </a:bodyPr>
          <a:lstStyle/>
          <a:p>
            <a:pPr algn="l">
              <a:buNone/>
            </a:pPr>
            <a:r>
              <a:rPr lang="fr-FR" sz="1600" b="1" i="0" dirty="0">
                <a:solidFill>
                  <a:schemeClr val="accent2"/>
                </a:solidFill>
                <a:latin typeface="LVMH Sans" panose="02000000000000000000"/>
              </a:rPr>
              <a:t>Luca Bianchi</a:t>
            </a:r>
          </a:p>
          <a:p>
            <a:pPr algn="l">
              <a:buNone/>
            </a:pPr>
            <a:r>
              <a:rPr lang="fr-FR" sz="1600" i="1" dirty="0">
                <a:solidFill>
                  <a:srgbClr val="242424"/>
                </a:solidFill>
                <a:latin typeface="LVMH Sans" panose="02000000000000000000"/>
              </a:rPr>
              <a:t>Chief Operating </a:t>
            </a:r>
            <a:r>
              <a:rPr lang="fr-FR" sz="1600" i="1" dirty="0" err="1">
                <a:solidFill>
                  <a:srgbClr val="242424"/>
                </a:solidFill>
                <a:latin typeface="LVMH Sans" panose="02000000000000000000"/>
              </a:rPr>
              <a:t>Officer</a:t>
            </a:r>
            <a:endParaRPr lang="fr-FR" sz="1600" i="1" dirty="0">
              <a:solidFill>
                <a:srgbClr val="242424"/>
              </a:solidFill>
              <a:latin typeface="LVMH Sans" panose="02000000000000000000"/>
            </a:endParaRPr>
          </a:p>
        </p:txBody>
      </p:sp>
      <p:grpSp>
        <p:nvGrpSpPr>
          <p:cNvPr id="15" name="Group 14">
            <a:extLst>
              <a:ext uri="{FF2B5EF4-FFF2-40B4-BE49-F238E27FC236}">
                <a16:creationId xmlns:a16="http://schemas.microsoft.com/office/drawing/2014/main" id="{9E8180B9-62B9-1514-2AEC-7A205C7FDD02}"/>
              </a:ext>
            </a:extLst>
          </p:cNvPr>
          <p:cNvGrpSpPr/>
          <p:nvPr/>
        </p:nvGrpSpPr>
        <p:grpSpPr>
          <a:xfrm flipH="1">
            <a:off x="1595067" y="1022193"/>
            <a:ext cx="4929083" cy="3905244"/>
            <a:chOff x="4524375" y="-226961"/>
            <a:chExt cx="5810250" cy="4398912"/>
          </a:xfrm>
          <a:effectLst>
            <a:outerShdw blurRad="50800" dist="38100" dir="2700000" algn="tl" rotWithShape="0">
              <a:prstClr val="black">
                <a:alpha val="40000"/>
              </a:prstClr>
            </a:outerShdw>
          </a:effectLst>
        </p:grpSpPr>
        <p:pic>
          <p:nvPicPr>
            <p:cNvPr id="16" name="Picture 15">
              <a:extLst>
                <a:ext uri="{FF2B5EF4-FFF2-40B4-BE49-F238E27FC236}">
                  <a16:creationId xmlns:a16="http://schemas.microsoft.com/office/drawing/2014/main" id="{96FAEC64-F1EE-C0EA-D658-94C1B480E15D}"/>
                </a:ext>
              </a:extLst>
            </p:cNvPr>
            <p:cNvPicPr>
              <a:picLocks noChangeAspect="1"/>
            </p:cNvPicPr>
            <p:nvPr/>
          </p:nvPicPr>
          <p:blipFill>
            <a:blip r:embed="rId4">
              <a:duotone>
                <a:schemeClr val="accent6">
                  <a:shade val="45000"/>
                  <a:satMod val="135000"/>
                </a:schemeClr>
                <a:prstClr val="white"/>
              </a:duotone>
              <a:extLst>
                <a:ext uri="{BEBA8EAE-BF5A-486C-A8C5-ECC9F3942E4B}">
                  <a14:imgProps xmlns:a14="http://schemas.microsoft.com/office/drawing/2010/main">
                    <a14:imgLayer r:embed="rId5">
                      <a14:imgEffect>
                        <a14:backgroundRemoval t="9961" b="89844" l="7520" r="96582">
                          <a14:foregroundMark x1="8789" y1="40039" x2="7520" y2="53125"/>
                          <a14:foregroundMark x1="7520" y1="53125" x2="7813" y2="53809"/>
                          <a14:foregroundMark x1="90820" y1="39746" x2="92969" y2="56836"/>
                          <a14:foregroundMark x1="92969" y1="56836" x2="92773" y2="57715"/>
                          <a14:foregroundMark x1="93066" y1="40234" x2="96582" y2="46289"/>
                        </a14:backgroundRemoval>
                      </a14:imgEffect>
                    </a14:imgLayer>
                  </a14:imgProps>
                </a:ext>
                <a:ext uri="{28A0092B-C50C-407E-A947-70E740481C1C}">
                  <a14:useLocalDpi xmlns:a14="http://schemas.microsoft.com/office/drawing/2010/main" val="0"/>
                </a:ext>
              </a:extLst>
            </a:blip>
            <a:stretch>
              <a:fillRect/>
            </a:stretch>
          </p:blipFill>
          <p:spPr>
            <a:xfrm flipH="1">
              <a:off x="4524375" y="-226961"/>
              <a:ext cx="5810250" cy="4398912"/>
            </a:xfrm>
            <a:prstGeom prst="rect">
              <a:avLst/>
            </a:prstGeom>
          </p:spPr>
        </p:pic>
        <p:sp>
          <p:nvSpPr>
            <p:cNvPr id="18" name="TextBox 17">
              <a:extLst>
                <a:ext uri="{FF2B5EF4-FFF2-40B4-BE49-F238E27FC236}">
                  <a16:creationId xmlns:a16="http://schemas.microsoft.com/office/drawing/2014/main" id="{1C8DE2C3-E41F-7DF7-CCB4-BFF8487D4BCF}"/>
                </a:ext>
              </a:extLst>
            </p:cNvPr>
            <p:cNvSpPr txBox="1"/>
            <p:nvPr/>
          </p:nvSpPr>
          <p:spPr>
            <a:xfrm>
              <a:off x="4887833" y="561970"/>
              <a:ext cx="5083333" cy="2623402"/>
            </a:xfrm>
            <a:prstGeom prst="ellipse">
              <a:avLst/>
            </a:prstGeom>
            <a:solidFill>
              <a:schemeClr val="bg1"/>
            </a:solidFill>
          </p:spPr>
          <p:txBody>
            <a:bodyPr wrap="square" lIns="0" rIns="0">
              <a:noAutofit/>
            </a:bodyPr>
            <a:lstStyle/>
            <a:p>
              <a:pPr algn="ctr"/>
              <a:endParaRPr lang="fr-FR" sz="1400" dirty="0"/>
            </a:p>
          </p:txBody>
        </p:sp>
      </p:grpSp>
      <p:sp>
        <p:nvSpPr>
          <p:cNvPr id="20" name="TextBox 19">
            <a:extLst>
              <a:ext uri="{FF2B5EF4-FFF2-40B4-BE49-F238E27FC236}">
                <a16:creationId xmlns:a16="http://schemas.microsoft.com/office/drawing/2014/main" id="{B60704B3-D821-6279-0554-13128839E6B5}"/>
              </a:ext>
            </a:extLst>
          </p:cNvPr>
          <p:cNvSpPr txBox="1"/>
          <p:nvPr/>
        </p:nvSpPr>
        <p:spPr>
          <a:xfrm>
            <a:off x="1903466" y="1810184"/>
            <a:ext cx="4341340" cy="1667596"/>
          </a:xfrm>
          <a:prstGeom prst="ellipse">
            <a:avLst/>
          </a:prstGeom>
          <a:noFill/>
        </p:spPr>
        <p:txBody>
          <a:bodyPr wrap="square" lIns="0" rIns="0">
            <a:noAutofit/>
          </a:bodyPr>
          <a:lstStyle/>
          <a:p>
            <a:pPr algn="ctr">
              <a:spcAft>
                <a:spcPts val="1200"/>
              </a:spcAft>
            </a:pPr>
            <a:r>
              <a:rPr lang="fr-FR" sz="1600" b="0" i="0" dirty="0">
                <a:solidFill>
                  <a:srgbClr val="242424"/>
                </a:solidFill>
                <a:effectLst/>
                <a:latin typeface="Comic Sans MS" panose="030F0702030302020204" pitchFamily="66" charset="0"/>
              </a:rPr>
              <a:t>Très bien, vous avez une liste et un score ! </a:t>
            </a:r>
          </a:p>
          <a:p>
            <a:pPr algn="ctr"/>
            <a:r>
              <a:rPr lang="fr-FR" sz="1600" b="0" i="0" dirty="0">
                <a:solidFill>
                  <a:srgbClr val="242424"/>
                </a:solidFill>
                <a:effectLst/>
                <a:latin typeface="Comic Sans MS" panose="030F0702030302020204" pitchFamily="66" charset="0"/>
              </a:rPr>
              <a:t>Maintenant je veux une </a:t>
            </a:r>
            <a:r>
              <a:rPr lang="fr-FR" sz="1600" b="1" i="0" dirty="0">
                <a:solidFill>
                  <a:srgbClr val="242424"/>
                </a:solidFill>
                <a:effectLst/>
                <a:latin typeface="Comic Sans MS" panose="030F0702030302020204" pitchFamily="66" charset="0"/>
              </a:rPr>
              <a:t>page détail</a:t>
            </a:r>
            <a:r>
              <a:rPr lang="fr-FR" sz="1600" b="0" i="0" dirty="0">
                <a:solidFill>
                  <a:srgbClr val="242424"/>
                </a:solidFill>
                <a:effectLst/>
                <a:latin typeface="Comic Sans MS" panose="030F0702030302020204" pitchFamily="66" charset="0"/>
              </a:rPr>
              <a:t> claire, avec notamment le </a:t>
            </a:r>
            <a:r>
              <a:rPr lang="fr-FR" sz="1600" b="1" i="0" dirty="0">
                <a:solidFill>
                  <a:srgbClr val="242424"/>
                </a:solidFill>
                <a:effectLst/>
                <a:latin typeface="Comic Sans MS" panose="030F0702030302020204" pitchFamily="66" charset="0"/>
              </a:rPr>
              <a:t>détail du score </a:t>
            </a:r>
            <a:r>
              <a:rPr lang="fr-FR" sz="1600" b="0" i="0" dirty="0">
                <a:solidFill>
                  <a:srgbClr val="242424"/>
                </a:solidFill>
                <a:effectLst/>
                <a:latin typeface="Comic Sans MS" panose="030F0702030302020204" pitchFamily="66" charset="0"/>
              </a:rPr>
              <a:t>pour être en mesure de prendre les bonnes décisions !</a:t>
            </a:r>
          </a:p>
        </p:txBody>
      </p:sp>
      <p:pic>
        <p:nvPicPr>
          <p:cNvPr id="21" name="Picture 6" descr="Whiteboard board clipart Images - Free Download on Freepik">
            <a:extLst>
              <a:ext uri="{FF2B5EF4-FFF2-40B4-BE49-F238E27FC236}">
                <a16:creationId xmlns:a16="http://schemas.microsoft.com/office/drawing/2014/main" id="{4780F10D-668E-52B2-6A74-74E7CE9D222F}"/>
              </a:ext>
            </a:extLst>
          </p:cNvPr>
          <p:cNvPicPr>
            <a:picLocks noChangeAspect="1" noChangeArrowheads="1"/>
          </p:cNvPicPr>
          <p:nvPr/>
        </p:nvPicPr>
        <p:blipFill>
          <a:blip r:embed="rId6">
            <a:duotone>
              <a:schemeClr val="accent6">
                <a:shade val="45000"/>
                <a:satMod val="135000"/>
              </a:schemeClr>
              <a:prstClr val="white"/>
            </a:duotone>
            <a:extLst>
              <a:ext uri="{BEBA8EAE-BF5A-486C-A8C5-ECC9F3942E4B}">
                <a14:imgProps xmlns:a14="http://schemas.microsoft.com/office/drawing/2010/main">
                  <a14:imgLayer r:embed="rId7">
                    <a14:imgEffect>
                      <a14:backgroundRemoval t="8147" b="92652" l="9585" r="89776">
                        <a14:foregroundMark x1="45527" y1="14058" x2="50479" y2="13578"/>
                        <a14:foregroundMark x1="50479" y1="8147" x2="50479" y2="11022"/>
                        <a14:foregroundMark x1="50479" y1="8466" x2="50479" y2="10703"/>
                        <a14:foregroundMark x1="49201" y1="40735" x2="50000" y2="47764"/>
                        <a14:foregroundMark x1="34026" y1="36741" x2="42812" y2="48403"/>
                        <a14:foregroundMark x1="42812" y1="48403" x2="64217" y2="45687"/>
                        <a14:foregroundMark x1="54952" y1="58626" x2="37859" y2="62620"/>
                        <a14:foregroundMark x1="37859" y1="62620" x2="19169" y2="57508"/>
                        <a14:foregroundMark x1="19169" y1="57508" x2="18690" y2="38498"/>
                        <a14:foregroundMark x1="18690" y1="38498" x2="24121" y2="26997"/>
                        <a14:foregroundMark x1="24121" y1="26997" x2="54792" y2="22684"/>
                        <a14:foregroundMark x1="54792" y1="22684" x2="71246" y2="28115"/>
                        <a14:foregroundMark x1="71246" y1="28115" x2="75879" y2="61981"/>
                        <a14:foregroundMark x1="74760" y1="64377" x2="39457" y2="64856"/>
                        <a14:foregroundMark x1="32907" y1="82109" x2="31310" y2="91054"/>
                        <a14:foregroundMark x1="31310" y1="91054" x2="30032" y2="91853"/>
                        <a14:foregroundMark x1="69649" y1="92492" x2="67252" y2="84185"/>
                        <a14:foregroundMark x1="67252" y1="84185" x2="67252" y2="84185"/>
                        <a14:foregroundMark x1="30671" y1="92652" x2="31150" y2="91853"/>
                        <a14:foregroundMark x1="89617" y1="21565" x2="89617" y2="26837"/>
                        <a14:foregroundMark x1="89776" y1="32109" x2="89776" y2="73642"/>
                      </a14:backgroundRemoval>
                    </a14:imgEffect>
                  </a14:imgLayer>
                </a14:imgProps>
              </a:ext>
              <a:ext uri="{28A0092B-C50C-407E-A947-70E740481C1C}">
                <a14:useLocalDpi xmlns:a14="http://schemas.microsoft.com/office/drawing/2010/main" val="0"/>
              </a:ext>
            </a:extLst>
          </a:blip>
          <a:srcRect/>
          <a:stretch>
            <a:fillRect/>
          </a:stretch>
        </p:blipFill>
        <p:spPr bwMode="auto">
          <a:xfrm>
            <a:off x="6435614" y="1545568"/>
            <a:ext cx="5472000" cy="547200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D568CFA3-362A-B219-F682-05971BA86F0C}"/>
              </a:ext>
            </a:extLst>
          </p:cNvPr>
          <p:cNvSpPr/>
          <p:nvPr/>
        </p:nvSpPr>
        <p:spPr>
          <a:xfrm>
            <a:off x="7177384" y="2543174"/>
            <a:ext cx="3985916" cy="304625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fr-FR" sz="1600" b="1" dirty="0">
                <a:solidFill>
                  <a:schemeClr val="tx1"/>
                </a:solidFill>
                <a:latin typeface="Comic Sans MS" panose="030F0702030302020204" pitchFamily="66" charset="0"/>
              </a:rPr>
              <a:t>Mes demandes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une Object Page : vue 360° du fournisseur.</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voir : activités (commandes/factures), anomalies, score + détails des axes, et recommandations.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une navigation depuis la liste vers le détail, et éventuellement vers documents liés (PO / factures)</a:t>
            </a:r>
          </a:p>
        </p:txBody>
      </p:sp>
      <p:pic>
        <p:nvPicPr>
          <p:cNvPr id="13" name="Picture 12">
            <a:extLst>
              <a:ext uri="{FF2B5EF4-FFF2-40B4-BE49-F238E27FC236}">
                <a16:creationId xmlns:a16="http://schemas.microsoft.com/office/drawing/2014/main" id="{8B856F64-BC35-6A91-0BCF-4B15529C2F36}"/>
              </a:ext>
            </a:extLst>
          </p:cNvPr>
          <p:cNvPicPr>
            <a:picLocks noChangeAspect="1"/>
          </p:cNvPicPr>
          <p:nvPr/>
        </p:nvPicPr>
        <p:blipFill>
          <a:blip r:embed="rId8"/>
          <a:stretch>
            <a:fillRect/>
          </a:stretch>
        </p:blipFill>
        <p:spPr>
          <a:xfrm>
            <a:off x="-200025" y="3075805"/>
            <a:ext cx="3790950" cy="3790950"/>
          </a:xfrm>
          <a:prstGeom prst="rect">
            <a:avLst/>
          </a:prstGeom>
        </p:spPr>
      </p:pic>
    </p:spTree>
    <p:extLst>
      <p:ext uri="{BB962C8B-B14F-4D97-AF65-F5344CB8AC3E}">
        <p14:creationId xmlns:p14="http://schemas.microsoft.com/office/powerpoint/2010/main" val="23093749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5E90-4940-53A6-E6B3-FD2890194CF8}"/>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4F743C7B-0F93-F309-A56C-D3B1380500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319592" y="3137985"/>
            <a:ext cx="1695450" cy="990600"/>
          </a:xfrm>
          <a:prstGeom prst="rect">
            <a:avLst/>
          </a:prstGeom>
        </p:spPr>
      </p:pic>
      <p:pic>
        <p:nvPicPr>
          <p:cNvPr id="2" name="Picture 6" descr="Whiteboard board clipart Images - Free Download on Freepik">
            <a:extLst>
              <a:ext uri="{FF2B5EF4-FFF2-40B4-BE49-F238E27FC236}">
                <a16:creationId xmlns:a16="http://schemas.microsoft.com/office/drawing/2014/main" id="{EC615D7A-B28E-73E1-5656-1D4923D756F8}"/>
              </a:ext>
            </a:extLst>
          </p:cNvPr>
          <p:cNvPicPr>
            <a:picLocks noChangeAspect="1" noChangeArrowheads="1"/>
          </p:cNvPicPr>
          <p:nvPr/>
        </p:nvPicPr>
        <p:blipFill>
          <a:blip r:embed="rId4">
            <a:duotone>
              <a:schemeClr val="accent6">
                <a:shade val="45000"/>
                <a:satMod val="135000"/>
              </a:schemeClr>
              <a:prstClr val="white"/>
            </a:duotone>
            <a:extLst>
              <a:ext uri="{BEBA8EAE-BF5A-486C-A8C5-ECC9F3942E4B}">
                <a14:imgProps xmlns:a14="http://schemas.microsoft.com/office/drawing/2010/main">
                  <a14:imgLayer r:embed="rId5">
                    <a14:imgEffect>
                      <a14:backgroundRemoval t="8147" b="92652" l="9585" r="89776">
                        <a14:foregroundMark x1="45527" y1="14058" x2="50479" y2="13578"/>
                        <a14:foregroundMark x1="50479" y1="8147" x2="50479" y2="11022"/>
                        <a14:foregroundMark x1="50479" y1="8466" x2="50479" y2="10703"/>
                        <a14:foregroundMark x1="49201" y1="40735" x2="50000" y2="47764"/>
                        <a14:foregroundMark x1="34026" y1="36741" x2="42812" y2="48403"/>
                        <a14:foregroundMark x1="42812" y1="48403" x2="64217" y2="45687"/>
                        <a14:foregroundMark x1="54952" y1="58626" x2="37859" y2="62620"/>
                        <a14:foregroundMark x1="37859" y1="62620" x2="19169" y2="57508"/>
                        <a14:foregroundMark x1="19169" y1="57508" x2="18690" y2="38498"/>
                        <a14:foregroundMark x1="18690" y1="38498" x2="24121" y2="26997"/>
                        <a14:foregroundMark x1="24121" y1="26997" x2="54792" y2="22684"/>
                        <a14:foregroundMark x1="54792" y1="22684" x2="71246" y2="28115"/>
                        <a14:foregroundMark x1="71246" y1="28115" x2="75879" y2="61981"/>
                        <a14:foregroundMark x1="74760" y1="64377" x2="39457" y2="64856"/>
                        <a14:foregroundMark x1="32907" y1="82109" x2="31310" y2="91054"/>
                        <a14:foregroundMark x1="31310" y1="91054" x2="30032" y2="91853"/>
                        <a14:foregroundMark x1="69649" y1="92492" x2="67252" y2="84185"/>
                        <a14:foregroundMark x1="67252" y1="84185" x2="67252" y2="84185"/>
                        <a14:foregroundMark x1="30671" y1="92652" x2="31150" y2="91853"/>
                        <a14:foregroundMark x1="89617" y1="21565" x2="89617" y2="26837"/>
                        <a14:foregroundMark x1="89776" y1="32109" x2="89776" y2="73642"/>
                      </a14:backgroundRemoval>
                    </a14:imgEffect>
                  </a14:imgLayer>
                </a14:imgProps>
              </a:ext>
              <a:ext uri="{28A0092B-C50C-407E-A947-70E740481C1C}">
                <a14:useLocalDpi xmlns:a14="http://schemas.microsoft.com/office/drawing/2010/main" val="0"/>
              </a:ext>
            </a:extLst>
          </a:blip>
          <a:srcRect/>
          <a:stretch>
            <a:fillRect/>
          </a:stretch>
        </p:blipFill>
        <p:spPr bwMode="auto">
          <a:xfrm>
            <a:off x="-509656" y="1217169"/>
            <a:ext cx="6362251" cy="61323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D92A441C-9ABC-7E10-C7B0-05E86E6BDEDC}"/>
              </a:ext>
            </a:extLst>
          </p:cNvPr>
          <p:cNvSpPr>
            <a:spLocks noGrp="1"/>
          </p:cNvSpPr>
          <p:nvPr>
            <p:ph type="title"/>
          </p:nvPr>
        </p:nvSpPr>
        <p:spPr/>
        <p:txBody>
          <a:bodyPr/>
          <a:lstStyle/>
          <a:p>
            <a:r>
              <a:rPr lang="fr-FR" dirty="0"/>
              <a:t>Equipe A – Application Fiori – Sprint 2</a:t>
            </a:r>
          </a:p>
        </p:txBody>
      </p:sp>
      <p:sp>
        <p:nvSpPr>
          <p:cNvPr id="4" name="Text Placeholder 3">
            <a:extLst>
              <a:ext uri="{FF2B5EF4-FFF2-40B4-BE49-F238E27FC236}">
                <a16:creationId xmlns:a16="http://schemas.microsoft.com/office/drawing/2014/main" id="{A635B834-D69C-43CF-7AB5-4D4926E0F852}"/>
              </a:ext>
            </a:extLst>
          </p:cNvPr>
          <p:cNvSpPr>
            <a:spLocks noGrp="1"/>
          </p:cNvSpPr>
          <p:nvPr>
            <p:ph type="body" sz="quarter" idx="15"/>
          </p:nvPr>
        </p:nvSpPr>
        <p:spPr>
          <a:xfrm>
            <a:off x="492124" y="1032503"/>
            <a:ext cx="11206163" cy="184666"/>
          </a:xfrm>
        </p:spPr>
        <p:txBody>
          <a:bodyPr/>
          <a:lstStyle/>
          <a:p>
            <a:r>
              <a:rPr lang="fr-FR" dirty="0"/>
              <a:t>Hackathon AI For DEV – SAP </a:t>
            </a:r>
          </a:p>
        </p:txBody>
      </p:sp>
      <p:grpSp>
        <p:nvGrpSpPr>
          <p:cNvPr id="14" name="Group 13">
            <a:extLst>
              <a:ext uri="{FF2B5EF4-FFF2-40B4-BE49-F238E27FC236}">
                <a16:creationId xmlns:a16="http://schemas.microsoft.com/office/drawing/2014/main" id="{B9158833-DFFA-1736-B73C-15FDD4EF75CB}"/>
              </a:ext>
            </a:extLst>
          </p:cNvPr>
          <p:cNvGrpSpPr/>
          <p:nvPr/>
        </p:nvGrpSpPr>
        <p:grpSpPr>
          <a:xfrm>
            <a:off x="5637905" y="198571"/>
            <a:ext cx="4944714" cy="4478203"/>
            <a:chOff x="4524375" y="-226961"/>
            <a:chExt cx="5810250" cy="4398912"/>
          </a:xfrm>
          <a:effectLst>
            <a:outerShdw blurRad="50800" dist="38100" dir="2700000" algn="tl" rotWithShape="0">
              <a:prstClr val="black">
                <a:alpha val="40000"/>
              </a:prstClr>
            </a:outerShdw>
          </a:effectLst>
        </p:grpSpPr>
        <p:pic>
          <p:nvPicPr>
            <p:cNvPr id="8" name="Picture 7">
              <a:extLst>
                <a:ext uri="{FF2B5EF4-FFF2-40B4-BE49-F238E27FC236}">
                  <a16:creationId xmlns:a16="http://schemas.microsoft.com/office/drawing/2014/main" id="{0004770D-6E69-852E-0376-8C061D3ED224}"/>
                </a:ext>
              </a:extLst>
            </p:cNvPr>
            <p:cNvPicPr>
              <a:picLocks noChangeAspect="1"/>
            </p:cNvPicPr>
            <p:nvPr/>
          </p:nvPicPr>
          <p:blipFill>
            <a:blip r:embed="rId6">
              <a:duotone>
                <a:schemeClr val="accent6">
                  <a:shade val="45000"/>
                  <a:satMod val="135000"/>
                </a:schemeClr>
                <a:prstClr val="white"/>
              </a:duotone>
              <a:extLst>
                <a:ext uri="{BEBA8EAE-BF5A-486C-A8C5-ECC9F3942E4B}">
                  <a14:imgProps xmlns:a14="http://schemas.microsoft.com/office/drawing/2010/main">
                    <a14:imgLayer r:embed="rId7">
                      <a14:imgEffect>
                        <a14:backgroundRemoval t="9961" b="89844" l="7520" r="96582">
                          <a14:foregroundMark x1="8789" y1="40039" x2="7520" y2="53125"/>
                          <a14:foregroundMark x1="7520" y1="53125" x2="7813" y2="53809"/>
                          <a14:foregroundMark x1="90820" y1="39746" x2="92969" y2="56836"/>
                          <a14:foregroundMark x1="92969" y1="56836" x2="92773" y2="57715"/>
                          <a14:foregroundMark x1="93066" y1="40234" x2="96582" y2="46289"/>
                        </a14:backgroundRemoval>
                      </a14:imgEffect>
                    </a14:imgLayer>
                  </a14:imgProps>
                </a:ext>
                <a:ext uri="{28A0092B-C50C-407E-A947-70E740481C1C}">
                  <a14:useLocalDpi xmlns:a14="http://schemas.microsoft.com/office/drawing/2010/main" val="0"/>
                </a:ext>
              </a:extLst>
            </a:blip>
            <a:stretch>
              <a:fillRect/>
            </a:stretch>
          </p:blipFill>
          <p:spPr>
            <a:xfrm flipH="1">
              <a:off x="4524375" y="-226961"/>
              <a:ext cx="5810250" cy="4398912"/>
            </a:xfrm>
            <a:prstGeom prst="rect">
              <a:avLst/>
            </a:prstGeom>
          </p:spPr>
        </p:pic>
        <p:sp>
          <p:nvSpPr>
            <p:cNvPr id="10" name="TextBox 9">
              <a:extLst>
                <a:ext uri="{FF2B5EF4-FFF2-40B4-BE49-F238E27FC236}">
                  <a16:creationId xmlns:a16="http://schemas.microsoft.com/office/drawing/2014/main" id="{A57E85B8-E003-F6EC-078C-A702409DA9C5}"/>
                </a:ext>
              </a:extLst>
            </p:cNvPr>
            <p:cNvSpPr txBox="1"/>
            <p:nvPr/>
          </p:nvSpPr>
          <p:spPr>
            <a:xfrm>
              <a:off x="4887833" y="561970"/>
              <a:ext cx="5083333" cy="2623402"/>
            </a:xfrm>
            <a:prstGeom prst="ellipse">
              <a:avLst/>
            </a:prstGeom>
            <a:solidFill>
              <a:schemeClr val="bg1"/>
            </a:solidFill>
          </p:spPr>
          <p:txBody>
            <a:bodyPr wrap="square" lIns="0" rIns="0">
              <a:noAutofit/>
            </a:bodyPr>
            <a:lstStyle/>
            <a:p>
              <a:pPr algn="ctr"/>
              <a:endParaRPr lang="fr-FR" sz="1400" dirty="0"/>
            </a:p>
          </p:txBody>
        </p:sp>
      </p:grpSp>
      <p:sp>
        <p:nvSpPr>
          <p:cNvPr id="12" name="TextBox 11">
            <a:extLst>
              <a:ext uri="{FF2B5EF4-FFF2-40B4-BE49-F238E27FC236}">
                <a16:creationId xmlns:a16="http://schemas.microsoft.com/office/drawing/2014/main" id="{761DE2D8-74B2-628F-30B7-26677590FD95}"/>
              </a:ext>
            </a:extLst>
          </p:cNvPr>
          <p:cNvSpPr txBox="1"/>
          <p:nvPr/>
        </p:nvSpPr>
        <p:spPr>
          <a:xfrm>
            <a:off x="5732529" y="975330"/>
            <a:ext cx="4755465" cy="2473184"/>
          </a:xfrm>
          <a:prstGeom prst="ellipse">
            <a:avLst/>
          </a:prstGeom>
          <a:noFill/>
        </p:spPr>
        <p:txBody>
          <a:bodyPr wrap="square" lIns="0" rIns="0">
            <a:noAutofit/>
          </a:bodyPr>
          <a:lstStyle/>
          <a:p>
            <a:pPr algn="ctr">
              <a:spcAft>
                <a:spcPts val="1200"/>
              </a:spcAft>
            </a:pPr>
            <a:r>
              <a:rPr lang="fr-FR" sz="1600" b="0" i="0" dirty="0">
                <a:solidFill>
                  <a:srgbClr val="242424"/>
                </a:solidFill>
                <a:effectLst/>
                <a:latin typeface="Comic Sans MS" panose="030F0702030302020204" pitchFamily="66" charset="0"/>
              </a:rPr>
              <a:t>Maintenant que vous identifiez et qualifiez le risque, je veux passer à l’exécution !</a:t>
            </a:r>
            <a:endParaRPr lang="fr-FR" sz="1600" dirty="0">
              <a:solidFill>
                <a:srgbClr val="242424"/>
              </a:solidFill>
              <a:latin typeface="Comic Sans MS" panose="030F0702030302020204" pitchFamily="66" charset="0"/>
            </a:endParaRPr>
          </a:p>
          <a:p>
            <a:pPr algn="ctr"/>
            <a:r>
              <a:rPr lang="fr-FR" sz="1600" i="0" dirty="0">
                <a:solidFill>
                  <a:srgbClr val="242424"/>
                </a:solidFill>
                <a:effectLst/>
                <a:latin typeface="Comic Sans MS" panose="030F0702030302020204" pitchFamily="66" charset="0"/>
              </a:rPr>
              <a:t>Bloquer, débloquer, demander une clôture</a:t>
            </a:r>
            <a:r>
              <a:rPr lang="fr-FR" sz="1600" b="0" i="0" dirty="0">
                <a:solidFill>
                  <a:srgbClr val="242424"/>
                </a:solidFill>
                <a:effectLst/>
                <a:latin typeface="Comic Sans MS" panose="030F0702030302020204" pitchFamily="66" charset="0"/>
              </a:rPr>
              <a:t> : ce sont des actions sensibles. Je veux des </a:t>
            </a:r>
            <a:r>
              <a:rPr lang="fr-FR" sz="1600" b="1" i="0" dirty="0">
                <a:solidFill>
                  <a:srgbClr val="242424"/>
                </a:solidFill>
                <a:effectLst/>
                <a:latin typeface="Comic Sans MS" panose="030F0702030302020204" pitchFamily="66" charset="0"/>
              </a:rPr>
              <a:t>boutons d’action</a:t>
            </a:r>
            <a:r>
              <a:rPr lang="fr-FR" sz="1600" b="0" i="0" dirty="0">
                <a:solidFill>
                  <a:srgbClr val="242424"/>
                </a:solidFill>
                <a:effectLst/>
                <a:latin typeface="Comic Sans MS" panose="030F0702030302020204" pitchFamily="66" charset="0"/>
              </a:rPr>
              <a:t> et du </a:t>
            </a:r>
            <a:r>
              <a:rPr lang="fr-FR" sz="1600" b="1" i="0" dirty="0">
                <a:solidFill>
                  <a:srgbClr val="242424"/>
                </a:solidFill>
                <a:effectLst/>
                <a:latin typeface="Comic Sans MS" panose="030F0702030302020204" pitchFamily="66" charset="0"/>
              </a:rPr>
              <a:t>traitement en masse</a:t>
            </a:r>
            <a:r>
              <a:rPr lang="fr-FR" sz="1600" b="0" i="0" dirty="0">
                <a:solidFill>
                  <a:srgbClr val="242424"/>
                </a:solidFill>
                <a:effectLst/>
                <a:latin typeface="Comic Sans MS" panose="030F0702030302020204" pitchFamily="66" charset="0"/>
              </a:rPr>
              <a:t>.</a:t>
            </a:r>
          </a:p>
        </p:txBody>
      </p:sp>
      <p:sp>
        <p:nvSpPr>
          <p:cNvPr id="17" name="Rectangle 16">
            <a:extLst>
              <a:ext uri="{FF2B5EF4-FFF2-40B4-BE49-F238E27FC236}">
                <a16:creationId xmlns:a16="http://schemas.microsoft.com/office/drawing/2014/main" id="{0F1C6938-381F-E7ED-2838-A478F4A15974}"/>
              </a:ext>
            </a:extLst>
          </p:cNvPr>
          <p:cNvSpPr/>
          <p:nvPr/>
        </p:nvSpPr>
        <p:spPr>
          <a:xfrm>
            <a:off x="390526" y="2331042"/>
            <a:ext cx="4636986" cy="342205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fr-FR" sz="1600" b="1" dirty="0">
                <a:solidFill>
                  <a:schemeClr val="tx1"/>
                </a:solidFill>
                <a:latin typeface="Comic Sans MS" panose="030F0702030302020204" pitchFamily="66" charset="0"/>
              </a:rPr>
              <a:t>Mes demandes</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des boutons d’action dans la liste (et idéalement aussi dans la page détail) pour :</a:t>
            </a:r>
          </a:p>
          <a:p>
            <a:pPr marL="742950" lvl="1" indent="-285750">
              <a:buFont typeface="Wingdings" panose="05000000000000000000" pitchFamily="2" charset="2"/>
              <a:buChar char="ü"/>
            </a:pPr>
            <a:r>
              <a:rPr lang="fr-FR" sz="1200" dirty="0">
                <a:solidFill>
                  <a:schemeClr val="tx1"/>
                </a:solidFill>
                <a:latin typeface="Comic Sans MS" panose="030F0702030302020204" pitchFamily="66" charset="0"/>
              </a:rPr>
              <a:t>Bloquer un ou plusieurs fournisseurs</a:t>
            </a:r>
          </a:p>
          <a:p>
            <a:pPr marL="742950" lvl="1" indent="-285750">
              <a:buFont typeface="Wingdings" panose="05000000000000000000" pitchFamily="2" charset="2"/>
              <a:buChar char="ü"/>
            </a:pPr>
            <a:r>
              <a:rPr lang="fr-FR" sz="1200" dirty="0">
                <a:solidFill>
                  <a:schemeClr val="tx1"/>
                </a:solidFill>
                <a:latin typeface="Comic Sans MS" panose="030F0702030302020204" pitchFamily="66" charset="0"/>
              </a:rPr>
              <a:t>Débloquer un ou plusieurs fournisseurs</a:t>
            </a:r>
          </a:p>
          <a:p>
            <a:pPr marL="742950" lvl="1" indent="-285750">
              <a:buFont typeface="Wingdings" panose="05000000000000000000" pitchFamily="2" charset="2"/>
              <a:buChar char="ü"/>
            </a:pPr>
            <a:r>
              <a:rPr lang="fr-FR" sz="1200" dirty="0">
                <a:solidFill>
                  <a:schemeClr val="tx1"/>
                </a:solidFill>
                <a:latin typeface="Comic Sans MS" panose="030F0702030302020204" pitchFamily="66" charset="0"/>
              </a:rPr>
              <a:t>Demander la clôture</a:t>
            </a:r>
          </a:p>
          <a:p>
            <a:pPr lvl="1"/>
            <a:endParaRPr lang="fr-FR" sz="1200" dirty="0">
              <a:solidFill>
                <a:schemeClr val="tx1"/>
              </a:solidFill>
              <a:latin typeface="Comic Sans MS" panose="030F0702030302020204" pitchFamily="66" charset="0"/>
            </a:endParaRP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le mode multi-sélection (traitement en masse) avec un récapitulatif avant exécution.</a:t>
            </a:r>
          </a:p>
          <a:p>
            <a:pPr>
              <a:spcAft>
                <a:spcPts val="600"/>
              </a:spcAft>
            </a:pPr>
            <a:r>
              <a:rPr lang="fr-FR" sz="1400" b="1" u="sng" dirty="0">
                <a:solidFill>
                  <a:schemeClr val="tx1"/>
                </a:solidFill>
                <a:latin typeface="Comic Sans MS" panose="030F0702030302020204" pitchFamily="66" charset="0"/>
              </a:rPr>
              <a:t>Optionnel</a:t>
            </a:r>
            <a:r>
              <a:rPr lang="fr-FR" sz="1400" dirty="0">
                <a:solidFill>
                  <a:schemeClr val="tx1"/>
                </a:solidFill>
                <a:latin typeface="Comic Sans MS" panose="030F0702030302020204" pitchFamily="66" charset="0"/>
              </a:rPr>
              <a:t> :</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une justification obligatoire (motif + commentaire) pour chaque action</a:t>
            </a:r>
          </a:p>
          <a:p>
            <a:pPr marL="285750" indent="-285750">
              <a:spcAft>
                <a:spcPts val="600"/>
              </a:spcAft>
              <a:buFont typeface="Wingdings" panose="05000000000000000000" pitchFamily="2" charset="2"/>
              <a:buChar char="ü"/>
            </a:pPr>
            <a:r>
              <a:rPr lang="fr-FR" sz="1400" dirty="0">
                <a:solidFill>
                  <a:schemeClr val="tx1"/>
                </a:solidFill>
                <a:latin typeface="Comic Sans MS" panose="030F0702030302020204" pitchFamily="66" charset="0"/>
              </a:rPr>
              <a:t>Je veux des garde-fous </a:t>
            </a:r>
            <a:br>
              <a:rPr lang="fr-FR" sz="1400" dirty="0">
                <a:solidFill>
                  <a:schemeClr val="tx1"/>
                </a:solidFill>
                <a:latin typeface="Comic Sans MS" panose="030F0702030302020204" pitchFamily="66" charset="0"/>
              </a:rPr>
            </a:br>
            <a:r>
              <a:rPr lang="fr-FR" sz="1100" i="1" dirty="0">
                <a:solidFill>
                  <a:schemeClr val="tx1"/>
                </a:solidFill>
                <a:latin typeface="Comic Sans MS" panose="030F0702030302020204" pitchFamily="66" charset="0"/>
              </a:rPr>
              <a:t>Ex : pas de clôture si une commande est ouverte)</a:t>
            </a:r>
          </a:p>
        </p:txBody>
      </p:sp>
      <p:sp>
        <p:nvSpPr>
          <p:cNvPr id="19" name="TextBox 18">
            <a:extLst>
              <a:ext uri="{FF2B5EF4-FFF2-40B4-BE49-F238E27FC236}">
                <a16:creationId xmlns:a16="http://schemas.microsoft.com/office/drawing/2014/main" id="{92A595C5-8B9F-4699-493D-9B40F3A0DED0}"/>
              </a:ext>
            </a:extLst>
          </p:cNvPr>
          <p:cNvSpPr txBox="1"/>
          <p:nvPr/>
        </p:nvSpPr>
        <p:spPr>
          <a:xfrm>
            <a:off x="6943950" y="6176778"/>
            <a:ext cx="2770069" cy="584775"/>
          </a:xfrm>
          <a:prstGeom prst="rect">
            <a:avLst/>
          </a:prstGeom>
          <a:noFill/>
        </p:spPr>
        <p:txBody>
          <a:bodyPr wrap="square">
            <a:spAutoFit/>
          </a:bodyPr>
          <a:lstStyle/>
          <a:p>
            <a:pPr algn="l">
              <a:buNone/>
            </a:pPr>
            <a:r>
              <a:rPr lang="fr-FR" sz="1600" b="1" i="0" dirty="0">
                <a:solidFill>
                  <a:schemeClr val="accent2"/>
                </a:solidFill>
                <a:latin typeface="LVMH Sans" panose="02000000000000000000"/>
              </a:rPr>
              <a:t>Nadia </a:t>
            </a:r>
            <a:r>
              <a:rPr lang="fr-FR" sz="1600" b="1" i="0" dirty="0" err="1">
                <a:solidFill>
                  <a:schemeClr val="accent2"/>
                </a:solidFill>
                <a:latin typeface="LVMH Sans" panose="02000000000000000000"/>
              </a:rPr>
              <a:t>Bedali</a:t>
            </a:r>
            <a:endParaRPr lang="fr-FR" sz="1600" b="1" i="0" dirty="0">
              <a:solidFill>
                <a:schemeClr val="accent2"/>
              </a:solidFill>
              <a:latin typeface="LVMH Sans" panose="02000000000000000000"/>
            </a:endParaRPr>
          </a:p>
          <a:p>
            <a:pPr algn="l">
              <a:buNone/>
            </a:pPr>
            <a:r>
              <a:rPr lang="fr-FR" sz="1600" i="1" dirty="0">
                <a:solidFill>
                  <a:srgbClr val="242424"/>
                </a:solidFill>
                <a:latin typeface="LVMH Sans" panose="02000000000000000000"/>
              </a:rPr>
              <a:t>Chief Compliance </a:t>
            </a:r>
            <a:r>
              <a:rPr lang="fr-FR" sz="1600" i="1" dirty="0" err="1">
                <a:solidFill>
                  <a:srgbClr val="242424"/>
                </a:solidFill>
                <a:latin typeface="LVMH Sans" panose="02000000000000000000"/>
              </a:rPr>
              <a:t>Officer</a:t>
            </a:r>
            <a:endParaRPr lang="fr-FR" sz="1600" i="1" dirty="0">
              <a:solidFill>
                <a:srgbClr val="242424"/>
              </a:solidFill>
              <a:latin typeface="LVMH Sans" panose="02000000000000000000"/>
            </a:endParaRPr>
          </a:p>
        </p:txBody>
      </p:sp>
      <p:pic>
        <p:nvPicPr>
          <p:cNvPr id="9" name="Picture 8">
            <a:extLst>
              <a:ext uri="{FF2B5EF4-FFF2-40B4-BE49-F238E27FC236}">
                <a16:creationId xmlns:a16="http://schemas.microsoft.com/office/drawing/2014/main" id="{02B6D854-A5EE-476F-C5C5-825EB513DC6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125" b="99219" l="10000" r="90000">
                        <a14:foregroundMark x1="50313" y1="91250" x2="45469" y2="95000"/>
                        <a14:foregroundMark x1="50156" y1="7344" x2="49063" y2="7031"/>
                        <a14:foregroundMark x1="49688" y1="3125" x2="49688" y2="3125"/>
                        <a14:foregroundMark x1="40938" y1="94219" x2="40938" y2="94219"/>
                        <a14:foregroundMark x1="57031" y1="99219" x2="57031" y2="99219"/>
                      </a14:backgroundRemoval>
                    </a14:imgEffect>
                  </a14:imgLayer>
                </a14:imgProps>
              </a:ext>
            </a:extLst>
          </a:blip>
          <a:stretch>
            <a:fillRect/>
          </a:stretch>
        </p:blipFill>
        <p:spPr>
          <a:xfrm>
            <a:off x="7995926" y="2572792"/>
            <a:ext cx="4326084" cy="4326084"/>
          </a:xfrm>
          <a:prstGeom prst="rect">
            <a:avLst/>
          </a:prstGeom>
        </p:spPr>
      </p:pic>
    </p:spTree>
    <p:extLst>
      <p:ext uri="{BB962C8B-B14F-4D97-AF65-F5344CB8AC3E}">
        <p14:creationId xmlns:p14="http://schemas.microsoft.com/office/powerpoint/2010/main" val="2093032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FA273-D58F-23C6-A7C8-FE2578555A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E70871-626D-D195-9E70-92667486F838}"/>
              </a:ext>
            </a:extLst>
          </p:cNvPr>
          <p:cNvSpPr>
            <a:spLocks noGrp="1"/>
          </p:cNvSpPr>
          <p:nvPr>
            <p:ph type="body" sz="quarter" idx="11"/>
          </p:nvPr>
        </p:nvSpPr>
        <p:spPr/>
        <p:txBody>
          <a:bodyPr/>
          <a:lstStyle/>
          <a:p>
            <a:endParaRPr lang="fr-FR"/>
          </a:p>
        </p:txBody>
      </p:sp>
      <p:sp>
        <p:nvSpPr>
          <p:cNvPr id="3" name="Title 2">
            <a:extLst>
              <a:ext uri="{FF2B5EF4-FFF2-40B4-BE49-F238E27FC236}">
                <a16:creationId xmlns:a16="http://schemas.microsoft.com/office/drawing/2014/main" id="{3F2A3723-5960-6EBB-9BC3-AE2B04B99B4E}"/>
              </a:ext>
            </a:extLst>
          </p:cNvPr>
          <p:cNvSpPr>
            <a:spLocks noGrp="1"/>
          </p:cNvSpPr>
          <p:nvPr>
            <p:ph type="title"/>
          </p:nvPr>
        </p:nvSpPr>
        <p:spPr/>
        <p:txBody>
          <a:bodyPr/>
          <a:lstStyle/>
          <a:p>
            <a:r>
              <a:rPr lang="fr-FR" dirty="0"/>
              <a:t>Use case</a:t>
            </a:r>
            <a:br>
              <a:rPr lang="fr-FR" dirty="0"/>
            </a:br>
            <a:r>
              <a:rPr lang="fr-FR" dirty="0"/>
              <a:t>Equipe B – Joule </a:t>
            </a:r>
            <a:r>
              <a:rPr lang="fr-FR" dirty="0" err="1"/>
              <a:t>Skill</a:t>
            </a:r>
            <a:r>
              <a:rPr lang="fr-FR" dirty="0"/>
              <a:t> &amp; Agent</a:t>
            </a:r>
          </a:p>
        </p:txBody>
      </p:sp>
      <p:sp>
        <p:nvSpPr>
          <p:cNvPr id="4" name="Text Placeholder 3">
            <a:extLst>
              <a:ext uri="{FF2B5EF4-FFF2-40B4-BE49-F238E27FC236}">
                <a16:creationId xmlns:a16="http://schemas.microsoft.com/office/drawing/2014/main" id="{3B250DC1-553E-475F-2DCC-E6FC008AD59D}"/>
              </a:ext>
            </a:extLst>
          </p:cNvPr>
          <p:cNvSpPr>
            <a:spLocks noGrp="1"/>
          </p:cNvSpPr>
          <p:nvPr>
            <p:ph type="body" sz="quarter" idx="15"/>
          </p:nvPr>
        </p:nvSpPr>
        <p:spPr/>
        <p:txBody>
          <a:bodyPr/>
          <a:lstStyle/>
          <a:p>
            <a:endParaRPr lang="fr-FR"/>
          </a:p>
        </p:txBody>
      </p:sp>
      <p:sp>
        <p:nvSpPr>
          <p:cNvPr id="5" name="Date Placeholder 4">
            <a:extLst>
              <a:ext uri="{FF2B5EF4-FFF2-40B4-BE49-F238E27FC236}">
                <a16:creationId xmlns:a16="http://schemas.microsoft.com/office/drawing/2014/main" id="{84689F2E-19BC-020B-FE45-8FCF1C230650}"/>
              </a:ext>
            </a:extLst>
          </p:cNvPr>
          <p:cNvSpPr>
            <a:spLocks noGrp="1"/>
          </p:cNvSpPr>
          <p:nvPr>
            <p:ph type="dt" sz="half" idx="21"/>
          </p:nvPr>
        </p:nvSpPr>
        <p:spPr/>
        <p:txBody>
          <a:bodyPr/>
          <a:lstStyle/>
          <a:p>
            <a:fld id="{E03C8094-C778-4021-9D22-480B17150894}" type="datetime1">
              <a:rPr lang="en-US" smtClean="0"/>
              <a:t>4/1/2026</a:t>
            </a:fld>
            <a:endParaRPr lang="en-US"/>
          </a:p>
        </p:txBody>
      </p:sp>
    </p:spTree>
    <p:extLst>
      <p:ext uri="{BB962C8B-B14F-4D97-AF65-F5344CB8AC3E}">
        <p14:creationId xmlns:p14="http://schemas.microsoft.com/office/powerpoint/2010/main" val="257412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613C9-6992-EA5F-D26A-2B24EB0DE7E0}"/>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A6C8A97-487F-FDBC-A320-CB64CA56FD00}"/>
              </a:ext>
            </a:extLst>
          </p:cNvPr>
          <p:cNvGraphicFramePr>
            <a:graphicFrameLocks noGrp="1"/>
          </p:cNvGraphicFramePr>
          <p:nvPr>
            <p:extLst>
              <p:ext uri="{D42A27DB-BD31-4B8C-83A1-F6EECF244321}">
                <p14:modId xmlns:p14="http://schemas.microsoft.com/office/powerpoint/2010/main" val="3360574688"/>
              </p:ext>
            </p:extLst>
          </p:nvPr>
        </p:nvGraphicFramePr>
        <p:xfrm>
          <a:off x="492122" y="1758808"/>
          <a:ext cx="11206164" cy="3651351"/>
        </p:xfrm>
        <a:graphic>
          <a:graphicData uri="http://schemas.openxmlformats.org/drawingml/2006/table">
            <a:tbl>
              <a:tblPr firstRow="1" bandRow="1">
                <a:tableStyleId>{10A1B5D5-9B99-4C35-A422-299274C87663}</a:tableStyleId>
              </a:tblPr>
              <a:tblGrid>
                <a:gridCol w="2364366">
                  <a:extLst>
                    <a:ext uri="{9D8B030D-6E8A-4147-A177-3AD203B41FA5}">
                      <a16:colId xmlns:a16="http://schemas.microsoft.com/office/drawing/2014/main" val="3182772168"/>
                    </a:ext>
                  </a:extLst>
                </a:gridCol>
                <a:gridCol w="7986839">
                  <a:extLst>
                    <a:ext uri="{9D8B030D-6E8A-4147-A177-3AD203B41FA5}">
                      <a16:colId xmlns:a16="http://schemas.microsoft.com/office/drawing/2014/main" val="3262483579"/>
                    </a:ext>
                  </a:extLst>
                </a:gridCol>
                <a:gridCol w="854959">
                  <a:extLst>
                    <a:ext uri="{9D8B030D-6E8A-4147-A177-3AD203B41FA5}">
                      <a16:colId xmlns:a16="http://schemas.microsoft.com/office/drawing/2014/main" val="3410409617"/>
                    </a:ext>
                  </a:extLst>
                </a:gridCol>
              </a:tblGrid>
              <a:tr h="0">
                <a:tc>
                  <a:txBody>
                    <a:bodyPr/>
                    <a:lstStyle/>
                    <a:p>
                      <a:r>
                        <a:rPr lang="fr-FR" sz="1400" dirty="0">
                          <a:latin typeface="+mj-lt"/>
                        </a:rPr>
                        <a:t>Sprint</a:t>
                      </a:r>
                    </a:p>
                  </a:txBody>
                  <a:tcPr anchor="ctr"/>
                </a:tc>
                <a:tc>
                  <a:txBody>
                    <a:bodyPr/>
                    <a:lstStyle/>
                    <a:p>
                      <a:r>
                        <a:rPr lang="fr-FR" sz="1400" dirty="0">
                          <a:latin typeface="+mj-lt"/>
                        </a:rPr>
                        <a:t>Objectifs</a:t>
                      </a:r>
                    </a:p>
                  </a:txBody>
                  <a:tcPr anchor="ctr"/>
                </a:tc>
                <a:tc>
                  <a:txBody>
                    <a:bodyPr/>
                    <a:lstStyle/>
                    <a:p>
                      <a:r>
                        <a:rPr lang="fr-FR" sz="1400" dirty="0">
                          <a:latin typeface="+mj-lt"/>
                        </a:rPr>
                        <a:t>Durée</a:t>
                      </a:r>
                    </a:p>
                  </a:txBody>
                  <a:tcPr anchor="ctr"/>
                </a:tc>
                <a:extLst>
                  <a:ext uri="{0D108BD9-81ED-4DB2-BD59-A6C34878D82A}">
                    <a16:rowId xmlns:a16="http://schemas.microsoft.com/office/drawing/2014/main" val="3407203520"/>
                  </a:ext>
                </a:extLst>
              </a:tr>
              <a:tr h="933921">
                <a:tc>
                  <a:txBody>
                    <a:bodyPr/>
                    <a:lstStyle/>
                    <a:p>
                      <a:r>
                        <a:rPr lang="fr-FR" sz="1400" b="0" i="1" dirty="0">
                          <a:latin typeface="+mj-lt"/>
                        </a:rPr>
                        <a:t>Sprint 0</a:t>
                      </a:r>
                    </a:p>
                    <a:p>
                      <a:pPr algn="l">
                        <a:buNone/>
                      </a:pPr>
                      <a:r>
                        <a:rPr lang="fr-FR" sz="1400" b="1" i="0" dirty="0">
                          <a:solidFill>
                            <a:srgbClr val="242424"/>
                          </a:solidFill>
                          <a:effectLst/>
                          <a:latin typeface="+mj-lt"/>
                        </a:rPr>
                        <a:t>Introduction</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Introduction des concepts (Joule </a:t>
                      </a:r>
                      <a:r>
                        <a:rPr lang="fr-FR" sz="1400" b="0" i="0" dirty="0" err="1">
                          <a:solidFill>
                            <a:srgbClr val="242424"/>
                          </a:solidFill>
                          <a:effectLst/>
                          <a:latin typeface="+mj-lt"/>
                        </a:rPr>
                        <a:t>Skill</a:t>
                      </a:r>
                      <a:r>
                        <a:rPr lang="fr-FR" sz="1400" b="0" i="0" dirty="0">
                          <a:solidFill>
                            <a:srgbClr val="242424"/>
                          </a:solidFill>
                          <a:effectLst/>
                          <a:latin typeface="+mj-lt"/>
                        </a:rPr>
                        <a:t>, Joule Agent, etc.)</a:t>
                      </a:r>
                    </a:p>
                    <a:p>
                      <a:pPr marL="171450" indent="-171450" algn="l">
                        <a:buFont typeface="Wingdings" panose="05000000000000000000" pitchFamily="2" charset="2"/>
                        <a:buChar char="Ø"/>
                      </a:pPr>
                      <a:r>
                        <a:rPr lang="fr-FR" sz="1400" b="0" i="0" dirty="0">
                          <a:solidFill>
                            <a:srgbClr val="242424"/>
                          </a:solidFill>
                          <a:effectLst/>
                          <a:latin typeface="+mj-lt"/>
                        </a:rPr>
                        <a:t>Présentation du cas d’usage</a:t>
                      </a:r>
                    </a:p>
                    <a:p>
                      <a:pPr marL="171450" indent="-171450" algn="l">
                        <a:buFont typeface="Wingdings" panose="05000000000000000000" pitchFamily="2" charset="2"/>
                        <a:buChar char="Ø"/>
                      </a:pPr>
                      <a:r>
                        <a:rPr lang="fr-FR" sz="1400" b="0" i="0" dirty="0">
                          <a:solidFill>
                            <a:srgbClr val="242424"/>
                          </a:solidFill>
                          <a:effectLst/>
                          <a:latin typeface="+mj-lt"/>
                        </a:rPr>
                        <a:t>Présentation de la démarche</a:t>
                      </a:r>
                    </a:p>
                  </a:txBody>
                  <a:tcPr anchor="ctr"/>
                </a:tc>
                <a:tc>
                  <a:txBody>
                    <a:bodyPr/>
                    <a:lstStyle/>
                    <a:p>
                      <a:pPr marL="0" indent="0" algn="l">
                        <a:buFont typeface="Wingdings" panose="05000000000000000000" pitchFamily="2" charset="2"/>
                        <a:buNone/>
                      </a:pPr>
                      <a:r>
                        <a:rPr lang="fr-FR" sz="1400" b="1" i="0" dirty="0">
                          <a:solidFill>
                            <a:srgbClr val="242424"/>
                          </a:solidFill>
                          <a:effectLst/>
                          <a:latin typeface="+mj-lt"/>
                        </a:rPr>
                        <a:t>60’</a:t>
                      </a:r>
                    </a:p>
                  </a:txBody>
                  <a:tcPr anchor="ctr"/>
                </a:tc>
                <a:extLst>
                  <a:ext uri="{0D108BD9-81ED-4DB2-BD59-A6C34878D82A}">
                    <a16:rowId xmlns:a16="http://schemas.microsoft.com/office/drawing/2014/main" val="4177467472"/>
                  </a:ext>
                </a:extLst>
              </a:tr>
              <a:tr h="1206315">
                <a:tc>
                  <a:txBody>
                    <a:bodyPr/>
                    <a:lstStyle/>
                    <a:p>
                      <a:r>
                        <a:rPr lang="fr-FR" sz="1400" b="0" i="1" dirty="0">
                          <a:latin typeface="+mj-lt"/>
                        </a:rPr>
                        <a:t>Sprint 1</a:t>
                      </a:r>
                    </a:p>
                    <a:p>
                      <a:pPr algn="l">
                        <a:buNone/>
                      </a:pPr>
                      <a:r>
                        <a:rPr lang="fr-FR" sz="1400" b="1" i="0" dirty="0">
                          <a:solidFill>
                            <a:srgbClr val="242424"/>
                          </a:solidFill>
                          <a:effectLst/>
                          <a:latin typeface="LVMH Sans" panose="02000000000000000000" pitchFamily="50" charset="0"/>
                        </a:rPr>
                        <a:t>Joule </a:t>
                      </a:r>
                      <a:r>
                        <a:rPr lang="fr-FR" sz="1400" b="1" i="0" dirty="0" err="1">
                          <a:solidFill>
                            <a:srgbClr val="242424"/>
                          </a:solidFill>
                          <a:effectLst/>
                          <a:latin typeface="LVMH Sans" panose="02000000000000000000" pitchFamily="50" charset="0"/>
                        </a:rPr>
                        <a:t>Skill</a:t>
                      </a:r>
                      <a:r>
                        <a:rPr lang="fr-FR" sz="1400" b="1" i="0" dirty="0">
                          <a:solidFill>
                            <a:srgbClr val="242424"/>
                          </a:solidFill>
                          <a:effectLst/>
                          <a:latin typeface="LVMH Sans" panose="02000000000000000000" pitchFamily="50" charset="0"/>
                        </a:rPr>
                        <a:t> – Exécution blocage/déblocage</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Création d’un environnement et d’un projet SAP </a:t>
                      </a:r>
                      <a:r>
                        <a:rPr lang="fr-FR" sz="1400" b="0" i="0" dirty="0" err="1">
                          <a:solidFill>
                            <a:srgbClr val="242424"/>
                          </a:solidFill>
                          <a:effectLst/>
                          <a:latin typeface="+mj-lt"/>
                        </a:rPr>
                        <a:t>Build</a:t>
                      </a:r>
                      <a:endParaRPr lang="fr-FR" sz="1400" b="0" i="0" dirty="0">
                        <a:solidFill>
                          <a:srgbClr val="242424"/>
                        </a:solidFill>
                        <a:effectLst/>
                        <a:latin typeface="+mj-lt"/>
                      </a:endParaRPr>
                    </a:p>
                    <a:p>
                      <a:pPr marL="171450" indent="-171450" algn="l">
                        <a:buFont typeface="Wingdings" panose="05000000000000000000" pitchFamily="2" charset="2"/>
                        <a:buChar char="Ø"/>
                      </a:pPr>
                      <a:r>
                        <a:rPr lang="fr-FR" sz="1400" b="0" i="0" dirty="0">
                          <a:solidFill>
                            <a:srgbClr val="242424"/>
                          </a:solidFill>
                          <a:effectLst/>
                          <a:latin typeface="+mj-lt"/>
                        </a:rPr>
                        <a:t>Conception d’un </a:t>
                      </a:r>
                      <a:r>
                        <a:rPr lang="fr-FR" sz="1400" b="0" i="0" dirty="0" err="1">
                          <a:solidFill>
                            <a:srgbClr val="242424"/>
                          </a:solidFill>
                          <a:effectLst/>
                          <a:latin typeface="+mj-lt"/>
                        </a:rPr>
                        <a:t>Skill</a:t>
                      </a:r>
                      <a:r>
                        <a:rPr lang="fr-FR" sz="1400" b="0" i="0" dirty="0">
                          <a:solidFill>
                            <a:srgbClr val="242424"/>
                          </a:solidFill>
                          <a:effectLst/>
                          <a:latin typeface="+mj-lt"/>
                        </a:rPr>
                        <a:t> – en s’appuyant sur les actions disponibles – permettant d’exécuter le blocage ou déblocage d’un fournisseur</a:t>
                      </a:r>
                    </a:p>
                    <a:p>
                      <a:pPr marL="171450" indent="-171450" algn="l">
                        <a:buFont typeface="Wingdings" panose="05000000000000000000" pitchFamily="2" charset="2"/>
                        <a:buChar char="Ø"/>
                      </a:pPr>
                      <a:r>
                        <a:rPr lang="fr-FR" sz="1400" b="0" i="0" dirty="0">
                          <a:solidFill>
                            <a:srgbClr val="242424"/>
                          </a:solidFill>
                          <a:effectLst/>
                          <a:latin typeface="+mj-lt"/>
                        </a:rPr>
                        <a:t>Déploiement &amp; Test du Joule </a:t>
                      </a:r>
                      <a:r>
                        <a:rPr lang="fr-FR" sz="1400" b="0" i="0" dirty="0" err="1">
                          <a:solidFill>
                            <a:srgbClr val="242424"/>
                          </a:solidFill>
                          <a:effectLst/>
                          <a:latin typeface="+mj-lt"/>
                        </a:rPr>
                        <a:t>Skill</a:t>
                      </a:r>
                      <a:endParaRPr lang="fr-FR" sz="1400" b="0" i="0" dirty="0">
                        <a:solidFill>
                          <a:srgbClr val="242424"/>
                        </a:solidFill>
                        <a:effectLst/>
                        <a:latin typeface="+mj-lt"/>
                      </a:endParaRPr>
                    </a:p>
                  </a:txBody>
                  <a:tcPr anchor="ctr"/>
                </a:tc>
                <a:tc>
                  <a:txBody>
                    <a:bodyPr/>
                    <a:lstStyle/>
                    <a:p>
                      <a:pPr marL="0" indent="0" algn="l">
                        <a:buFont typeface="Wingdings" panose="05000000000000000000" pitchFamily="2" charset="2"/>
                        <a:buNone/>
                      </a:pPr>
                      <a:r>
                        <a:rPr lang="fr-FR" sz="1400" b="1" i="0" dirty="0">
                          <a:solidFill>
                            <a:srgbClr val="242424"/>
                          </a:solidFill>
                          <a:effectLst/>
                          <a:latin typeface="+mj-lt"/>
                        </a:rPr>
                        <a:t>45’</a:t>
                      </a:r>
                    </a:p>
                  </a:txBody>
                  <a:tcPr anchor="ctr"/>
                </a:tc>
                <a:extLst>
                  <a:ext uri="{0D108BD9-81ED-4DB2-BD59-A6C34878D82A}">
                    <a16:rowId xmlns:a16="http://schemas.microsoft.com/office/drawing/2014/main" val="1529162146"/>
                  </a:ext>
                </a:extLst>
              </a:tr>
              <a:tr h="1206315">
                <a:tc>
                  <a:txBody>
                    <a:bodyPr/>
                    <a:lstStyle/>
                    <a:p>
                      <a:r>
                        <a:rPr lang="fr-FR" sz="1400" b="0" i="1" dirty="0">
                          <a:latin typeface="+mj-lt"/>
                        </a:rPr>
                        <a:t>Sprint 3</a:t>
                      </a:r>
                    </a:p>
                    <a:p>
                      <a:r>
                        <a:rPr lang="fr-FR" sz="1400" b="1" dirty="0">
                          <a:latin typeface="+mj-lt"/>
                        </a:rPr>
                        <a:t>Joule Agent - Recommandation &amp; explication</a:t>
                      </a:r>
                    </a:p>
                  </a:txBody>
                  <a:tcPr anchor="ctr"/>
                </a:tc>
                <a:tc>
                  <a:txBody>
                    <a:bodyPr/>
                    <a:lstStyle/>
                    <a:p>
                      <a:pPr marL="171450" indent="-171450" algn="l">
                        <a:buFont typeface="Wingdings" panose="05000000000000000000" pitchFamily="2" charset="2"/>
                        <a:buChar char="Ø"/>
                      </a:pPr>
                      <a:r>
                        <a:rPr lang="fr-FR" sz="1400" b="0" i="0" dirty="0">
                          <a:solidFill>
                            <a:srgbClr val="242424"/>
                          </a:solidFill>
                          <a:effectLst/>
                          <a:latin typeface="+mj-lt"/>
                        </a:rPr>
                        <a:t>Modifier le Joule </a:t>
                      </a:r>
                      <a:r>
                        <a:rPr lang="fr-FR" sz="1400" b="0" i="0" dirty="0" err="1">
                          <a:solidFill>
                            <a:srgbClr val="242424"/>
                          </a:solidFill>
                          <a:effectLst/>
                          <a:latin typeface="+mj-lt"/>
                        </a:rPr>
                        <a:t>Skill</a:t>
                      </a:r>
                      <a:r>
                        <a:rPr lang="fr-FR" sz="1400" b="0" i="0" dirty="0">
                          <a:solidFill>
                            <a:srgbClr val="242424"/>
                          </a:solidFill>
                          <a:effectLst/>
                          <a:latin typeface="+mj-lt"/>
                        </a:rPr>
                        <a:t> précédemment conçu &amp; déployé</a:t>
                      </a:r>
                    </a:p>
                    <a:p>
                      <a:pPr marL="171450" indent="-171450" algn="l">
                        <a:buFont typeface="Wingdings" panose="05000000000000000000" pitchFamily="2" charset="2"/>
                        <a:buChar char="Ø"/>
                      </a:pPr>
                      <a:r>
                        <a:rPr lang="fr-FR" sz="1400" b="0" i="0" dirty="0">
                          <a:solidFill>
                            <a:srgbClr val="242424"/>
                          </a:solidFill>
                          <a:effectLst/>
                          <a:latin typeface="+mj-lt"/>
                        </a:rPr>
                        <a:t>Conception du Joule Agent permettant d’identifier un </a:t>
                      </a:r>
                      <a:r>
                        <a:rPr lang="fr-FR" sz="1400" b="0" i="0" kern="1200" dirty="0">
                          <a:solidFill>
                            <a:srgbClr val="242424"/>
                          </a:solidFill>
                          <a:effectLst/>
                          <a:latin typeface="+mn-lt"/>
                          <a:ea typeface="+mn-ea"/>
                          <a:cs typeface="+mn-cs"/>
                        </a:rPr>
                        <a:t>potentiel </a:t>
                      </a:r>
                      <a:r>
                        <a:rPr lang="fr-FR" sz="1400" b="0" i="0" dirty="0">
                          <a:solidFill>
                            <a:srgbClr val="242424"/>
                          </a:solidFill>
                          <a:effectLst/>
                          <a:latin typeface="+mj-lt"/>
                        </a:rPr>
                        <a:t>risque et proposant le blocage ou déblocage d’un fournisseur</a:t>
                      </a:r>
                    </a:p>
                    <a:p>
                      <a:pPr marL="171450" indent="-171450" algn="l">
                        <a:buFont typeface="Wingdings" panose="05000000000000000000" pitchFamily="2" charset="2"/>
                        <a:buChar char="Ø"/>
                      </a:pPr>
                      <a:r>
                        <a:rPr lang="fr-FR" sz="1400" b="0" i="0" dirty="0">
                          <a:solidFill>
                            <a:srgbClr val="242424"/>
                          </a:solidFill>
                          <a:effectLst/>
                          <a:latin typeface="+mj-lt"/>
                        </a:rPr>
                        <a:t>Déploiement &amp; Test du Joule Agent</a:t>
                      </a:r>
                    </a:p>
                  </a:txBody>
                  <a:tcPr anchor="ctr"/>
                </a:tc>
                <a:tc>
                  <a:txBody>
                    <a:bodyPr/>
                    <a:lstStyle/>
                    <a:p>
                      <a:pPr marL="0" lvl="1" indent="0" algn="l">
                        <a:buFont typeface="Wingdings" panose="05000000000000000000" pitchFamily="2" charset="2"/>
                        <a:buNone/>
                      </a:pPr>
                      <a:r>
                        <a:rPr lang="fr-FR" sz="1400" b="1" i="0" dirty="0">
                          <a:solidFill>
                            <a:srgbClr val="242424"/>
                          </a:solidFill>
                          <a:effectLst/>
                          <a:latin typeface="+mj-lt"/>
                        </a:rPr>
                        <a:t>45’</a:t>
                      </a:r>
                    </a:p>
                  </a:txBody>
                  <a:tcPr anchor="ctr"/>
                </a:tc>
                <a:extLst>
                  <a:ext uri="{0D108BD9-81ED-4DB2-BD59-A6C34878D82A}">
                    <a16:rowId xmlns:a16="http://schemas.microsoft.com/office/drawing/2014/main" val="39977769"/>
                  </a:ext>
                </a:extLst>
              </a:tr>
            </a:tbl>
          </a:graphicData>
        </a:graphic>
      </p:graphicFrame>
      <p:sp>
        <p:nvSpPr>
          <p:cNvPr id="3" name="Title 2">
            <a:extLst>
              <a:ext uri="{FF2B5EF4-FFF2-40B4-BE49-F238E27FC236}">
                <a16:creationId xmlns:a16="http://schemas.microsoft.com/office/drawing/2014/main" id="{A0AA5325-4D06-0823-10D9-85F9083DB0A8}"/>
              </a:ext>
            </a:extLst>
          </p:cNvPr>
          <p:cNvSpPr>
            <a:spLocks noGrp="1"/>
          </p:cNvSpPr>
          <p:nvPr>
            <p:ph type="title"/>
          </p:nvPr>
        </p:nvSpPr>
        <p:spPr/>
        <p:txBody>
          <a:bodyPr/>
          <a:lstStyle/>
          <a:p>
            <a:r>
              <a:rPr lang="en-US" dirty="0"/>
              <a:t>Equipe B – Joule Studio (Skill &amp; Agent)</a:t>
            </a:r>
          </a:p>
        </p:txBody>
      </p:sp>
      <p:sp>
        <p:nvSpPr>
          <p:cNvPr id="4" name="Text Placeholder 3">
            <a:extLst>
              <a:ext uri="{FF2B5EF4-FFF2-40B4-BE49-F238E27FC236}">
                <a16:creationId xmlns:a16="http://schemas.microsoft.com/office/drawing/2014/main" id="{8A3341E0-6A85-EFA4-A98E-3B3752995B4F}"/>
              </a:ext>
            </a:extLst>
          </p:cNvPr>
          <p:cNvSpPr>
            <a:spLocks noGrp="1"/>
          </p:cNvSpPr>
          <p:nvPr>
            <p:ph type="body" sz="quarter" idx="15"/>
          </p:nvPr>
        </p:nvSpPr>
        <p:spPr>
          <a:xfrm>
            <a:off x="492124" y="1032503"/>
            <a:ext cx="11206163" cy="184666"/>
          </a:xfrm>
        </p:spPr>
        <p:txBody>
          <a:bodyPr/>
          <a:lstStyle/>
          <a:p>
            <a:r>
              <a:rPr lang="fr-FR" dirty="0"/>
              <a:t>Hackathon AI For DEV – SAP </a:t>
            </a:r>
          </a:p>
        </p:txBody>
      </p:sp>
    </p:spTree>
    <p:extLst>
      <p:ext uri="{BB962C8B-B14F-4D97-AF65-F5344CB8AC3E}">
        <p14:creationId xmlns:p14="http://schemas.microsoft.com/office/powerpoint/2010/main" val="174569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LVMH - Corporate">
  <a:themeElements>
    <a:clrScheme name="LVMH">
      <a:dk1>
        <a:srgbClr val="000000"/>
      </a:dk1>
      <a:lt1>
        <a:srgbClr val="FFFFFF"/>
      </a:lt1>
      <a:dk2>
        <a:srgbClr val="9AA0A0"/>
      </a:dk2>
      <a:lt2>
        <a:srgbClr val="F7F3ED"/>
      </a:lt2>
      <a:accent1>
        <a:srgbClr val="030F2B"/>
      </a:accent1>
      <a:accent2>
        <a:srgbClr val="994126"/>
      </a:accent2>
      <a:accent3>
        <a:srgbClr val="5A6046"/>
      </a:accent3>
      <a:accent4>
        <a:srgbClr val="576DDD"/>
      </a:accent4>
      <a:accent5>
        <a:srgbClr val="BB8E24"/>
      </a:accent5>
      <a:accent6>
        <a:srgbClr val="55626E"/>
      </a:accent6>
      <a:hlink>
        <a:srgbClr val="030F2B"/>
      </a:hlink>
      <a:folHlink>
        <a:srgbClr val="030F2B"/>
      </a:folHlink>
    </a:clrScheme>
    <a:fontScheme name="LVMH">
      <a:majorFont>
        <a:latin typeface="LVMH Sans"/>
        <a:ea typeface=""/>
        <a:cs typeface=""/>
      </a:majorFont>
      <a:minorFont>
        <a:latin typeface="LVMH Sans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ln w="6350">
          <a:solidFill>
            <a:schemeClr val="tx1"/>
          </a:solidFill>
        </a:ln>
      </a:spPr>
      <a:bodyPr rtlCol="0" anchor="ctr"/>
      <a:lstStyle>
        <a:defPPr algn="ctr">
          <a:defRPr sz="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mprez_Clean template 2023 V1.0.pptx" id="{1783F295-B8C0-4A69-8F1F-FA8A707DD845}" vid="{B60F9E41-86C2-4573-BF06-8205E8BCB07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994D2F60E34391FFBD7C128606EF" ma:contentTypeVersion="13" ma:contentTypeDescription="Crée un document." ma:contentTypeScope="" ma:versionID="e2fe32276aadbf7ccd2fea8070c5623c">
  <xsd:schema xmlns:xsd="http://www.w3.org/2001/XMLSchema" xmlns:xs="http://www.w3.org/2001/XMLSchema" xmlns:p="http://schemas.microsoft.com/office/2006/metadata/properties" xmlns:ns2="93a102e8-7bdf-40ba-86fa-8cb44fe67849" xmlns:ns3="b81b6cff-9574-4462-a32f-e2d73c81e44c" targetNamespace="http://schemas.microsoft.com/office/2006/metadata/properties" ma:root="true" ma:fieldsID="ec845369d59cc3df685a720250d6626e" ns2:_="" ns3:_="">
    <xsd:import namespace="93a102e8-7bdf-40ba-86fa-8cb44fe67849"/>
    <xsd:import namespace="b81b6cff-9574-4462-a32f-e2d73c81e44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a102e8-7bdf-40ba-86fa-8cb44fe678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81b6cff-9574-4462-a32f-e2d73c81e44c"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DB6838C-17BE-479A-9B48-5521CD0DBC30}">
  <ds:schemaRefs>
    <ds:schemaRef ds:uri="http://schemas.microsoft.com/sharepoint/v3/contenttype/forms"/>
  </ds:schemaRefs>
</ds:datastoreItem>
</file>

<file path=customXml/itemProps2.xml><?xml version="1.0" encoding="utf-8"?>
<ds:datastoreItem xmlns:ds="http://schemas.openxmlformats.org/officeDocument/2006/customXml" ds:itemID="{27DEB27F-25EB-4300-8E0A-51D337BBE2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a102e8-7bdf-40ba-86fa-8cb44fe67849"/>
    <ds:schemaRef ds:uri="b81b6cff-9574-4462-a32f-e2d73c81e4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5EF247-2584-41FA-9B52-D10DFEFD9540}">
  <ds:schemaRefs>
    <ds:schemaRef ds:uri="http://www.w3.org/XML/1998/namespace"/>
    <ds:schemaRef ds:uri="http://schemas.openxmlformats.org/package/2006/metadata/core-properties"/>
    <ds:schemaRef ds:uri="http://purl.org/dc/terms/"/>
    <ds:schemaRef ds:uri="93a102e8-7bdf-40ba-86fa-8cb44fe67849"/>
    <ds:schemaRef ds:uri="http://purl.org/dc/elements/1.1/"/>
    <ds:schemaRef ds:uri="http://schemas.microsoft.com/office/infopath/2007/PartnerControls"/>
    <ds:schemaRef ds:uri="http://schemas.microsoft.com/office/2006/documentManagement/types"/>
    <ds:schemaRef ds:uri="http://purl.org/dc/dcmitype/"/>
    <ds:schemaRef ds:uri="b81b6cff-9574-4462-a32f-e2d73c81e44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3026</TotalTime>
  <Words>1835</Words>
  <Application>Microsoft Office PowerPoint</Application>
  <PresentationFormat>Widescreen</PresentationFormat>
  <Paragraphs>314</Paragraphs>
  <Slides>18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Arial</vt:lpstr>
      <vt:lpstr>Calibri</vt:lpstr>
      <vt:lpstr>Comic Sans MS</vt:lpstr>
      <vt:lpstr>LVMH</vt:lpstr>
      <vt:lpstr>LVMH Sans</vt:lpstr>
      <vt:lpstr>LVMH Sans SemiLight</vt:lpstr>
      <vt:lpstr>Wingdings</vt:lpstr>
      <vt:lpstr>LVMH - Corporate</vt:lpstr>
      <vt:lpstr>PowerPoint Presentation</vt:lpstr>
      <vt:lpstr>Agenda</vt:lpstr>
      <vt:lpstr>Participants</vt:lpstr>
      <vt:lpstr>Agenda</vt:lpstr>
      <vt:lpstr>Agenda</vt:lpstr>
      <vt:lpstr>Use case</vt:lpstr>
      <vt:lpstr>Use case # “Long tail“ Vendor Management</vt:lpstr>
      <vt:lpstr>Use case # “Long tail“ Vendor Management</vt:lpstr>
      <vt:lpstr>Use case # “Long tail“ Vendor Management</vt:lpstr>
      <vt:lpstr>Use case Equipe A – Apps Fiori</vt:lpstr>
      <vt:lpstr>Equipe A – Application Fiori</vt:lpstr>
      <vt:lpstr>Equipe A – Application Fiori – Introduction</vt:lpstr>
      <vt:lpstr>Equipe A – Application Fiori – Sprint 1</vt:lpstr>
      <vt:lpstr>Equipe A – Application Fiori – Sprint 2</vt:lpstr>
      <vt:lpstr>Equipe A – Application Fiori – Sprint 3</vt:lpstr>
      <vt:lpstr>Equipe A – Application Fiori – Sprint 2</vt:lpstr>
      <vt:lpstr>Use case Equipe B – Joule Skill &amp; Agent</vt:lpstr>
      <vt:lpstr>Equipe B – Joule Studio (Skill &amp;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Clement GUEGAN</dc:creator>
  <cp:lastModifiedBy>Clement GUEGAN</cp:lastModifiedBy>
  <cp:revision>2</cp:revision>
  <dcterms:created xsi:type="dcterms:W3CDTF">2026-03-25T07:29:56Z</dcterms:created>
  <dcterms:modified xsi:type="dcterms:W3CDTF">2026-04-01T16:00:32Z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0x010100DEEA994D2F60E34391FFBD7C128606EF</vt:lpwstr>
  </property>
</Properties>
</file>